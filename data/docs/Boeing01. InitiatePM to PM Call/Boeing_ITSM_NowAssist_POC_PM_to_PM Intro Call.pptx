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2.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 id="2147483695" r:id="rId5"/>
    <p:sldMasterId id="2147483801" r:id="rId6"/>
  </p:sldMasterIdLst>
  <p:notesMasterIdLst>
    <p:notesMasterId r:id="rId23"/>
  </p:notesMasterIdLst>
  <p:sldIdLst>
    <p:sldId id="2142532768" r:id="rId7"/>
    <p:sldId id="2146846347" r:id="rId8"/>
    <p:sldId id="2146846336" r:id="rId9"/>
    <p:sldId id="2146846338" r:id="rId10"/>
    <p:sldId id="2146846339" r:id="rId11"/>
    <p:sldId id="2146846320" r:id="rId12"/>
    <p:sldId id="2147469899" r:id="rId13"/>
    <p:sldId id="2147469900" r:id="rId14"/>
    <p:sldId id="2147469902" r:id="rId15"/>
    <p:sldId id="2147469903" r:id="rId16"/>
    <p:sldId id="305" r:id="rId17"/>
    <p:sldId id="282" r:id="rId18"/>
    <p:sldId id="283" r:id="rId19"/>
    <p:sldId id="284" r:id="rId20"/>
    <p:sldId id="2147469893" r:id="rId21"/>
    <p:sldId id="214746989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3955A69-554C-4FFD-AC8E-1D3E2CD39186}">
          <p14:sldIdLst>
            <p14:sldId id="2142532768"/>
            <p14:sldId id="2146846347"/>
            <p14:sldId id="2146846336"/>
            <p14:sldId id="2146846338"/>
            <p14:sldId id="2146846339"/>
            <p14:sldId id="2146846320"/>
            <p14:sldId id="2147469899"/>
            <p14:sldId id="2147469900"/>
            <p14:sldId id="2147469902"/>
            <p14:sldId id="2147469903"/>
            <p14:sldId id="305"/>
            <p14:sldId id="282"/>
            <p14:sldId id="283"/>
            <p14:sldId id="284"/>
            <p14:sldId id="2147469893"/>
            <p14:sldId id="21474698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0E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132" y="852"/>
      </p:cViewPr>
      <p:guideLst/>
    </p:cSldViewPr>
  </p:slideViewPr>
  <p:notesTextViewPr>
    <p:cViewPr>
      <p:scale>
        <a:sx n="1" d="1"/>
        <a:sy n="1" d="1"/>
      </p:scale>
      <p:origin x="0" y="0"/>
    </p:cViewPr>
  </p:notesTextViewPr>
  <p:sorterViewPr>
    <p:cViewPr>
      <p:scale>
        <a:sx n="100" d="100"/>
        <a:sy n="100" d="100"/>
      </p:scale>
      <p:origin x="0" y="-15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diagrams/_rels/data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6178B8-D4C9-4A92-9F48-C38D11326303}"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5FAA7860-33B4-4077-ACBB-3A77BA1B7D1A}">
      <dgm:prSet phldrT="[Text]"/>
      <dgm:spPr/>
      <dgm:t>
        <a:bodyPr rtlCol="0" anchor="ctr"/>
        <a:lstStyle/>
        <a:p>
          <a:pPr marL="0" defTabSz="914377" rtl="0" eaLnBrk="1" latinLnBrk="0" hangingPunct="1">
            <a:defRPr/>
          </a:pPr>
          <a:r>
            <a:rPr lang="en-US" b="0" kern="1200">
              <a:latin typeface="Barlow" pitchFamily="2" charset="77"/>
              <a:ea typeface="+mn-ea"/>
              <a:cs typeface="+mn-cs"/>
            </a:rPr>
            <a:t>Initiate</a:t>
          </a:r>
        </a:p>
      </dgm:t>
    </dgm:pt>
    <dgm:pt modelId="{F1B52464-357A-4FA3-A589-331322F0916A}" type="parTrans" cxnId="{09149D80-EA22-4C1E-9CA4-5626081D5D73}">
      <dgm:prSet/>
      <dgm:spPr/>
      <dgm:t>
        <a:bodyPr/>
        <a:lstStyle/>
        <a:p>
          <a:endParaRPr lang="en-US">
            <a:latin typeface="Barlow" pitchFamily="2" charset="77"/>
          </a:endParaRPr>
        </a:p>
      </dgm:t>
    </dgm:pt>
    <dgm:pt modelId="{5AEB47A3-1D8A-4AAF-BD7E-33460463123A}" type="sibTrans" cxnId="{09149D80-EA22-4C1E-9CA4-5626081D5D73}">
      <dgm:prSet/>
      <dgm:spPr/>
      <dgm:t>
        <a:bodyPr/>
        <a:lstStyle/>
        <a:p>
          <a:endParaRPr lang="en-US">
            <a:latin typeface="Barlow" pitchFamily="2" charset="77"/>
          </a:endParaRPr>
        </a:p>
      </dgm:t>
    </dgm:pt>
    <dgm:pt modelId="{25424CB5-7529-43FF-A2B1-C92B11D94EA6}">
      <dgm:prSet phldrT="[Text]"/>
      <dgm:spPr/>
      <dgm:t>
        <a:bodyPr/>
        <a:lstStyle/>
        <a:p>
          <a:r>
            <a:rPr lang="en-US">
              <a:latin typeface="Barlow" pitchFamily="2" charset="77"/>
            </a:rPr>
            <a:t>Kickoff</a:t>
          </a:r>
        </a:p>
      </dgm:t>
    </dgm:pt>
    <dgm:pt modelId="{EBF541A4-AD4E-4BEF-92BB-A3EFADE5ED62}" type="parTrans" cxnId="{2931CE52-3C48-4BE4-BE49-CE660D6D6BC7}">
      <dgm:prSet/>
      <dgm:spPr/>
      <dgm:t>
        <a:bodyPr/>
        <a:lstStyle/>
        <a:p>
          <a:endParaRPr lang="en-US">
            <a:latin typeface="Barlow" pitchFamily="2" charset="77"/>
          </a:endParaRPr>
        </a:p>
      </dgm:t>
    </dgm:pt>
    <dgm:pt modelId="{F3BA43AD-5FB0-494C-8496-1888C2D234C9}" type="sibTrans" cxnId="{2931CE52-3C48-4BE4-BE49-CE660D6D6BC7}">
      <dgm:prSet/>
      <dgm:spPr/>
      <dgm:t>
        <a:bodyPr/>
        <a:lstStyle/>
        <a:p>
          <a:endParaRPr lang="en-US">
            <a:latin typeface="Barlow" pitchFamily="2" charset="77"/>
          </a:endParaRPr>
        </a:p>
      </dgm:t>
    </dgm:pt>
    <dgm:pt modelId="{92A026E5-AFAB-4717-9CC1-36A2DC5B31C2}">
      <dgm:prSet phldrT="[Text]"/>
      <dgm:spPr/>
      <dgm:t>
        <a:bodyPr/>
        <a:lstStyle/>
        <a:p>
          <a:r>
            <a:rPr lang="en-US">
              <a:latin typeface="Barlow" pitchFamily="2" charset="77"/>
            </a:rPr>
            <a:t>Team Alignment</a:t>
          </a:r>
        </a:p>
      </dgm:t>
    </dgm:pt>
    <dgm:pt modelId="{B1B81B5F-9FC7-420F-9C58-2B484EF63C2D}" type="parTrans" cxnId="{ADB1A76B-C887-47F5-A114-5E21AB39E52B}">
      <dgm:prSet/>
      <dgm:spPr/>
      <dgm:t>
        <a:bodyPr/>
        <a:lstStyle/>
        <a:p>
          <a:endParaRPr lang="en-US">
            <a:latin typeface="Barlow" pitchFamily="2" charset="77"/>
          </a:endParaRPr>
        </a:p>
      </dgm:t>
    </dgm:pt>
    <dgm:pt modelId="{998E5518-F36F-4620-913C-EB91A200C6B5}" type="sibTrans" cxnId="{ADB1A76B-C887-47F5-A114-5E21AB39E52B}">
      <dgm:prSet/>
      <dgm:spPr/>
      <dgm:t>
        <a:bodyPr/>
        <a:lstStyle/>
        <a:p>
          <a:endParaRPr lang="en-US">
            <a:latin typeface="Barlow" pitchFamily="2" charset="77"/>
          </a:endParaRPr>
        </a:p>
      </dgm:t>
    </dgm:pt>
    <dgm:pt modelId="{81E2E788-33CD-411E-9106-423B62D7C732}">
      <dgm:prSet phldrT="[Text]"/>
      <dgm:spPr/>
      <dgm:t>
        <a:bodyPr rtlCol="0" anchor="ctr"/>
        <a:lstStyle/>
        <a:p>
          <a:pPr marL="0" defTabSz="914377" rtl="0" eaLnBrk="1" latinLnBrk="0" hangingPunct="1">
            <a:defRPr/>
          </a:pPr>
          <a:r>
            <a:rPr lang="en-US" b="0" kern="1200">
              <a:latin typeface="Barlow" pitchFamily="2" charset="77"/>
              <a:ea typeface="+mn-ea"/>
              <a:cs typeface="+mn-cs"/>
            </a:rPr>
            <a:t>Plan</a:t>
          </a:r>
        </a:p>
      </dgm:t>
    </dgm:pt>
    <dgm:pt modelId="{F8672D2C-D93B-4B27-AC17-83BAAA6E89E2}" type="parTrans" cxnId="{86ADFDD6-84CB-488E-A6C9-1826FB5FC6A2}">
      <dgm:prSet/>
      <dgm:spPr/>
      <dgm:t>
        <a:bodyPr/>
        <a:lstStyle/>
        <a:p>
          <a:endParaRPr lang="en-US">
            <a:latin typeface="Barlow" pitchFamily="2" charset="77"/>
          </a:endParaRPr>
        </a:p>
      </dgm:t>
    </dgm:pt>
    <dgm:pt modelId="{4960469D-5865-4D61-8CD9-4A603B2C97EE}" type="sibTrans" cxnId="{86ADFDD6-84CB-488E-A6C9-1826FB5FC6A2}">
      <dgm:prSet/>
      <dgm:spPr/>
      <dgm:t>
        <a:bodyPr/>
        <a:lstStyle/>
        <a:p>
          <a:endParaRPr lang="en-US">
            <a:latin typeface="Barlow" pitchFamily="2" charset="77"/>
          </a:endParaRPr>
        </a:p>
      </dgm:t>
    </dgm:pt>
    <dgm:pt modelId="{2F66AA93-8231-48B2-9966-A1BCB0185276}">
      <dgm:prSet phldrT="[Text]"/>
      <dgm:spPr/>
      <dgm:t>
        <a:bodyPr/>
        <a:lstStyle/>
        <a:p>
          <a:r>
            <a:rPr lang="en-US">
              <a:latin typeface="Barlow" pitchFamily="2" charset="77"/>
            </a:rPr>
            <a:t>Demonstration &amp; Elicitation Workshops </a:t>
          </a:r>
        </a:p>
      </dgm:t>
    </dgm:pt>
    <dgm:pt modelId="{B5A9A170-5324-4D8A-95D6-608D5A884879}" type="parTrans" cxnId="{F50E6002-B730-44A0-B088-8A7518C6D492}">
      <dgm:prSet/>
      <dgm:spPr/>
      <dgm:t>
        <a:bodyPr/>
        <a:lstStyle/>
        <a:p>
          <a:endParaRPr lang="en-US">
            <a:latin typeface="Barlow" pitchFamily="2" charset="77"/>
          </a:endParaRPr>
        </a:p>
      </dgm:t>
    </dgm:pt>
    <dgm:pt modelId="{D2F75D2A-799E-48F1-A3CD-5EB64DFE2473}" type="sibTrans" cxnId="{F50E6002-B730-44A0-B088-8A7518C6D492}">
      <dgm:prSet/>
      <dgm:spPr/>
      <dgm:t>
        <a:bodyPr/>
        <a:lstStyle/>
        <a:p>
          <a:endParaRPr lang="en-US">
            <a:latin typeface="Barlow" pitchFamily="2" charset="77"/>
          </a:endParaRPr>
        </a:p>
      </dgm:t>
    </dgm:pt>
    <dgm:pt modelId="{F33C2425-3458-4723-BF41-7F216A2905CE}">
      <dgm:prSet phldrT="[Text]"/>
      <dgm:spPr/>
      <dgm:t>
        <a:bodyPr/>
        <a:lstStyle/>
        <a:p>
          <a:r>
            <a:rPr lang="en-US">
              <a:latin typeface="Barlow" pitchFamily="2" charset="77"/>
            </a:rPr>
            <a:t>Document requirements/stories</a:t>
          </a:r>
        </a:p>
      </dgm:t>
    </dgm:pt>
    <dgm:pt modelId="{3790DC1C-6E00-4738-8FD9-45AD6D5BCAC6}" type="parTrans" cxnId="{5DDBD041-04F1-4C73-AFE9-3AE09C2BFE37}">
      <dgm:prSet/>
      <dgm:spPr/>
      <dgm:t>
        <a:bodyPr/>
        <a:lstStyle/>
        <a:p>
          <a:endParaRPr lang="en-US">
            <a:latin typeface="Barlow" pitchFamily="2" charset="77"/>
          </a:endParaRPr>
        </a:p>
      </dgm:t>
    </dgm:pt>
    <dgm:pt modelId="{14DEFC44-4DD3-410D-A053-909AE1F56A43}" type="sibTrans" cxnId="{5DDBD041-04F1-4C73-AFE9-3AE09C2BFE37}">
      <dgm:prSet/>
      <dgm:spPr/>
      <dgm:t>
        <a:bodyPr/>
        <a:lstStyle/>
        <a:p>
          <a:endParaRPr lang="en-US">
            <a:latin typeface="Barlow" pitchFamily="2" charset="77"/>
          </a:endParaRPr>
        </a:p>
      </dgm:t>
    </dgm:pt>
    <dgm:pt modelId="{108BDDD7-D2DE-449E-A9D1-44A54643C6C5}">
      <dgm:prSet phldrT="[Text]"/>
      <dgm:spPr/>
      <dgm:t>
        <a:bodyPr rtlCol="0" anchor="ctr"/>
        <a:lstStyle/>
        <a:p>
          <a:pPr marL="0" defTabSz="914377" rtl="0" eaLnBrk="1" latinLnBrk="0" hangingPunct="1">
            <a:defRPr/>
          </a:pPr>
          <a:r>
            <a:rPr lang="en-US" b="0" kern="1200">
              <a:latin typeface="Barlow" pitchFamily="2" charset="77"/>
              <a:ea typeface="+mn-ea"/>
              <a:cs typeface="+mn-cs"/>
            </a:rPr>
            <a:t>Execute</a:t>
          </a:r>
        </a:p>
      </dgm:t>
    </dgm:pt>
    <dgm:pt modelId="{8E59E859-EBA7-4F65-A7EC-EF188FC8386A}" type="parTrans" cxnId="{7B17FACF-EC0C-4FA9-B02F-849352399810}">
      <dgm:prSet/>
      <dgm:spPr/>
      <dgm:t>
        <a:bodyPr/>
        <a:lstStyle/>
        <a:p>
          <a:endParaRPr lang="en-US">
            <a:latin typeface="Barlow" pitchFamily="2" charset="77"/>
          </a:endParaRPr>
        </a:p>
      </dgm:t>
    </dgm:pt>
    <dgm:pt modelId="{57114CB2-47B5-417F-A533-9F38686D10BE}" type="sibTrans" cxnId="{7B17FACF-EC0C-4FA9-B02F-849352399810}">
      <dgm:prSet/>
      <dgm:spPr/>
      <dgm:t>
        <a:bodyPr/>
        <a:lstStyle/>
        <a:p>
          <a:endParaRPr lang="en-US">
            <a:latin typeface="Barlow" pitchFamily="2" charset="77"/>
          </a:endParaRPr>
        </a:p>
      </dgm:t>
    </dgm:pt>
    <dgm:pt modelId="{E6A1C38D-230C-4E22-82D3-F0DF9DC31E27}">
      <dgm:prSet phldrT="[Text]"/>
      <dgm:spPr/>
      <dgm:t>
        <a:bodyPr/>
        <a:lstStyle/>
        <a:p>
          <a:r>
            <a:rPr lang="en-US">
              <a:latin typeface="Barlow" pitchFamily="2" charset="77"/>
            </a:rPr>
            <a:t>Deliver Development Sprints (SNOW, Integrations, Data, etc.)</a:t>
          </a:r>
        </a:p>
      </dgm:t>
    </dgm:pt>
    <dgm:pt modelId="{2AFF0E51-F688-4492-9124-9482DBD4A73D}" type="parTrans" cxnId="{2A9A40FD-C49C-44DB-93FF-AE8208B48D51}">
      <dgm:prSet/>
      <dgm:spPr/>
      <dgm:t>
        <a:bodyPr/>
        <a:lstStyle/>
        <a:p>
          <a:endParaRPr lang="en-US">
            <a:latin typeface="Barlow" pitchFamily="2" charset="77"/>
          </a:endParaRPr>
        </a:p>
      </dgm:t>
    </dgm:pt>
    <dgm:pt modelId="{4591E50A-1380-487F-9296-3870F680B688}" type="sibTrans" cxnId="{2A9A40FD-C49C-44DB-93FF-AE8208B48D51}">
      <dgm:prSet/>
      <dgm:spPr/>
      <dgm:t>
        <a:bodyPr/>
        <a:lstStyle/>
        <a:p>
          <a:endParaRPr lang="en-US">
            <a:latin typeface="Barlow" pitchFamily="2" charset="77"/>
          </a:endParaRPr>
        </a:p>
      </dgm:t>
    </dgm:pt>
    <dgm:pt modelId="{6D2629F9-AA72-4986-9FDD-11822E67EB0C}">
      <dgm:prSet phldrT="[Text]"/>
      <dgm:spPr/>
      <dgm:t>
        <a:bodyPr/>
        <a:lstStyle/>
        <a:p>
          <a:r>
            <a:rPr lang="en-US">
              <a:latin typeface="Barlow" pitchFamily="2" charset="77"/>
            </a:rPr>
            <a:t>Demos</a:t>
          </a:r>
        </a:p>
      </dgm:t>
    </dgm:pt>
    <dgm:pt modelId="{A7C6918F-4FF0-4075-9ABB-4C4B893533D5}" type="parTrans" cxnId="{BBD7C447-C4D3-46FD-9768-07079487D1F7}">
      <dgm:prSet/>
      <dgm:spPr/>
      <dgm:t>
        <a:bodyPr/>
        <a:lstStyle/>
        <a:p>
          <a:endParaRPr lang="en-US">
            <a:latin typeface="Barlow" pitchFamily="2" charset="77"/>
          </a:endParaRPr>
        </a:p>
      </dgm:t>
    </dgm:pt>
    <dgm:pt modelId="{D53F8742-C3BA-4012-B7F0-B9927F43CBEB}" type="sibTrans" cxnId="{BBD7C447-C4D3-46FD-9768-07079487D1F7}">
      <dgm:prSet/>
      <dgm:spPr/>
      <dgm:t>
        <a:bodyPr/>
        <a:lstStyle/>
        <a:p>
          <a:endParaRPr lang="en-US">
            <a:latin typeface="Barlow" pitchFamily="2" charset="77"/>
          </a:endParaRPr>
        </a:p>
      </dgm:t>
    </dgm:pt>
    <dgm:pt modelId="{204E5096-0EED-4D90-8661-16BC0156B18F}">
      <dgm:prSet phldrT="[Text]"/>
      <dgm:spPr/>
      <dgm:t>
        <a:bodyPr rtlCol="0" anchor="ctr"/>
        <a:lstStyle/>
        <a:p>
          <a:pPr marL="0" defTabSz="914377" rtl="0" eaLnBrk="1" latinLnBrk="0" hangingPunct="1">
            <a:defRPr/>
          </a:pPr>
          <a:r>
            <a:rPr lang="en-US" b="0" kern="1200">
              <a:latin typeface="Barlow" pitchFamily="2" charset="77"/>
              <a:ea typeface="+mn-ea"/>
              <a:cs typeface="+mn-cs"/>
            </a:rPr>
            <a:t>Deliver</a:t>
          </a:r>
        </a:p>
      </dgm:t>
    </dgm:pt>
    <dgm:pt modelId="{4DD574A4-0127-4B9D-BC0B-22F083823570}" type="parTrans" cxnId="{DD4AF4EA-34B9-4647-812B-A5E954217333}">
      <dgm:prSet/>
      <dgm:spPr/>
      <dgm:t>
        <a:bodyPr/>
        <a:lstStyle/>
        <a:p>
          <a:endParaRPr lang="en-US">
            <a:latin typeface="Barlow" pitchFamily="2" charset="77"/>
          </a:endParaRPr>
        </a:p>
      </dgm:t>
    </dgm:pt>
    <dgm:pt modelId="{666F1B58-FECF-4DB5-B41B-AA69DCA4A00D}" type="sibTrans" cxnId="{DD4AF4EA-34B9-4647-812B-A5E954217333}">
      <dgm:prSet/>
      <dgm:spPr/>
      <dgm:t>
        <a:bodyPr/>
        <a:lstStyle/>
        <a:p>
          <a:endParaRPr lang="en-US">
            <a:latin typeface="Barlow" pitchFamily="2" charset="77"/>
          </a:endParaRPr>
        </a:p>
      </dgm:t>
    </dgm:pt>
    <dgm:pt modelId="{64F8B12D-BE24-47AF-874E-F1A3D6F15A73}">
      <dgm:prSet phldrT="[Text]"/>
      <dgm:spPr/>
      <dgm:t>
        <a:bodyPr rtlCol="0" anchor="ctr"/>
        <a:lstStyle/>
        <a:p>
          <a:pPr marL="0" defTabSz="914377" rtl="0" eaLnBrk="1" latinLnBrk="0" hangingPunct="1">
            <a:defRPr/>
          </a:pPr>
          <a:r>
            <a:rPr lang="en-US" b="0" kern="1200">
              <a:latin typeface="Barlow" pitchFamily="2" charset="77"/>
              <a:ea typeface="+mn-ea"/>
              <a:cs typeface="+mn-cs"/>
            </a:rPr>
            <a:t>Close</a:t>
          </a:r>
        </a:p>
      </dgm:t>
    </dgm:pt>
    <dgm:pt modelId="{BE6F7B7E-EDDE-43FD-BAF2-A9E7F0B83D80}" type="parTrans" cxnId="{070FC83A-8FAE-4DEB-B54E-94CE420BCC0A}">
      <dgm:prSet/>
      <dgm:spPr/>
      <dgm:t>
        <a:bodyPr/>
        <a:lstStyle/>
        <a:p>
          <a:endParaRPr lang="en-US">
            <a:latin typeface="Barlow" pitchFamily="2" charset="77"/>
          </a:endParaRPr>
        </a:p>
      </dgm:t>
    </dgm:pt>
    <dgm:pt modelId="{13360A6F-D3AA-484B-92CC-9661D90381B8}" type="sibTrans" cxnId="{070FC83A-8FAE-4DEB-B54E-94CE420BCC0A}">
      <dgm:prSet/>
      <dgm:spPr/>
      <dgm:t>
        <a:bodyPr/>
        <a:lstStyle/>
        <a:p>
          <a:endParaRPr lang="en-US">
            <a:latin typeface="Barlow" pitchFamily="2" charset="77"/>
          </a:endParaRPr>
        </a:p>
      </dgm:t>
    </dgm:pt>
    <dgm:pt modelId="{1EA99798-05F2-4AB8-A90C-25FC96A17AC2}">
      <dgm:prSet phldrT="[Text]"/>
      <dgm:spPr/>
      <dgm:t>
        <a:bodyPr/>
        <a:lstStyle/>
        <a:p>
          <a:r>
            <a:rPr lang="en-US">
              <a:latin typeface="Barlow" pitchFamily="2" charset="77"/>
            </a:rPr>
            <a:t>Strategies</a:t>
          </a:r>
        </a:p>
      </dgm:t>
    </dgm:pt>
    <dgm:pt modelId="{EC62C86A-22D6-4898-A088-39894ED6F989}" type="parTrans" cxnId="{5D13766E-011B-49BA-9D9E-9222442A0569}">
      <dgm:prSet/>
      <dgm:spPr/>
      <dgm:t>
        <a:bodyPr/>
        <a:lstStyle/>
        <a:p>
          <a:endParaRPr lang="en-US">
            <a:latin typeface="Barlow" pitchFamily="2" charset="77"/>
          </a:endParaRPr>
        </a:p>
      </dgm:t>
    </dgm:pt>
    <dgm:pt modelId="{ACDD3BFF-0143-403B-B767-85A6537687A5}" type="sibTrans" cxnId="{5D13766E-011B-49BA-9D9E-9222442A0569}">
      <dgm:prSet/>
      <dgm:spPr/>
      <dgm:t>
        <a:bodyPr/>
        <a:lstStyle/>
        <a:p>
          <a:endParaRPr lang="en-US">
            <a:latin typeface="Barlow" pitchFamily="2" charset="77"/>
          </a:endParaRPr>
        </a:p>
      </dgm:t>
    </dgm:pt>
    <dgm:pt modelId="{8A60AD81-891D-4336-9609-ADC87AE164D8}">
      <dgm:prSet phldrT="[Text]"/>
      <dgm:spPr/>
      <dgm:t>
        <a:bodyPr/>
        <a:lstStyle/>
        <a:p>
          <a:r>
            <a:rPr lang="en-US">
              <a:latin typeface="Barlow" pitchFamily="2" charset="77"/>
            </a:rPr>
            <a:t>Project Planning, discipline</a:t>
          </a:r>
        </a:p>
      </dgm:t>
    </dgm:pt>
    <dgm:pt modelId="{B0143D3D-BD4C-4854-A031-B8FBB0052B70}" type="parTrans" cxnId="{C7ACFD54-BE63-4A11-933C-ED6AC22A4608}">
      <dgm:prSet/>
      <dgm:spPr/>
      <dgm:t>
        <a:bodyPr/>
        <a:lstStyle/>
        <a:p>
          <a:endParaRPr lang="en-US">
            <a:latin typeface="Barlow" pitchFamily="2" charset="77"/>
          </a:endParaRPr>
        </a:p>
      </dgm:t>
    </dgm:pt>
    <dgm:pt modelId="{0C7919EE-3A6F-47B6-A953-B173AF222B81}" type="sibTrans" cxnId="{C7ACFD54-BE63-4A11-933C-ED6AC22A4608}">
      <dgm:prSet/>
      <dgm:spPr/>
      <dgm:t>
        <a:bodyPr/>
        <a:lstStyle/>
        <a:p>
          <a:endParaRPr lang="en-US">
            <a:latin typeface="Barlow" pitchFamily="2" charset="77"/>
          </a:endParaRPr>
        </a:p>
      </dgm:t>
    </dgm:pt>
    <dgm:pt modelId="{935E797C-8B84-4E2F-AE41-F5068F02EAE2}">
      <dgm:prSet phldrT="[Text]"/>
      <dgm:spPr/>
      <dgm:t>
        <a:bodyPr/>
        <a:lstStyle/>
        <a:p>
          <a:r>
            <a:rPr lang="en-US">
              <a:latin typeface="Barlow" pitchFamily="2" charset="77"/>
            </a:rPr>
            <a:t>Execute Planning (Sprints, tests, )</a:t>
          </a:r>
        </a:p>
      </dgm:t>
    </dgm:pt>
    <dgm:pt modelId="{D84BC9B1-B9E9-4002-AD0F-31FAEEBD0CF8}" type="parTrans" cxnId="{1CCB927F-474B-4817-BC13-D5616CBF7A4F}">
      <dgm:prSet/>
      <dgm:spPr/>
      <dgm:t>
        <a:bodyPr/>
        <a:lstStyle/>
        <a:p>
          <a:endParaRPr lang="en-US">
            <a:latin typeface="Barlow" pitchFamily="2" charset="77"/>
          </a:endParaRPr>
        </a:p>
      </dgm:t>
    </dgm:pt>
    <dgm:pt modelId="{240D9AAE-FB22-4A2D-B3D6-D0A0F543980B}" type="sibTrans" cxnId="{1CCB927F-474B-4817-BC13-D5616CBF7A4F}">
      <dgm:prSet/>
      <dgm:spPr/>
      <dgm:t>
        <a:bodyPr/>
        <a:lstStyle/>
        <a:p>
          <a:endParaRPr lang="en-US">
            <a:latin typeface="Barlow" pitchFamily="2" charset="77"/>
          </a:endParaRPr>
        </a:p>
      </dgm:t>
    </dgm:pt>
    <dgm:pt modelId="{C6D3B945-BBF7-433E-AF23-7986E7299FBF}">
      <dgm:prSet phldrT="[Text]"/>
      <dgm:spPr/>
      <dgm:t>
        <a:bodyPr/>
        <a:lstStyle/>
        <a:p>
          <a:r>
            <a:rPr lang="en-US">
              <a:latin typeface="Barlow" pitchFamily="2" charset="77"/>
            </a:rPr>
            <a:t>Reviews</a:t>
          </a:r>
        </a:p>
      </dgm:t>
    </dgm:pt>
    <dgm:pt modelId="{AF41EE20-F1D9-4CE6-9829-039BF5D48D2C}" type="parTrans" cxnId="{CB375538-4218-441B-A39A-09CE9649005B}">
      <dgm:prSet/>
      <dgm:spPr/>
      <dgm:t>
        <a:bodyPr/>
        <a:lstStyle/>
        <a:p>
          <a:endParaRPr lang="en-US">
            <a:latin typeface="Barlow" pitchFamily="2" charset="77"/>
          </a:endParaRPr>
        </a:p>
      </dgm:t>
    </dgm:pt>
    <dgm:pt modelId="{CE850D9F-E8C2-403B-A218-98D2DFD2FA34}" type="sibTrans" cxnId="{CB375538-4218-441B-A39A-09CE9649005B}">
      <dgm:prSet/>
      <dgm:spPr/>
      <dgm:t>
        <a:bodyPr/>
        <a:lstStyle/>
        <a:p>
          <a:endParaRPr lang="en-US">
            <a:latin typeface="Barlow" pitchFamily="2" charset="77"/>
          </a:endParaRPr>
        </a:p>
      </dgm:t>
    </dgm:pt>
    <dgm:pt modelId="{F5AA0039-9B7A-418B-B601-97D1BDFED8CD}">
      <dgm:prSet phldrT="[Text]"/>
      <dgm:spPr/>
      <dgm:t>
        <a:bodyPr/>
        <a:lstStyle/>
        <a:p>
          <a:r>
            <a:rPr lang="en-US">
              <a:latin typeface="Barlow" pitchFamily="2" charset="77"/>
            </a:rPr>
            <a:t>Delivery Planning</a:t>
          </a:r>
        </a:p>
      </dgm:t>
    </dgm:pt>
    <dgm:pt modelId="{4139345E-3B4A-4B72-9409-72BA49174704}" type="parTrans" cxnId="{0D062B4C-5A77-49D1-9F35-9AB7564B8870}">
      <dgm:prSet/>
      <dgm:spPr/>
      <dgm:t>
        <a:bodyPr/>
        <a:lstStyle/>
        <a:p>
          <a:endParaRPr lang="en-US">
            <a:latin typeface="Barlow" pitchFamily="2" charset="77"/>
          </a:endParaRPr>
        </a:p>
      </dgm:t>
    </dgm:pt>
    <dgm:pt modelId="{01547107-D017-40FF-AB04-914435BA65A4}" type="sibTrans" cxnId="{0D062B4C-5A77-49D1-9F35-9AB7564B8870}">
      <dgm:prSet/>
      <dgm:spPr/>
      <dgm:t>
        <a:bodyPr/>
        <a:lstStyle/>
        <a:p>
          <a:endParaRPr lang="en-US">
            <a:latin typeface="Barlow" pitchFamily="2" charset="77"/>
          </a:endParaRPr>
        </a:p>
      </dgm:t>
    </dgm:pt>
    <dgm:pt modelId="{1068624D-D71F-4F13-84AB-6D6FB07442EF}">
      <dgm:prSet phldrT="[Text]"/>
      <dgm:spPr/>
      <dgm:t>
        <a:bodyPr/>
        <a:lstStyle/>
        <a:p>
          <a:r>
            <a:rPr lang="en-US">
              <a:latin typeface="Barlow" pitchFamily="2" charset="77"/>
            </a:rPr>
            <a:t>Testing (Functional, SIT, UAT, data, etc.)</a:t>
          </a:r>
        </a:p>
      </dgm:t>
    </dgm:pt>
    <dgm:pt modelId="{5C1770A6-D879-4E27-8F8E-BF29F6FC91D3}" type="parTrans" cxnId="{97FB0203-A71B-4E8B-A840-3721BF9B764B}">
      <dgm:prSet/>
      <dgm:spPr/>
      <dgm:t>
        <a:bodyPr/>
        <a:lstStyle/>
        <a:p>
          <a:endParaRPr lang="en-US">
            <a:latin typeface="Barlow" pitchFamily="2" charset="77"/>
          </a:endParaRPr>
        </a:p>
      </dgm:t>
    </dgm:pt>
    <dgm:pt modelId="{A61F862A-6948-41BF-A0C9-DF0657AF9950}" type="sibTrans" cxnId="{97FB0203-A71B-4E8B-A840-3721BF9B764B}">
      <dgm:prSet/>
      <dgm:spPr/>
      <dgm:t>
        <a:bodyPr/>
        <a:lstStyle/>
        <a:p>
          <a:endParaRPr lang="en-US">
            <a:latin typeface="Barlow" pitchFamily="2" charset="77"/>
          </a:endParaRPr>
        </a:p>
      </dgm:t>
    </dgm:pt>
    <dgm:pt modelId="{A6C242C0-B0DE-4323-8815-44684D2E45CD}">
      <dgm:prSet phldrT="[Text]"/>
      <dgm:spPr/>
      <dgm:t>
        <a:bodyPr/>
        <a:lstStyle/>
        <a:p>
          <a:r>
            <a:rPr lang="en-US">
              <a:latin typeface="Barlow" pitchFamily="2" charset="77"/>
            </a:rPr>
            <a:t>Training</a:t>
          </a:r>
        </a:p>
      </dgm:t>
    </dgm:pt>
    <dgm:pt modelId="{9896BD0F-1F0D-488A-9444-23F8ADAAD61D}" type="parTrans" cxnId="{4EA59725-F133-4D42-92E7-1ACBF0E687D9}">
      <dgm:prSet/>
      <dgm:spPr/>
      <dgm:t>
        <a:bodyPr/>
        <a:lstStyle/>
        <a:p>
          <a:endParaRPr lang="en-US">
            <a:latin typeface="Barlow" pitchFamily="2" charset="77"/>
          </a:endParaRPr>
        </a:p>
      </dgm:t>
    </dgm:pt>
    <dgm:pt modelId="{E29BEC3B-F83C-4BE3-ABE2-5071A65FDC3C}" type="sibTrans" cxnId="{4EA59725-F133-4D42-92E7-1ACBF0E687D9}">
      <dgm:prSet/>
      <dgm:spPr/>
      <dgm:t>
        <a:bodyPr/>
        <a:lstStyle/>
        <a:p>
          <a:endParaRPr lang="en-US">
            <a:latin typeface="Barlow" pitchFamily="2" charset="77"/>
          </a:endParaRPr>
        </a:p>
      </dgm:t>
    </dgm:pt>
    <dgm:pt modelId="{6949692B-C334-440E-8C5B-86DB253FAE53}">
      <dgm:prSet phldrT="[Text]"/>
      <dgm:spPr/>
      <dgm:t>
        <a:bodyPr/>
        <a:lstStyle/>
        <a:p>
          <a:r>
            <a:rPr lang="en-US">
              <a:latin typeface="Barlow" pitchFamily="2" charset="77"/>
            </a:rPr>
            <a:t>Operational Readiness</a:t>
          </a:r>
        </a:p>
      </dgm:t>
    </dgm:pt>
    <dgm:pt modelId="{7D76A8C7-83AF-45BD-B4A8-49324DD9BE73}" type="parTrans" cxnId="{C483AEBD-C845-4F28-82B8-6F2BCA54AE08}">
      <dgm:prSet/>
      <dgm:spPr/>
      <dgm:t>
        <a:bodyPr/>
        <a:lstStyle/>
        <a:p>
          <a:endParaRPr lang="en-US">
            <a:latin typeface="Barlow" pitchFamily="2" charset="77"/>
          </a:endParaRPr>
        </a:p>
      </dgm:t>
    </dgm:pt>
    <dgm:pt modelId="{9451CEC6-F601-4A1C-8C9B-CBE5666D7559}" type="sibTrans" cxnId="{C483AEBD-C845-4F28-82B8-6F2BCA54AE08}">
      <dgm:prSet/>
      <dgm:spPr/>
      <dgm:t>
        <a:bodyPr/>
        <a:lstStyle/>
        <a:p>
          <a:endParaRPr lang="en-US">
            <a:latin typeface="Barlow" pitchFamily="2" charset="77"/>
          </a:endParaRPr>
        </a:p>
      </dgm:t>
    </dgm:pt>
    <dgm:pt modelId="{23C330CC-CAF9-4A1A-B7B4-6F342E123647}">
      <dgm:prSet phldrT="[Text]"/>
      <dgm:spPr/>
      <dgm:t>
        <a:bodyPr/>
        <a:lstStyle/>
        <a:p>
          <a:r>
            <a:rPr lang="en-US">
              <a:latin typeface="Barlow" pitchFamily="2" charset="77"/>
            </a:rPr>
            <a:t>Go-No Go</a:t>
          </a:r>
        </a:p>
      </dgm:t>
    </dgm:pt>
    <dgm:pt modelId="{541CC8F1-E566-4A54-8BB0-AC4D8532A6E9}" type="parTrans" cxnId="{261EE213-D2A7-444E-ABD7-57E0B1F1A012}">
      <dgm:prSet/>
      <dgm:spPr/>
      <dgm:t>
        <a:bodyPr/>
        <a:lstStyle/>
        <a:p>
          <a:endParaRPr lang="en-US">
            <a:latin typeface="Barlow" pitchFamily="2" charset="77"/>
          </a:endParaRPr>
        </a:p>
      </dgm:t>
    </dgm:pt>
    <dgm:pt modelId="{367F34BD-5F12-461A-BF79-8ABE7E44C56F}" type="sibTrans" cxnId="{261EE213-D2A7-444E-ABD7-57E0B1F1A012}">
      <dgm:prSet/>
      <dgm:spPr/>
      <dgm:t>
        <a:bodyPr/>
        <a:lstStyle/>
        <a:p>
          <a:endParaRPr lang="en-US">
            <a:latin typeface="Barlow" pitchFamily="2" charset="77"/>
          </a:endParaRPr>
        </a:p>
      </dgm:t>
    </dgm:pt>
    <dgm:pt modelId="{4CC7D5FD-9981-417E-A8E3-2604D7025EBC}">
      <dgm:prSet phldrT="[Text]"/>
      <dgm:spPr/>
      <dgm:t>
        <a:bodyPr/>
        <a:lstStyle/>
        <a:p>
          <a:r>
            <a:rPr lang="en-US">
              <a:latin typeface="Barlow" pitchFamily="2" charset="77"/>
            </a:rPr>
            <a:t>Transition to operations</a:t>
          </a:r>
        </a:p>
      </dgm:t>
    </dgm:pt>
    <dgm:pt modelId="{D96017B9-D9AD-4692-88B3-29F204CFCE6F}" type="parTrans" cxnId="{E96CE322-63C9-4FD3-A590-11E25DF582AB}">
      <dgm:prSet/>
      <dgm:spPr/>
      <dgm:t>
        <a:bodyPr/>
        <a:lstStyle/>
        <a:p>
          <a:endParaRPr lang="en-US">
            <a:latin typeface="Barlow" pitchFamily="2" charset="77"/>
          </a:endParaRPr>
        </a:p>
      </dgm:t>
    </dgm:pt>
    <dgm:pt modelId="{97EFDABE-4B26-4388-83CD-01D9CF1C8F25}" type="sibTrans" cxnId="{E96CE322-63C9-4FD3-A590-11E25DF582AB}">
      <dgm:prSet/>
      <dgm:spPr/>
      <dgm:t>
        <a:bodyPr/>
        <a:lstStyle/>
        <a:p>
          <a:endParaRPr lang="en-US">
            <a:latin typeface="Barlow" pitchFamily="2" charset="77"/>
          </a:endParaRPr>
        </a:p>
      </dgm:t>
    </dgm:pt>
    <dgm:pt modelId="{5BC92007-0D87-4224-891F-520AAE37B829}">
      <dgm:prSet phldrT="[Text]"/>
      <dgm:spPr/>
      <dgm:t>
        <a:bodyPr/>
        <a:lstStyle/>
        <a:p>
          <a:r>
            <a:rPr lang="en-US">
              <a:latin typeface="Barlow" pitchFamily="2" charset="77"/>
            </a:rPr>
            <a:t>Hypercare</a:t>
          </a:r>
        </a:p>
      </dgm:t>
    </dgm:pt>
    <dgm:pt modelId="{F2D67A03-C41F-4894-8B62-A5163F6E6FE1}" type="parTrans" cxnId="{0655E3D9-0797-42E5-9372-BAD38E1E5363}">
      <dgm:prSet/>
      <dgm:spPr/>
      <dgm:t>
        <a:bodyPr/>
        <a:lstStyle/>
        <a:p>
          <a:endParaRPr lang="en-US">
            <a:latin typeface="Barlow" pitchFamily="2" charset="77"/>
          </a:endParaRPr>
        </a:p>
      </dgm:t>
    </dgm:pt>
    <dgm:pt modelId="{09F6ABE9-9003-47D7-9C72-5F4848E1857A}" type="sibTrans" cxnId="{0655E3D9-0797-42E5-9372-BAD38E1E5363}">
      <dgm:prSet/>
      <dgm:spPr/>
      <dgm:t>
        <a:bodyPr/>
        <a:lstStyle/>
        <a:p>
          <a:endParaRPr lang="en-US">
            <a:latin typeface="Barlow" pitchFamily="2" charset="77"/>
          </a:endParaRPr>
        </a:p>
      </dgm:t>
    </dgm:pt>
    <dgm:pt modelId="{9865FE12-03B6-42FB-8ED3-9F619E8B8251}">
      <dgm:prSet phldrT="[Text]"/>
      <dgm:spPr/>
      <dgm:t>
        <a:bodyPr/>
        <a:lstStyle/>
        <a:p>
          <a:r>
            <a:rPr lang="en-US">
              <a:latin typeface="Barlow" pitchFamily="2" charset="77"/>
            </a:rPr>
            <a:t>Safe Landing</a:t>
          </a:r>
        </a:p>
      </dgm:t>
    </dgm:pt>
    <dgm:pt modelId="{C470468E-BF97-4C23-9D4D-D9E9AD3F9042}" type="parTrans" cxnId="{E1EDBD6D-5C77-41EC-AFB9-BE758114DFBC}">
      <dgm:prSet/>
      <dgm:spPr/>
      <dgm:t>
        <a:bodyPr/>
        <a:lstStyle/>
        <a:p>
          <a:endParaRPr lang="en-US">
            <a:latin typeface="Barlow" pitchFamily="2" charset="77"/>
          </a:endParaRPr>
        </a:p>
      </dgm:t>
    </dgm:pt>
    <dgm:pt modelId="{BD602521-CE24-4543-905A-E7AD861B994D}" type="sibTrans" cxnId="{E1EDBD6D-5C77-41EC-AFB9-BE758114DFBC}">
      <dgm:prSet/>
      <dgm:spPr/>
      <dgm:t>
        <a:bodyPr/>
        <a:lstStyle/>
        <a:p>
          <a:endParaRPr lang="en-US">
            <a:latin typeface="Barlow" pitchFamily="2" charset="77"/>
          </a:endParaRPr>
        </a:p>
      </dgm:t>
    </dgm:pt>
    <dgm:pt modelId="{48D78C79-F303-473D-9724-3D6C903BDEB2}">
      <dgm:prSet phldrT="[Text]"/>
      <dgm:spPr/>
      <dgm:t>
        <a:bodyPr/>
        <a:lstStyle/>
        <a:p>
          <a:r>
            <a:rPr lang="en-US">
              <a:latin typeface="Barlow" pitchFamily="2" charset="77"/>
            </a:rPr>
            <a:t>Great Launch</a:t>
          </a:r>
        </a:p>
      </dgm:t>
    </dgm:pt>
    <dgm:pt modelId="{D7D0F6AB-3B4E-4DEB-8D79-B024B1D6896C}" type="parTrans" cxnId="{20D89DC7-C9F0-41E5-8E0E-D3BB60247AE7}">
      <dgm:prSet/>
      <dgm:spPr/>
      <dgm:t>
        <a:bodyPr/>
        <a:lstStyle/>
        <a:p>
          <a:endParaRPr lang="en-US">
            <a:latin typeface="Barlow" pitchFamily="2" charset="77"/>
          </a:endParaRPr>
        </a:p>
      </dgm:t>
    </dgm:pt>
    <dgm:pt modelId="{14BFE18E-5350-4C45-AC74-D05A3934445F}" type="sibTrans" cxnId="{20D89DC7-C9F0-41E5-8E0E-D3BB60247AE7}">
      <dgm:prSet/>
      <dgm:spPr/>
      <dgm:t>
        <a:bodyPr/>
        <a:lstStyle/>
        <a:p>
          <a:endParaRPr lang="en-US">
            <a:latin typeface="Barlow" pitchFamily="2" charset="77"/>
          </a:endParaRPr>
        </a:p>
      </dgm:t>
    </dgm:pt>
    <dgm:pt modelId="{2EB507A5-1875-4D36-A5B5-2B8593067148}">
      <dgm:prSet phldrT="[Text]"/>
      <dgm:spPr/>
      <dgm:t>
        <a:bodyPr/>
        <a:lstStyle/>
        <a:p>
          <a:r>
            <a:rPr lang="en-US">
              <a:latin typeface="Barlow" pitchFamily="2" charset="77"/>
            </a:rPr>
            <a:t>Project Close</a:t>
          </a:r>
        </a:p>
      </dgm:t>
    </dgm:pt>
    <dgm:pt modelId="{D47E1C68-C2B9-4939-B80E-AB095C681B1F}" type="parTrans" cxnId="{B67F4454-F08D-4D0D-BB96-51B079A762E5}">
      <dgm:prSet/>
      <dgm:spPr/>
      <dgm:t>
        <a:bodyPr/>
        <a:lstStyle/>
        <a:p>
          <a:endParaRPr lang="en-US">
            <a:latin typeface="Barlow" pitchFamily="2" charset="77"/>
          </a:endParaRPr>
        </a:p>
      </dgm:t>
    </dgm:pt>
    <dgm:pt modelId="{F65323F3-E069-4EA2-A8BE-F101F86A8788}" type="sibTrans" cxnId="{B67F4454-F08D-4D0D-BB96-51B079A762E5}">
      <dgm:prSet/>
      <dgm:spPr/>
      <dgm:t>
        <a:bodyPr/>
        <a:lstStyle/>
        <a:p>
          <a:endParaRPr lang="en-US">
            <a:latin typeface="Barlow" pitchFamily="2" charset="77"/>
          </a:endParaRPr>
        </a:p>
      </dgm:t>
    </dgm:pt>
    <dgm:pt modelId="{AEB62AA7-F592-46BF-92F6-A76E0D2DC460}">
      <dgm:prSet phldrT="[Text]"/>
      <dgm:spPr/>
      <dgm:t>
        <a:bodyPr/>
        <a:lstStyle/>
        <a:p>
          <a:r>
            <a:rPr lang="en-US">
              <a:latin typeface="Barlow" pitchFamily="2" charset="77"/>
            </a:rPr>
            <a:t>Production Release</a:t>
          </a:r>
        </a:p>
      </dgm:t>
    </dgm:pt>
    <dgm:pt modelId="{26FFD2E9-75B9-40BB-BBA2-2F5B0F2CCA61}" type="parTrans" cxnId="{36AB2A2A-1FBE-4EA4-B8B1-1753049236C1}">
      <dgm:prSet/>
      <dgm:spPr/>
      <dgm:t>
        <a:bodyPr/>
        <a:lstStyle/>
        <a:p>
          <a:endParaRPr lang="en-US"/>
        </a:p>
      </dgm:t>
    </dgm:pt>
    <dgm:pt modelId="{99ADC583-09EC-4751-95BE-D6BE84AF74E6}" type="sibTrans" cxnId="{36AB2A2A-1FBE-4EA4-B8B1-1753049236C1}">
      <dgm:prSet/>
      <dgm:spPr/>
      <dgm:t>
        <a:bodyPr/>
        <a:lstStyle/>
        <a:p>
          <a:endParaRPr lang="en-US"/>
        </a:p>
      </dgm:t>
    </dgm:pt>
    <dgm:pt modelId="{3CD0CAD3-4E88-E44E-BE41-61C271CFCA5A}" type="pres">
      <dgm:prSet presAssocID="{4A6178B8-D4C9-4A92-9F48-C38D11326303}" presName="linear" presStyleCnt="0">
        <dgm:presLayoutVars>
          <dgm:animLvl val="lvl"/>
          <dgm:resizeHandles val="exact"/>
        </dgm:presLayoutVars>
      </dgm:prSet>
      <dgm:spPr/>
    </dgm:pt>
    <dgm:pt modelId="{D850ECC7-D64F-AA49-B337-6C8524ECA699}" type="pres">
      <dgm:prSet presAssocID="{5FAA7860-33B4-4077-ACBB-3A77BA1B7D1A}" presName="parentText" presStyleLbl="node1" presStyleIdx="0" presStyleCnt="5" custLinFactNeighborX="-6843" custLinFactNeighborY="14">
        <dgm:presLayoutVars>
          <dgm:chMax val="0"/>
          <dgm:bulletEnabled val="1"/>
        </dgm:presLayoutVars>
      </dgm:prSet>
      <dgm:spPr/>
    </dgm:pt>
    <dgm:pt modelId="{20340385-9136-494A-8F28-FC7C89ECC9BC}" type="pres">
      <dgm:prSet presAssocID="{5FAA7860-33B4-4077-ACBB-3A77BA1B7D1A}" presName="childText" presStyleLbl="revTx" presStyleIdx="0" presStyleCnt="5">
        <dgm:presLayoutVars>
          <dgm:bulletEnabled val="1"/>
        </dgm:presLayoutVars>
      </dgm:prSet>
      <dgm:spPr/>
    </dgm:pt>
    <dgm:pt modelId="{AF1E5E03-BAD4-6547-89AA-A366D19D59BF}" type="pres">
      <dgm:prSet presAssocID="{81E2E788-33CD-411E-9106-423B62D7C732}" presName="parentText" presStyleLbl="node1" presStyleIdx="1" presStyleCnt="5">
        <dgm:presLayoutVars>
          <dgm:chMax val="0"/>
          <dgm:bulletEnabled val="1"/>
        </dgm:presLayoutVars>
      </dgm:prSet>
      <dgm:spPr/>
    </dgm:pt>
    <dgm:pt modelId="{268B157C-277C-F440-B40A-E433199FF05A}" type="pres">
      <dgm:prSet presAssocID="{81E2E788-33CD-411E-9106-423B62D7C732}" presName="childText" presStyleLbl="revTx" presStyleIdx="1" presStyleCnt="5">
        <dgm:presLayoutVars>
          <dgm:bulletEnabled val="1"/>
        </dgm:presLayoutVars>
      </dgm:prSet>
      <dgm:spPr/>
    </dgm:pt>
    <dgm:pt modelId="{847CCCDA-20D4-4D40-A0CC-0E68633035FE}" type="pres">
      <dgm:prSet presAssocID="{108BDDD7-D2DE-449E-A9D1-44A54643C6C5}" presName="parentText" presStyleLbl="node1" presStyleIdx="2" presStyleCnt="5">
        <dgm:presLayoutVars>
          <dgm:chMax val="0"/>
          <dgm:bulletEnabled val="1"/>
        </dgm:presLayoutVars>
      </dgm:prSet>
      <dgm:spPr/>
    </dgm:pt>
    <dgm:pt modelId="{A1A30B10-E076-4E49-A6F2-3E58CCF86BFB}" type="pres">
      <dgm:prSet presAssocID="{108BDDD7-D2DE-449E-A9D1-44A54643C6C5}" presName="childText" presStyleLbl="revTx" presStyleIdx="2" presStyleCnt="5">
        <dgm:presLayoutVars>
          <dgm:bulletEnabled val="1"/>
        </dgm:presLayoutVars>
      </dgm:prSet>
      <dgm:spPr/>
    </dgm:pt>
    <dgm:pt modelId="{616CCD88-AC4C-554A-BA65-4E4A2D7D48FD}" type="pres">
      <dgm:prSet presAssocID="{204E5096-0EED-4D90-8661-16BC0156B18F}" presName="parentText" presStyleLbl="node1" presStyleIdx="3" presStyleCnt="5">
        <dgm:presLayoutVars>
          <dgm:chMax val="0"/>
          <dgm:bulletEnabled val="1"/>
        </dgm:presLayoutVars>
      </dgm:prSet>
      <dgm:spPr/>
    </dgm:pt>
    <dgm:pt modelId="{FB7E088C-2934-6C48-8B7C-ED9912690ABE}" type="pres">
      <dgm:prSet presAssocID="{204E5096-0EED-4D90-8661-16BC0156B18F}" presName="childText" presStyleLbl="revTx" presStyleIdx="3" presStyleCnt="5">
        <dgm:presLayoutVars>
          <dgm:bulletEnabled val="1"/>
        </dgm:presLayoutVars>
      </dgm:prSet>
      <dgm:spPr/>
    </dgm:pt>
    <dgm:pt modelId="{C07009FA-62F1-5C4D-9C5D-08264252EDD4}" type="pres">
      <dgm:prSet presAssocID="{64F8B12D-BE24-47AF-874E-F1A3D6F15A73}" presName="parentText" presStyleLbl="node1" presStyleIdx="4" presStyleCnt="5">
        <dgm:presLayoutVars>
          <dgm:chMax val="0"/>
          <dgm:bulletEnabled val="1"/>
        </dgm:presLayoutVars>
      </dgm:prSet>
      <dgm:spPr/>
    </dgm:pt>
    <dgm:pt modelId="{84C8FC2C-1461-C94B-A8B6-C016E0345D85}" type="pres">
      <dgm:prSet presAssocID="{64F8B12D-BE24-47AF-874E-F1A3D6F15A73}" presName="childText" presStyleLbl="revTx" presStyleIdx="4" presStyleCnt="5">
        <dgm:presLayoutVars>
          <dgm:bulletEnabled val="1"/>
        </dgm:presLayoutVars>
      </dgm:prSet>
      <dgm:spPr/>
    </dgm:pt>
  </dgm:ptLst>
  <dgm:cxnLst>
    <dgm:cxn modelId="{F50E6002-B730-44A0-B088-8A7518C6D492}" srcId="{81E2E788-33CD-411E-9106-423B62D7C732}" destId="{2F66AA93-8231-48B2-9966-A1BCB0185276}" srcOrd="0" destOrd="0" parTransId="{B5A9A170-5324-4D8A-95D6-608D5A884879}" sibTransId="{D2F75D2A-799E-48F1-A3CD-5EB64DFE2473}"/>
    <dgm:cxn modelId="{97FB0203-A71B-4E8B-A840-3721BF9B764B}" srcId="{204E5096-0EED-4D90-8661-16BC0156B18F}" destId="{1068624D-D71F-4F13-84AB-6D6FB07442EF}" srcOrd="0" destOrd="0" parTransId="{5C1770A6-D879-4E27-8F8E-BF29F6FC91D3}" sibTransId="{A61F862A-6948-41BF-A0C9-DF0657AF9950}"/>
    <dgm:cxn modelId="{81524F03-C148-F14C-9254-3D29514D6B77}" type="presOf" srcId="{6949692B-C334-440E-8C5B-86DB253FAE53}" destId="{FB7E088C-2934-6C48-8B7C-ED9912690ABE}" srcOrd="0" destOrd="2" presId="urn:microsoft.com/office/officeart/2005/8/layout/vList2"/>
    <dgm:cxn modelId="{261EE213-D2A7-444E-ABD7-57E0B1F1A012}" srcId="{204E5096-0EED-4D90-8661-16BC0156B18F}" destId="{23C330CC-CAF9-4A1A-B7B4-6F342E123647}" srcOrd="3" destOrd="0" parTransId="{541CC8F1-E566-4A54-8BB0-AC4D8532A6E9}" sibTransId="{367F34BD-5F12-461A-BF79-8ABE7E44C56F}"/>
    <dgm:cxn modelId="{B8E9C316-75AE-054A-ADE8-E661ED6D40AC}" type="presOf" srcId="{204E5096-0EED-4D90-8661-16BC0156B18F}" destId="{616CCD88-AC4C-554A-BA65-4E4A2D7D48FD}" srcOrd="0" destOrd="0" presId="urn:microsoft.com/office/officeart/2005/8/layout/vList2"/>
    <dgm:cxn modelId="{13233D17-E17E-9145-A3BF-7904BE583CAF}" type="presOf" srcId="{8A60AD81-891D-4336-9609-ADC87AE164D8}" destId="{20340385-9136-494A-8F28-FC7C89ECC9BC}" srcOrd="0" destOrd="4" presId="urn:microsoft.com/office/officeart/2005/8/layout/vList2"/>
    <dgm:cxn modelId="{697AF51B-4ABB-4D4D-B229-D4639507DDF4}" type="presOf" srcId="{23C330CC-CAF9-4A1A-B7B4-6F342E123647}" destId="{FB7E088C-2934-6C48-8B7C-ED9912690ABE}" srcOrd="0" destOrd="3" presId="urn:microsoft.com/office/officeart/2005/8/layout/vList2"/>
    <dgm:cxn modelId="{E96CE322-63C9-4FD3-A590-11E25DF582AB}" srcId="{64F8B12D-BE24-47AF-874E-F1A3D6F15A73}" destId="{4CC7D5FD-9981-417E-A8E3-2604D7025EBC}" srcOrd="0" destOrd="0" parTransId="{D96017B9-D9AD-4692-88B3-29F204CFCE6F}" sibTransId="{97EFDABE-4B26-4388-83CD-01D9CF1C8F25}"/>
    <dgm:cxn modelId="{4EA59725-F133-4D42-92E7-1ACBF0E687D9}" srcId="{204E5096-0EED-4D90-8661-16BC0156B18F}" destId="{A6C242C0-B0DE-4323-8815-44684D2E45CD}" srcOrd="1" destOrd="0" parTransId="{9896BD0F-1F0D-488A-9444-23F8ADAAD61D}" sibTransId="{E29BEC3B-F83C-4BE3-ABE2-5071A65FDC3C}"/>
    <dgm:cxn modelId="{36AB2A2A-1FBE-4EA4-B8B1-1753049236C1}" srcId="{204E5096-0EED-4D90-8661-16BC0156B18F}" destId="{AEB62AA7-F592-46BF-92F6-A76E0D2DC460}" srcOrd="4" destOrd="0" parTransId="{26FFD2E9-75B9-40BB-BBA2-2F5B0F2CCA61}" sibTransId="{99ADC583-09EC-4751-95BE-D6BE84AF74E6}"/>
    <dgm:cxn modelId="{CB375538-4218-441B-A39A-09CE9649005B}" srcId="{108BDDD7-D2DE-449E-A9D1-44A54643C6C5}" destId="{C6D3B945-BBF7-433E-AF23-7986E7299FBF}" srcOrd="2" destOrd="0" parTransId="{AF41EE20-F1D9-4CE6-9829-039BF5D48D2C}" sibTransId="{CE850D9F-E8C2-403B-A218-98D2DFD2FA34}"/>
    <dgm:cxn modelId="{070FC83A-8FAE-4DEB-B54E-94CE420BCC0A}" srcId="{4A6178B8-D4C9-4A92-9F48-C38D11326303}" destId="{64F8B12D-BE24-47AF-874E-F1A3D6F15A73}" srcOrd="4" destOrd="0" parTransId="{BE6F7B7E-EDDE-43FD-BAF2-A9E7F0B83D80}" sibTransId="{13360A6F-D3AA-484B-92CC-9661D90381B8}"/>
    <dgm:cxn modelId="{27C8495F-6B80-8E43-8629-43A7DF7B0341}" type="presOf" srcId="{1068624D-D71F-4F13-84AB-6D6FB07442EF}" destId="{FB7E088C-2934-6C48-8B7C-ED9912690ABE}" srcOrd="0" destOrd="0" presId="urn:microsoft.com/office/officeart/2005/8/layout/vList2"/>
    <dgm:cxn modelId="{5DDBD041-04F1-4C73-AFE9-3AE09C2BFE37}" srcId="{81E2E788-33CD-411E-9106-423B62D7C732}" destId="{F33C2425-3458-4723-BF41-7F216A2905CE}" srcOrd="1" destOrd="0" parTransId="{3790DC1C-6E00-4738-8FD9-45AD6D5BCAC6}" sibTransId="{14DEFC44-4DD3-410D-A053-909AE1F56A43}"/>
    <dgm:cxn modelId="{1722F562-FEC4-1847-BC11-508618521599}" type="presOf" srcId="{F33C2425-3458-4723-BF41-7F216A2905CE}" destId="{268B157C-277C-F440-B40A-E433199FF05A}" srcOrd="0" destOrd="1" presId="urn:microsoft.com/office/officeart/2005/8/layout/vList2"/>
    <dgm:cxn modelId="{76169B47-0EE0-F44E-B654-E5EB93DD6148}" type="presOf" srcId="{C6D3B945-BBF7-433E-AF23-7986E7299FBF}" destId="{A1A30B10-E076-4E49-A6F2-3E58CCF86BFB}" srcOrd="0" destOrd="2" presId="urn:microsoft.com/office/officeart/2005/8/layout/vList2"/>
    <dgm:cxn modelId="{BBD7C447-C4D3-46FD-9768-07079487D1F7}" srcId="{108BDDD7-D2DE-449E-A9D1-44A54643C6C5}" destId="{6D2629F9-AA72-4986-9FDD-11822E67EB0C}" srcOrd="1" destOrd="0" parTransId="{A7C6918F-4FF0-4075-9ABB-4C4B893533D5}" sibTransId="{D53F8742-C3BA-4012-B7F0-B9927F43CBEB}"/>
    <dgm:cxn modelId="{B9E3B668-6458-8445-A8D2-9A6B164B54B8}" type="presOf" srcId="{5BC92007-0D87-4224-891F-520AAE37B829}" destId="{84C8FC2C-1461-C94B-A8B6-C016E0345D85}" srcOrd="0" destOrd="1" presId="urn:microsoft.com/office/officeart/2005/8/layout/vList2"/>
    <dgm:cxn modelId="{ADB1A76B-C887-47F5-A114-5E21AB39E52B}" srcId="{5FAA7860-33B4-4077-ACBB-3A77BA1B7D1A}" destId="{92A026E5-AFAB-4717-9CC1-36A2DC5B31C2}" srcOrd="2" destOrd="0" parTransId="{B1B81B5F-9FC7-420F-9C58-2B484EF63C2D}" sibTransId="{998E5518-F36F-4620-913C-EB91A200C6B5}"/>
    <dgm:cxn modelId="{0D062B4C-5A77-49D1-9F35-9AB7564B8870}" srcId="{108BDDD7-D2DE-449E-A9D1-44A54643C6C5}" destId="{F5AA0039-9B7A-418B-B601-97D1BDFED8CD}" srcOrd="3" destOrd="0" parTransId="{4139345E-3B4A-4B72-9409-72BA49174704}" sibTransId="{01547107-D017-40FF-AB04-914435BA65A4}"/>
    <dgm:cxn modelId="{83FDA56D-CEB6-0A4C-9E59-3EA5C4FBA396}" type="presOf" srcId="{4CC7D5FD-9981-417E-A8E3-2604D7025EBC}" destId="{84C8FC2C-1461-C94B-A8B6-C016E0345D85}" srcOrd="0" destOrd="0" presId="urn:microsoft.com/office/officeart/2005/8/layout/vList2"/>
    <dgm:cxn modelId="{E1EDBD6D-5C77-41EC-AFB9-BE758114DFBC}" srcId="{64F8B12D-BE24-47AF-874E-F1A3D6F15A73}" destId="{9865FE12-03B6-42FB-8ED3-9F619E8B8251}" srcOrd="2" destOrd="0" parTransId="{C470468E-BF97-4C23-9D4D-D9E9AD3F9042}" sibTransId="{BD602521-CE24-4543-905A-E7AD861B994D}"/>
    <dgm:cxn modelId="{5D13766E-011B-49BA-9D9E-9222442A0569}" srcId="{5FAA7860-33B4-4077-ACBB-3A77BA1B7D1A}" destId="{1EA99798-05F2-4AB8-A90C-25FC96A17AC2}" srcOrd="3" destOrd="0" parTransId="{EC62C86A-22D6-4898-A088-39894ED6F989}" sibTransId="{ACDD3BFF-0143-403B-B767-85A6537687A5}"/>
    <dgm:cxn modelId="{2931CE52-3C48-4BE4-BE49-CE660D6D6BC7}" srcId="{5FAA7860-33B4-4077-ACBB-3A77BA1B7D1A}" destId="{25424CB5-7529-43FF-A2B1-C92B11D94EA6}" srcOrd="1" destOrd="0" parTransId="{EBF541A4-AD4E-4BEF-92BB-A3EFADE5ED62}" sibTransId="{F3BA43AD-5FB0-494C-8496-1888C2D234C9}"/>
    <dgm:cxn modelId="{B67F4454-F08D-4D0D-BB96-51B079A762E5}" srcId="{64F8B12D-BE24-47AF-874E-F1A3D6F15A73}" destId="{2EB507A5-1875-4D36-A5B5-2B8593067148}" srcOrd="3" destOrd="0" parTransId="{D47E1C68-C2B9-4939-B80E-AB095C681B1F}" sibTransId="{F65323F3-E069-4EA2-A8BE-F101F86A8788}"/>
    <dgm:cxn modelId="{C7ACFD54-BE63-4A11-933C-ED6AC22A4608}" srcId="{5FAA7860-33B4-4077-ACBB-3A77BA1B7D1A}" destId="{8A60AD81-891D-4336-9609-ADC87AE164D8}" srcOrd="4" destOrd="0" parTransId="{B0143D3D-BD4C-4854-A031-B8FBB0052B70}" sibTransId="{0C7919EE-3A6F-47B6-A953-B173AF222B81}"/>
    <dgm:cxn modelId="{1CCB927F-474B-4817-BC13-D5616CBF7A4F}" srcId="{81E2E788-33CD-411E-9106-423B62D7C732}" destId="{935E797C-8B84-4E2F-AE41-F5068F02EAE2}" srcOrd="2" destOrd="0" parTransId="{D84BC9B1-B9E9-4002-AD0F-31FAEEBD0CF8}" sibTransId="{240D9AAE-FB22-4A2D-B3D6-D0A0F543980B}"/>
    <dgm:cxn modelId="{09149D80-EA22-4C1E-9CA4-5626081D5D73}" srcId="{4A6178B8-D4C9-4A92-9F48-C38D11326303}" destId="{5FAA7860-33B4-4077-ACBB-3A77BA1B7D1A}" srcOrd="0" destOrd="0" parTransId="{F1B52464-357A-4FA3-A589-331322F0916A}" sibTransId="{5AEB47A3-1D8A-4AAF-BD7E-33460463123A}"/>
    <dgm:cxn modelId="{1B4D5394-7FB1-AB4F-87D5-83461D02F985}" type="presOf" srcId="{6D2629F9-AA72-4986-9FDD-11822E67EB0C}" destId="{A1A30B10-E076-4E49-A6F2-3E58CCF86BFB}" srcOrd="0" destOrd="1" presId="urn:microsoft.com/office/officeart/2005/8/layout/vList2"/>
    <dgm:cxn modelId="{E42F729B-CEC9-294E-99D6-D8AB595CC439}" type="presOf" srcId="{81E2E788-33CD-411E-9106-423B62D7C732}" destId="{AF1E5E03-BAD4-6547-89AA-A366D19D59BF}" srcOrd="0" destOrd="0" presId="urn:microsoft.com/office/officeart/2005/8/layout/vList2"/>
    <dgm:cxn modelId="{9BB8549F-C9F3-7E4D-A0E4-F51DA1B47777}" type="presOf" srcId="{1EA99798-05F2-4AB8-A90C-25FC96A17AC2}" destId="{20340385-9136-494A-8F28-FC7C89ECC9BC}" srcOrd="0" destOrd="3" presId="urn:microsoft.com/office/officeart/2005/8/layout/vList2"/>
    <dgm:cxn modelId="{084C63A3-6BDF-5740-992B-96CE0E8C7075}" type="presOf" srcId="{A6C242C0-B0DE-4323-8815-44684D2E45CD}" destId="{FB7E088C-2934-6C48-8B7C-ED9912690ABE}" srcOrd="0" destOrd="1" presId="urn:microsoft.com/office/officeart/2005/8/layout/vList2"/>
    <dgm:cxn modelId="{AE33FFA3-E05C-5B41-BA86-29E7FFEF13BD}" type="presOf" srcId="{25424CB5-7529-43FF-A2B1-C92B11D94EA6}" destId="{20340385-9136-494A-8F28-FC7C89ECC9BC}" srcOrd="0" destOrd="1" presId="urn:microsoft.com/office/officeart/2005/8/layout/vList2"/>
    <dgm:cxn modelId="{6A1502AE-D027-824A-A20F-DDD99960B6F7}" type="presOf" srcId="{5FAA7860-33B4-4077-ACBB-3A77BA1B7D1A}" destId="{D850ECC7-D64F-AA49-B337-6C8524ECA699}" srcOrd="0" destOrd="0" presId="urn:microsoft.com/office/officeart/2005/8/layout/vList2"/>
    <dgm:cxn modelId="{1C2024B9-C6B4-6F4B-95C9-B29B20E5C91A}" type="presOf" srcId="{48D78C79-F303-473D-9724-3D6C903BDEB2}" destId="{20340385-9136-494A-8F28-FC7C89ECC9BC}" srcOrd="0" destOrd="0" presId="urn:microsoft.com/office/officeart/2005/8/layout/vList2"/>
    <dgm:cxn modelId="{F774B6BC-2767-5042-B845-3B17836AC8A2}" type="presOf" srcId="{2F66AA93-8231-48B2-9966-A1BCB0185276}" destId="{268B157C-277C-F440-B40A-E433199FF05A}" srcOrd="0" destOrd="0" presId="urn:microsoft.com/office/officeart/2005/8/layout/vList2"/>
    <dgm:cxn modelId="{84C3E6BC-AE1A-4F4D-B089-FC5E53053809}" type="presOf" srcId="{92A026E5-AFAB-4717-9CC1-36A2DC5B31C2}" destId="{20340385-9136-494A-8F28-FC7C89ECC9BC}" srcOrd="0" destOrd="2" presId="urn:microsoft.com/office/officeart/2005/8/layout/vList2"/>
    <dgm:cxn modelId="{C483AEBD-C845-4F28-82B8-6F2BCA54AE08}" srcId="{204E5096-0EED-4D90-8661-16BC0156B18F}" destId="{6949692B-C334-440E-8C5B-86DB253FAE53}" srcOrd="2" destOrd="0" parTransId="{7D76A8C7-83AF-45BD-B4A8-49324DD9BE73}" sibTransId="{9451CEC6-F601-4A1C-8C9B-CBE5666D7559}"/>
    <dgm:cxn modelId="{20D89DC7-C9F0-41E5-8E0E-D3BB60247AE7}" srcId="{5FAA7860-33B4-4077-ACBB-3A77BA1B7D1A}" destId="{48D78C79-F303-473D-9724-3D6C903BDEB2}" srcOrd="0" destOrd="0" parTransId="{D7D0F6AB-3B4E-4DEB-8D79-B024B1D6896C}" sibTransId="{14BFE18E-5350-4C45-AC74-D05A3934445F}"/>
    <dgm:cxn modelId="{E4C06ECB-0E26-DA48-8D65-11E0E3E40EF9}" type="presOf" srcId="{935E797C-8B84-4E2F-AE41-F5068F02EAE2}" destId="{268B157C-277C-F440-B40A-E433199FF05A}" srcOrd="0" destOrd="2" presId="urn:microsoft.com/office/officeart/2005/8/layout/vList2"/>
    <dgm:cxn modelId="{9A8DD4CB-5A55-254B-B35C-617267E4C9F1}" type="presOf" srcId="{108BDDD7-D2DE-449E-A9D1-44A54643C6C5}" destId="{847CCCDA-20D4-4D40-A0CC-0E68633035FE}" srcOrd="0" destOrd="0" presId="urn:microsoft.com/office/officeart/2005/8/layout/vList2"/>
    <dgm:cxn modelId="{7B17FACF-EC0C-4FA9-B02F-849352399810}" srcId="{4A6178B8-D4C9-4A92-9F48-C38D11326303}" destId="{108BDDD7-D2DE-449E-A9D1-44A54643C6C5}" srcOrd="2" destOrd="0" parTransId="{8E59E859-EBA7-4F65-A7EC-EF188FC8386A}" sibTransId="{57114CB2-47B5-417F-A533-9F38686D10BE}"/>
    <dgm:cxn modelId="{7ED65AD0-B469-7640-8BE4-9F20BA1F5419}" type="presOf" srcId="{9865FE12-03B6-42FB-8ED3-9F619E8B8251}" destId="{84C8FC2C-1461-C94B-A8B6-C016E0345D85}" srcOrd="0" destOrd="2" presId="urn:microsoft.com/office/officeart/2005/8/layout/vList2"/>
    <dgm:cxn modelId="{2A5756D6-C2EC-4B98-8555-9814D672AA9F}" type="presOf" srcId="{AEB62AA7-F592-46BF-92F6-A76E0D2DC460}" destId="{FB7E088C-2934-6C48-8B7C-ED9912690ABE}" srcOrd="0" destOrd="4" presId="urn:microsoft.com/office/officeart/2005/8/layout/vList2"/>
    <dgm:cxn modelId="{86ADFDD6-84CB-488E-A6C9-1826FB5FC6A2}" srcId="{4A6178B8-D4C9-4A92-9F48-C38D11326303}" destId="{81E2E788-33CD-411E-9106-423B62D7C732}" srcOrd="1" destOrd="0" parTransId="{F8672D2C-D93B-4B27-AC17-83BAAA6E89E2}" sibTransId="{4960469D-5865-4D61-8CD9-4A603B2C97EE}"/>
    <dgm:cxn modelId="{0655E3D9-0797-42E5-9372-BAD38E1E5363}" srcId="{64F8B12D-BE24-47AF-874E-F1A3D6F15A73}" destId="{5BC92007-0D87-4224-891F-520AAE37B829}" srcOrd="1" destOrd="0" parTransId="{F2D67A03-C41F-4894-8B62-A5163F6E6FE1}" sibTransId="{09F6ABE9-9003-47D7-9C72-5F4848E1857A}"/>
    <dgm:cxn modelId="{53264ADA-C082-4643-B74D-43155DA1F978}" type="presOf" srcId="{4A6178B8-D4C9-4A92-9F48-C38D11326303}" destId="{3CD0CAD3-4E88-E44E-BE41-61C271CFCA5A}" srcOrd="0" destOrd="0" presId="urn:microsoft.com/office/officeart/2005/8/layout/vList2"/>
    <dgm:cxn modelId="{57E5DBE1-3661-E248-BF08-59FA460F3F22}" type="presOf" srcId="{E6A1C38D-230C-4E22-82D3-F0DF9DC31E27}" destId="{A1A30B10-E076-4E49-A6F2-3E58CCF86BFB}" srcOrd="0" destOrd="0" presId="urn:microsoft.com/office/officeart/2005/8/layout/vList2"/>
    <dgm:cxn modelId="{DD4AF4EA-34B9-4647-812B-A5E954217333}" srcId="{4A6178B8-D4C9-4A92-9F48-C38D11326303}" destId="{204E5096-0EED-4D90-8661-16BC0156B18F}" srcOrd="3" destOrd="0" parTransId="{4DD574A4-0127-4B9D-BC0B-22F083823570}" sibTransId="{666F1B58-FECF-4DB5-B41B-AA69DCA4A00D}"/>
    <dgm:cxn modelId="{B7675EF0-DDB6-B148-9620-D95F4E1C9451}" type="presOf" srcId="{F5AA0039-9B7A-418B-B601-97D1BDFED8CD}" destId="{A1A30B10-E076-4E49-A6F2-3E58CCF86BFB}" srcOrd="0" destOrd="3" presId="urn:microsoft.com/office/officeart/2005/8/layout/vList2"/>
    <dgm:cxn modelId="{45AF14F1-1D79-2C45-8BE7-E8A25F7D7480}" type="presOf" srcId="{2EB507A5-1875-4D36-A5B5-2B8593067148}" destId="{84C8FC2C-1461-C94B-A8B6-C016E0345D85}" srcOrd="0" destOrd="3" presId="urn:microsoft.com/office/officeart/2005/8/layout/vList2"/>
    <dgm:cxn modelId="{7E7259F7-8E9E-EA4E-A7B7-CC8F54323C58}" type="presOf" srcId="{64F8B12D-BE24-47AF-874E-F1A3D6F15A73}" destId="{C07009FA-62F1-5C4D-9C5D-08264252EDD4}" srcOrd="0" destOrd="0" presId="urn:microsoft.com/office/officeart/2005/8/layout/vList2"/>
    <dgm:cxn modelId="{2A9A40FD-C49C-44DB-93FF-AE8208B48D51}" srcId="{108BDDD7-D2DE-449E-A9D1-44A54643C6C5}" destId="{E6A1C38D-230C-4E22-82D3-F0DF9DC31E27}" srcOrd="0" destOrd="0" parTransId="{2AFF0E51-F688-4492-9124-9482DBD4A73D}" sibTransId="{4591E50A-1380-487F-9296-3870F680B688}"/>
    <dgm:cxn modelId="{F4EFDE07-F131-3743-A483-1B8443DB90FF}" type="presParOf" srcId="{3CD0CAD3-4E88-E44E-BE41-61C271CFCA5A}" destId="{D850ECC7-D64F-AA49-B337-6C8524ECA699}" srcOrd="0" destOrd="0" presId="urn:microsoft.com/office/officeart/2005/8/layout/vList2"/>
    <dgm:cxn modelId="{7E886C86-D91A-F64D-A405-C5BED5C27F26}" type="presParOf" srcId="{3CD0CAD3-4E88-E44E-BE41-61C271CFCA5A}" destId="{20340385-9136-494A-8F28-FC7C89ECC9BC}" srcOrd="1" destOrd="0" presId="urn:microsoft.com/office/officeart/2005/8/layout/vList2"/>
    <dgm:cxn modelId="{89049202-59F4-DA47-A403-5248D3FBC70D}" type="presParOf" srcId="{3CD0CAD3-4E88-E44E-BE41-61C271CFCA5A}" destId="{AF1E5E03-BAD4-6547-89AA-A366D19D59BF}" srcOrd="2" destOrd="0" presId="urn:microsoft.com/office/officeart/2005/8/layout/vList2"/>
    <dgm:cxn modelId="{263C9C11-F54C-0040-8D65-BF19F7CEDB87}" type="presParOf" srcId="{3CD0CAD3-4E88-E44E-BE41-61C271CFCA5A}" destId="{268B157C-277C-F440-B40A-E433199FF05A}" srcOrd="3" destOrd="0" presId="urn:microsoft.com/office/officeart/2005/8/layout/vList2"/>
    <dgm:cxn modelId="{1ADBBA8F-77B1-A740-A029-3A069289A907}" type="presParOf" srcId="{3CD0CAD3-4E88-E44E-BE41-61C271CFCA5A}" destId="{847CCCDA-20D4-4D40-A0CC-0E68633035FE}" srcOrd="4" destOrd="0" presId="urn:microsoft.com/office/officeart/2005/8/layout/vList2"/>
    <dgm:cxn modelId="{22EB8D9B-6222-5742-8CE9-2EF61C81F21D}" type="presParOf" srcId="{3CD0CAD3-4E88-E44E-BE41-61C271CFCA5A}" destId="{A1A30B10-E076-4E49-A6F2-3E58CCF86BFB}" srcOrd="5" destOrd="0" presId="urn:microsoft.com/office/officeart/2005/8/layout/vList2"/>
    <dgm:cxn modelId="{D422E4F1-D027-104F-BA4D-F9D5FFEDA8A4}" type="presParOf" srcId="{3CD0CAD3-4E88-E44E-BE41-61C271CFCA5A}" destId="{616CCD88-AC4C-554A-BA65-4E4A2D7D48FD}" srcOrd="6" destOrd="0" presId="urn:microsoft.com/office/officeart/2005/8/layout/vList2"/>
    <dgm:cxn modelId="{95B79A82-A38E-8144-872E-B7DC211A9957}" type="presParOf" srcId="{3CD0CAD3-4E88-E44E-BE41-61C271CFCA5A}" destId="{FB7E088C-2934-6C48-8B7C-ED9912690ABE}" srcOrd="7" destOrd="0" presId="urn:microsoft.com/office/officeart/2005/8/layout/vList2"/>
    <dgm:cxn modelId="{195B6F7C-E6DC-9B41-89D9-39EE281DCB63}" type="presParOf" srcId="{3CD0CAD3-4E88-E44E-BE41-61C271CFCA5A}" destId="{C07009FA-62F1-5C4D-9C5D-08264252EDD4}" srcOrd="8" destOrd="0" presId="urn:microsoft.com/office/officeart/2005/8/layout/vList2"/>
    <dgm:cxn modelId="{19072F6B-1676-B549-8C0E-0FB6A8D579B6}" type="presParOf" srcId="{3CD0CAD3-4E88-E44E-BE41-61C271CFCA5A}" destId="{84C8FC2C-1461-C94B-A8B6-C016E0345D85}"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B87E9C-A38A-4C7B-994A-317E5084832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6B40EF7-7291-436C-999B-F487F3AFAA25}">
      <dgm:prSet custT="1"/>
      <dgm:spPr/>
      <dgm:t>
        <a:bodyPr/>
        <a:lstStyle/>
        <a:p>
          <a:pPr>
            <a:lnSpc>
              <a:spcPct val="100000"/>
            </a:lnSpc>
          </a:pPr>
          <a:r>
            <a:rPr lang="en-US" sz="1400">
              <a:latin typeface="Barlow Light"/>
            </a:rPr>
            <a:t>Owns technical solution for customer</a:t>
          </a:r>
        </a:p>
      </dgm:t>
    </dgm:pt>
    <dgm:pt modelId="{533742C0-BFB6-4B2D-AEBA-C5FEAF52435B}" type="parTrans" cxnId="{F260693E-22E8-4FC3-9832-E01193DCFCDB}">
      <dgm:prSet/>
      <dgm:spPr/>
      <dgm:t>
        <a:bodyPr/>
        <a:lstStyle/>
        <a:p>
          <a:endParaRPr lang="en-US"/>
        </a:p>
      </dgm:t>
    </dgm:pt>
    <dgm:pt modelId="{3211AC11-69EC-4DD3-8911-05FDE8A8551A}" type="sibTrans" cxnId="{F260693E-22E8-4FC3-9832-E01193DCFCDB}">
      <dgm:prSet/>
      <dgm:spPr/>
      <dgm:t>
        <a:bodyPr/>
        <a:lstStyle/>
        <a:p>
          <a:endParaRPr lang="en-US"/>
        </a:p>
      </dgm:t>
    </dgm:pt>
    <dgm:pt modelId="{2E2B7BD8-3C0D-42B7-9E00-D3D0360E5E62}">
      <dgm:prSet custT="1"/>
      <dgm:spPr/>
      <dgm:t>
        <a:bodyPr/>
        <a:lstStyle/>
        <a:p>
          <a:pPr>
            <a:lnSpc>
              <a:spcPct val="100000"/>
            </a:lnSpc>
          </a:pPr>
          <a:r>
            <a:rPr lang="en-US" sz="1400">
              <a:latin typeface="Barlow Light"/>
            </a:rPr>
            <a:t>Technical escalation</a:t>
          </a:r>
        </a:p>
      </dgm:t>
    </dgm:pt>
    <dgm:pt modelId="{53643E49-B2E9-494D-9F5B-9532BDC5FA66}" type="parTrans" cxnId="{65D426CC-32DB-428C-A7EE-8C942BAF9BE6}">
      <dgm:prSet/>
      <dgm:spPr/>
      <dgm:t>
        <a:bodyPr/>
        <a:lstStyle/>
        <a:p>
          <a:endParaRPr lang="en-US"/>
        </a:p>
      </dgm:t>
    </dgm:pt>
    <dgm:pt modelId="{7CBDD5AA-B37D-4C08-8E10-A581AF1D7217}" type="sibTrans" cxnId="{65D426CC-32DB-428C-A7EE-8C942BAF9BE6}">
      <dgm:prSet/>
      <dgm:spPr/>
      <dgm:t>
        <a:bodyPr/>
        <a:lstStyle/>
        <a:p>
          <a:endParaRPr lang="en-US"/>
        </a:p>
      </dgm:t>
    </dgm:pt>
    <dgm:pt modelId="{45B7D7C1-5924-4B79-BAA9-3226B700AF6E}">
      <dgm:prSet custT="1"/>
      <dgm:spPr/>
      <dgm:t>
        <a:bodyPr/>
        <a:lstStyle/>
        <a:p>
          <a:pPr>
            <a:lnSpc>
              <a:spcPct val="100000"/>
            </a:lnSpc>
          </a:pPr>
          <a:r>
            <a:rPr lang="en-US" sz="1400">
              <a:latin typeface="Barlow Light"/>
            </a:rPr>
            <a:t>Ensure stories are technically sound, estimated, and can be worked on by developer(s)</a:t>
          </a:r>
        </a:p>
      </dgm:t>
    </dgm:pt>
    <dgm:pt modelId="{AE2BC949-BA25-44FE-A8DB-46FFB41DD418}" type="parTrans" cxnId="{41D0BBBF-59A9-4DD5-93C6-938E304A430E}">
      <dgm:prSet/>
      <dgm:spPr/>
      <dgm:t>
        <a:bodyPr/>
        <a:lstStyle/>
        <a:p>
          <a:endParaRPr lang="en-US"/>
        </a:p>
      </dgm:t>
    </dgm:pt>
    <dgm:pt modelId="{05339618-53AE-4DFD-B814-1D77BCB5E12B}" type="sibTrans" cxnId="{41D0BBBF-59A9-4DD5-93C6-938E304A430E}">
      <dgm:prSet/>
      <dgm:spPr/>
      <dgm:t>
        <a:bodyPr/>
        <a:lstStyle/>
        <a:p>
          <a:endParaRPr lang="en-US"/>
        </a:p>
      </dgm:t>
    </dgm:pt>
    <dgm:pt modelId="{FD4F610A-B5BF-4338-8203-0B7929236996}">
      <dgm:prSet custT="1"/>
      <dgm:spPr/>
      <dgm:t>
        <a:bodyPr/>
        <a:lstStyle/>
        <a:p>
          <a:pPr>
            <a:lnSpc>
              <a:spcPct val="100000"/>
            </a:lnSpc>
          </a:pPr>
          <a:r>
            <a:rPr lang="en-US" sz="1400">
              <a:latin typeface="Barlow Light"/>
            </a:rPr>
            <a:t>Leads sprint demo and planning meetings with assistance from development team and project manager as necessary</a:t>
          </a:r>
        </a:p>
      </dgm:t>
    </dgm:pt>
    <dgm:pt modelId="{024C7F88-C927-4CCB-B3B2-B0597BE015BB}" type="parTrans" cxnId="{08DEAD4A-4292-4405-97D0-6E50AF8B0594}">
      <dgm:prSet/>
      <dgm:spPr/>
      <dgm:t>
        <a:bodyPr/>
        <a:lstStyle/>
        <a:p>
          <a:endParaRPr lang="en-US"/>
        </a:p>
      </dgm:t>
    </dgm:pt>
    <dgm:pt modelId="{157A946C-26CC-401A-91FB-E43B231E0B30}" type="sibTrans" cxnId="{08DEAD4A-4292-4405-97D0-6E50AF8B0594}">
      <dgm:prSet/>
      <dgm:spPr/>
      <dgm:t>
        <a:bodyPr/>
        <a:lstStyle/>
        <a:p>
          <a:endParaRPr lang="en-US"/>
        </a:p>
      </dgm:t>
    </dgm:pt>
    <dgm:pt modelId="{1A087E93-AF6C-435B-8F7F-7B1ADB92C8C3}">
      <dgm:prSet custT="1"/>
      <dgm:spPr/>
      <dgm:t>
        <a:bodyPr/>
        <a:lstStyle/>
        <a:p>
          <a:pPr>
            <a:lnSpc>
              <a:spcPct val="100000"/>
            </a:lnSpc>
          </a:pPr>
          <a:r>
            <a:rPr lang="en-US" sz="1400">
              <a:latin typeface="Barlow Light"/>
            </a:rPr>
            <a:t>Coach developers </a:t>
          </a:r>
        </a:p>
      </dgm:t>
    </dgm:pt>
    <dgm:pt modelId="{CA5B26D2-6A83-4488-9D77-DF7871A1DEDE}" type="parTrans" cxnId="{565D13BD-2350-4B12-BA76-AF243FF74B80}">
      <dgm:prSet/>
      <dgm:spPr/>
      <dgm:t>
        <a:bodyPr/>
        <a:lstStyle/>
        <a:p>
          <a:endParaRPr lang="en-US"/>
        </a:p>
      </dgm:t>
    </dgm:pt>
    <dgm:pt modelId="{89319FA2-0616-4DFA-8796-5BF770A0FAE1}" type="sibTrans" cxnId="{565D13BD-2350-4B12-BA76-AF243FF74B80}">
      <dgm:prSet/>
      <dgm:spPr/>
      <dgm:t>
        <a:bodyPr/>
        <a:lstStyle/>
        <a:p>
          <a:endParaRPr lang="en-US"/>
        </a:p>
      </dgm:t>
    </dgm:pt>
    <dgm:pt modelId="{F0FBAD2A-7456-49DE-AEBE-306BF5D103A1}">
      <dgm:prSet custT="1"/>
      <dgm:spPr/>
      <dgm:t>
        <a:bodyPr/>
        <a:lstStyle/>
        <a:p>
          <a:pPr>
            <a:lnSpc>
              <a:spcPct val="100000"/>
            </a:lnSpc>
          </a:pPr>
          <a:r>
            <a:rPr lang="en-US" sz="1400">
              <a:latin typeface="Barlow Light"/>
            </a:rPr>
            <a:t>Peer review stories prior to sprint demoes</a:t>
          </a:r>
        </a:p>
      </dgm:t>
    </dgm:pt>
    <dgm:pt modelId="{CF7623CF-7CBE-492D-840E-FB91D36C3788}" type="parTrans" cxnId="{02E49DD1-EE5A-4579-96EF-AF576CCD7A53}">
      <dgm:prSet/>
      <dgm:spPr/>
      <dgm:t>
        <a:bodyPr/>
        <a:lstStyle/>
        <a:p>
          <a:endParaRPr lang="en-US"/>
        </a:p>
      </dgm:t>
    </dgm:pt>
    <dgm:pt modelId="{AD8CB048-1308-407C-A7A8-D7B29E5CF2CB}" type="sibTrans" cxnId="{02E49DD1-EE5A-4579-96EF-AF576CCD7A53}">
      <dgm:prSet/>
      <dgm:spPr/>
      <dgm:t>
        <a:bodyPr/>
        <a:lstStyle/>
        <a:p>
          <a:endParaRPr lang="en-US"/>
        </a:p>
      </dgm:t>
    </dgm:pt>
    <dgm:pt modelId="{39695164-BBFF-41CC-8C3E-A9AD22E1CB7E}" type="pres">
      <dgm:prSet presAssocID="{85B87E9C-A38A-4C7B-994A-317E50848329}" presName="root" presStyleCnt="0">
        <dgm:presLayoutVars>
          <dgm:dir/>
          <dgm:resizeHandles val="exact"/>
        </dgm:presLayoutVars>
      </dgm:prSet>
      <dgm:spPr/>
    </dgm:pt>
    <dgm:pt modelId="{535C2AB6-AAAC-46A6-A0B3-2FF3FA298E75}" type="pres">
      <dgm:prSet presAssocID="{16B40EF7-7291-436C-999B-F487F3AFAA25}" presName="compNode" presStyleCnt="0"/>
      <dgm:spPr/>
    </dgm:pt>
    <dgm:pt modelId="{A3E11CDA-90BA-4957-80DB-D5D56AD86A54}" type="pres">
      <dgm:prSet presAssocID="{16B40EF7-7291-436C-999B-F487F3AFAA2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D2E36FFD-BE9B-4143-9495-E8C9B08B0087}" type="pres">
      <dgm:prSet presAssocID="{16B40EF7-7291-436C-999B-F487F3AFAA25}" presName="spaceRect" presStyleCnt="0"/>
      <dgm:spPr/>
    </dgm:pt>
    <dgm:pt modelId="{2ACD4ED3-E26D-4C5F-B230-01A0FF790DAC}" type="pres">
      <dgm:prSet presAssocID="{16B40EF7-7291-436C-999B-F487F3AFAA25}" presName="textRect" presStyleLbl="revTx" presStyleIdx="0" presStyleCnt="6">
        <dgm:presLayoutVars>
          <dgm:chMax val="1"/>
          <dgm:chPref val="1"/>
        </dgm:presLayoutVars>
      </dgm:prSet>
      <dgm:spPr/>
    </dgm:pt>
    <dgm:pt modelId="{9FDB4220-23E9-4117-BB81-25D8281ADD32}" type="pres">
      <dgm:prSet presAssocID="{3211AC11-69EC-4DD3-8911-05FDE8A8551A}" presName="sibTrans" presStyleCnt="0"/>
      <dgm:spPr/>
    </dgm:pt>
    <dgm:pt modelId="{0B0118EF-D5A3-4829-A748-2076F3632428}" type="pres">
      <dgm:prSet presAssocID="{2E2B7BD8-3C0D-42B7-9E00-D3D0360E5E62}" presName="compNode" presStyleCnt="0"/>
      <dgm:spPr/>
    </dgm:pt>
    <dgm:pt modelId="{29388EA3-175D-4661-B896-8959C3FE47EB}" type="pres">
      <dgm:prSet presAssocID="{2E2B7BD8-3C0D-42B7-9E00-D3D0360E5E62}"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ll center"/>
        </a:ext>
      </dgm:extLst>
    </dgm:pt>
    <dgm:pt modelId="{9999DE09-752A-4C56-9F23-E39D4B0BFCF5}" type="pres">
      <dgm:prSet presAssocID="{2E2B7BD8-3C0D-42B7-9E00-D3D0360E5E62}" presName="spaceRect" presStyleCnt="0"/>
      <dgm:spPr/>
    </dgm:pt>
    <dgm:pt modelId="{903CA1EA-2040-4464-8BAF-051D0F8F318E}" type="pres">
      <dgm:prSet presAssocID="{2E2B7BD8-3C0D-42B7-9E00-D3D0360E5E62}" presName="textRect" presStyleLbl="revTx" presStyleIdx="1" presStyleCnt="6">
        <dgm:presLayoutVars>
          <dgm:chMax val="1"/>
          <dgm:chPref val="1"/>
        </dgm:presLayoutVars>
      </dgm:prSet>
      <dgm:spPr/>
    </dgm:pt>
    <dgm:pt modelId="{B6817A8E-E06B-49CB-B83C-807CA974DCCC}" type="pres">
      <dgm:prSet presAssocID="{7CBDD5AA-B37D-4C08-8E10-A581AF1D7217}" presName="sibTrans" presStyleCnt="0"/>
      <dgm:spPr/>
    </dgm:pt>
    <dgm:pt modelId="{F290D137-DD75-4EFC-A28F-83E18EE3B140}" type="pres">
      <dgm:prSet presAssocID="{45B7D7C1-5924-4B79-BAA9-3226B700AF6E}" presName="compNode" presStyleCnt="0"/>
      <dgm:spPr/>
    </dgm:pt>
    <dgm:pt modelId="{BB292A9F-9902-4C4D-B796-9EE039A68A7A}" type="pres">
      <dgm:prSet presAssocID="{45B7D7C1-5924-4B79-BAA9-3226B700AF6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ute Speaker"/>
        </a:ext>
      </dgm:extLst>
    </dgm:pt>
    <dgm:pt modelId="{0B7D60F7-ECB4-4BEA-A478-1BF17EB69070}" type="pres">
      <dgm:prSet presAssocID="{45B7D7C1-5924-4B79-BAA9-3226B700AF6E}" presName="spaceRect" presStyleCnt="0"/>
      <dgm:spPr/>
    </dgm:pt>
    <dgm:pt modelId="{4A095EBE-8FAC-4C52-85FA-47BCBFA20D78}" type="pres">
      <dgm:prSet presAssocID="{45B7D7C1-5924-4B79-BAA9-3226B700AF6E}" presName="textRect" presStyleLbl="revTx" presStyleIdx="2" presStyleCnt="6">
        <dgm:presLayoutVars>
          <dgm:chMax val="1"/>
          <dgm:chPref val="1"/>
        </dgm:presLayoutVars>
      </dgm:prSet>
      <dgm:spPr/>
    </dgm:pt>
    <dgm:pt modelId="{F95B5B81-D545-4AB5-BF36-0E9BD7F6D0E1}" type="pres">
      <dgm:prSet presAssocID="{05339618-53AE-4DFD-B814-1D77BCB5E12B}" presName="sibTrans" presStyleCnt="0"/>
      <dgm:spPr/>
    </dgm:pt>
    <dgm:pt modelId="{E4FB868F-C312-4AAB-97DA-32885878688E}" type="pres">
      <dgm:prSet presAssocID="{FD4F610A-B5BF-4338-8203-0B7929236996}" presName="compNode" presStyleCnt="0"/>
      <dgm:spPr/>
    </dgm:pt>
    <dgm:pt modelId="{DD7377B6-4A1E-4CB4-AF22-211881CA6750}" type="pres">
      <dgm:prSet presAssocID="{FD4F610A-B5BF-4338-8203-0B792923699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eeting"/>
        </a:ext>
      </dgm:extLst>
    </dgm:pt>
    <dgm:pt modelId="{26F6FF35-0EE2-471E-A5CE-687FD116CA72}" type="pres">
      <dgm:prSet presAssocID="{FD4F610A-B5BF-4338-8203-0B7929236996}" presName="spaceRect" presStyleCnt="0"/>
      <dgm:spPr/>
    </dgm:pt>
    <dgm:pt modelId="{9CF39E52-B88E-42B9-8B25-9954F5989D28}" type="pres">
      <dgm:prSet presAssocID="{FD4F610A-B5BF-4338-8203-0B7929236996}" presName="textRect" presStyleLbl="revTx" presStyleIdx="3" presStyleCnt="6">
        <dgm:presLayoutVars>
          <dgm:chMax val="1"/>
          <dgm:chPref val="1"/>
        </dgm:presLayoutVars>
      </dgm:prSet>
      <dgm:spPr/>
    </dgm:pt>
    <dgm:pt modelId="{A3A40B08-AAD8-4539-9746-5DC31DB1B3F5}" type="pres">
      <dgm:prSet presAssocID="{157A946C-26CC-401A-91FB-E43B231E0B30}" presName="sibTrans" presStyleCnt="0"/>
      <dgm:spPr/>
    </dgm:pt>
    <dgm:pt modelId="{87784AEC-84AD-4653-B287-545223C704EB}" type="pres">
      <dgm:prSet presAssocID="{1A087E93-AF6C-435B-8F7F-7B1ADB92C8C3}" presName="compNode" presStyleCnt="0"/>
      <dgm:spPr/>
    </dgm:pt>
    <dgm:pt modelId="{6F4C3EAC-6BE2-46C9-ACD5-804CA93761D0}" type="pres">
      <dgm:prSet presAssocID="{1A087E93-AF6C-435B-8F7F-7B1ADB92C8C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s"/>
        </a:ext>
      </dgm:extLst>
    </dgm:pt>
    <dgm:pt modelId="{5B4141E0-CD1A-4686-9ECA-626207E4F46A}" type="pres">
      <dgm:prSet presAssocID="{1A087E93-AF6C-435B-8F7F-7B1ADB92C8C3}" presName="spaceRect" presStyleCnt="0"/>
      <dgm:spPr/>
    </dgm:pt>
    <dgm:pt modelId="{8869EA03-9EB8-4F3C-80D0-7E0B51F7372A}" type="pres">
      <dgm:prSet presAssocID="{1A087E93-AF6C-435B-8F7F-7B1ADB92C8C3}" presName="textRect" presStyleLbl="revTx" presStyleIdx="4" presStyleCnt="6">
        <dgm:presLayoutVars>
          <dgm:chMax val="1"/>
          <dgm:chPref val="1"/>
        </dgm:presLayoutVars>
      </dgm:prSet>
      <dgm:spPr/>
    </dgm:pt>
    <dgm:pt modelId="{80753398-3B6D-49FC-B9C2-44BFA174F7EE}" type="pres">
      <dgm:prSet presAssocID="{89319FA2-0616-4DFA-8796-5BF770A0FAE1}" presName="sibTrans" presStyleCnt="0"/>
      <dgm:spPr/>
    </dgm:pt>
    <dgm:pt modelId="{FEB1CDF3-D3A4-45D7-8DFE-606F622EF8A6}" type="pres">
      <dgm:prSet presAssocID="{F0FBAD2A-7456-49DE-AEBE-306BF5D103A1}" presName="compNode" presStyleCnt="0"/>
      <dgm:spPr/>
    </dgm:pt>
    <dgm:pt modelId="{C8A9297A-1B02-4AC0-B153-57549A4FE5A8}" type="pres">
      <dgm:prSet presAssocID="{F0FBAD2A-7456-49DE-AEBE-306BF5D103A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heckmark"/>
        </a:ext>
      </dgm:extLst>
    </dgm:pt>
    <dgm:pt modelId="{C134B176-EB0B-41DF-8A22-06B64722C1FB}" type="pres">
      <dgm:prSet presAssocID="{F0FBAD2A-7456-49DE-AEBE-306BF5D103A1}" presName="spaceRect" presStyleCnt="0"/>
      <dgm:spPr/>
    </dgm:pt>
    <dgm:pt modelId="{8F743946-9F11-4DE0-AA91-5121ED1CE9C8}" type="pres">
      <dgm:prSet presAssocID="{F0FBAD2A-7456-49DE-AEBE-306BF5D103A1}" presName="textRect" presStyleLbl="revTx" presStyleIdx="5" presStyleCnt="6">
        <dgm:presLayoutVars>
          <dgm:chMax val="1"/>
          <dgm:chPref val="1"/>
        </dgm:presLayoutVars>
      </dgm:prSet>
      <dgm:spPr/>
    </dgm:pt>
  </dgm:ptLst>
  <dgm:cxnLst>
    <dgm:cxn modelId="{DE9D2305-C678-4B4A-81AE-97B042789AA6}" type="presOf" srcId="{F0FBAD2A-7456-49DE-AEBE-306BF5D103A1}" destId="{8F743946-9F11-4DE0-AA91-5121ED1CE9C8}" srcOrd="0" destOrd="0" presId="urn:microsoft.com/office/officeart/2018/2/layout/IconLabelList"/>
    <dgm:cxn modelId="{F260693E-22E8-4FC3-9832-E01193DCFCDB}" srcId="{85B87E9C-A38A-4C7B-994A-317E50848329}" destId="{16B40EF7-7291-436C-999B-F487F3AFAA25}" srcOrd="0" destOrd="0" parTransId="{533742C0-BFB6-4B2D-AEBA-C5FEAF52435B}" sibTransId="{3211AC11-69EC-4DD3-8911-05FDE8A8551A}"/>
    <dgm:cxn modelId="{4FF65B5D-59C1-4ACC-B67F-AAB649628697}" type="presOf" srcId="{85B87E9C-A38A-4C7B-994A-317E50848329}" destId="{39695164-BBFF-41CC-8C3E-A9AD22E1CB7E}" srcOrd="0" destOrd="0" presId="urn:microsoft.com/office/officeart/2018/2/layout/IconLabelList"/>
    <dgm:cxn modelId="{DCCD9449-7557-4A60-9953-54D27BC0DF26}" type="presOf" srcId="{1A087E93-AF6C-435B-8F7F-7B1ADB92C8C3}" destId="{8869EA03-9EB8-4F3C-80D0-7E0B51F7372A}" srcOrd="0" destOrd="0" presId="urn:microsoft.com/office/officeart/2018/2/layout/IconLabelList"/>
    <dgm:cxn modelId="{08DEAD4A-4292-4405-97D0-6E50AF8B0594}" srcId="{85B87E9C-A38A-4C7B-994A-317E50848329}" destId="{FD4F610A-B5BF-4338-8203-0B7929236996}" srcOrd="3" destOrd="0" parTransId="{024C7F88-C927-4CCB-B3B2-B0597BE015BB}" sibTransId="{157A946C-26CC-401A-91FB-E43B231E0B30}"/>
    <dgm:cxn modelId="{B40C126F-1E52-4A44-B063-90D356D48B34}" type="presOf" srcId="{FD4F610A-B5BF-4338-8203-0B7929236996}" destId="{9CF39E52-B88E-42B9-8B25-9954F5989D28}" srcOrd="0" destOrd="0" presId="urn:microsoft.com/office/officeart/2018/2/layout/IconLabelList"/>
    <dgm:cxn modelId="{EB064D86-EE4A-4C26-92AB-3A67ECB82EFC}" type="presOf" srcId="{16B40EF7-7291-436C-999B-F487F3AFAA25}" destId="{2ACD4ED3-E26D-4C5F-B230-01A0FF790DAC}" srcOrd="0" destOrd="0" presId="urn:microsoft.com/office/officeart/2018/2/layout/IconLabelList"/>
    <dgm:cxn modelId="{0B7BDBB1-E602-48B1-8855-26343B99FE6E}" type="presOf" srcId="{45B7D7C1-5924-4B79-BAA9-3226B700AF6E}" destId="{4A095EBE-8FAC-4C52-85FA-47BCBFA20D78}" srcOrd="0" destOrd="0" presId="urn:microsoft.com/office/officeart/2018/2/layout/IconLabelList"/>
    <dgm:cxn modelId="{565D13BD-2350-4B12-BA76-AF243FF74B80}" srcId="{85B87E9C-A38A-4C7B-994A-317E50848329}" destId="{1A087E93-AF6C-435B-8F7F-7B1ADB92C8C3}" srcOrd="4" destOrd="0" parTransId="{CA5B26D2-6A83-4488-9D77-DF7871A1DEDE}" sibTransId="{89319FA2-0616-4DFA-8796-5BF770A0FAE1}"/>
    <dgm:cxn modelId="{41D0BBBF-59A9-4DD5-93C6-938E304A430E}" srcId="{85B87E9C-A38A-4C7B-994A-317E50848329}" destId="{45B7D7C1-5924-4B79-BAA9-3226B700AF6E}" srcOrd="2" destOrd="0" parTransId="{AE2BC949-BA25-44FE-A8DB-46FFB41DD418}" sibTransId="{05339618-53AE-4DFD-B814-1D77BCB5E12B}"/>
    <dgm:cxn modelId="{65D426CC-32DB-428C-A7EE-8C942BAF9BE6}" srcId="{85B87E9C-A38A-4C7B-994A-317E50848329}" destId="{2E2B7BD8-3C0D-42B7-9E00-D3D0360E5E62}" srcOrd="1" destOrd="0" parTransId="{53643E49-B2E9-494D-9F5B-9532BDC5FA66}" sibTransId="{7CBDD5AA-B37D-4C08-8E10-A581AF1D7217}"/>
    <dgm:cxn modelId="{02E49DD1-EE5A-4579-96EF-AF576CCD7A53}" srcId="{85B87E9C-A38A-4C7B-994A-317E50848329}" destId="{F0FBAD2A-7456-49DE-AEBE-306BF5D103A1}" srcOrd="5" destOrd="0" parTransId="{CF7623CF-7CBE-492D-840E-FB91D36C3788}" sibTransId="{AD8CB048-1308-407C-A7A8-D7B29E5CF2CB}"/>
    <dgm:cxn modelId="{F5A5DAFB-D26D-4294-AB00-3A8C29A1AD8E}" type="presOf" srcId="{2E2B7BD8-3C0D-42B7-9E00-D3D0360E5E62}" destId="{903CA1EA-2040-4464-8BAF-051D0F8F318E}" srcOrd="0" destOrd="0" presId="urn:microsoft.com/office/officeart/2018/2/layout/IconLabelList"/>
    <dgm:cxn modelId="{45BFA0AD-DD75-487D-A573-38429E5D4980}" type="presParOf" srcId="{39695164-BBFF-41CC-8C3E-A9AD22E1CB7E}" destId="{535C2AB6-AAAC-46A6-A0B3-2FF3FA298E75}" srcOrd="0" destOrd="0" presId="urn:microsoft.com/office/officeart/2018/2/layout/IconLabelList"/>
    <dgm:cxn modelId="{F5541F51-28AE-45F4-B3E2-9442CCCD60D4}" type="presParOf" srcId="{535C2AB6-AAAC-46A6-A0B3-2FF3FA298E75}" destId="{A3E11CDA-90BA-4957-80DB-D5D56AD86A54}" srcOrd="0" destOrd="0" presId="urn:microsoft.com/office/officeart/2018/2/layout/IconLabelList"/>
    <dgm:cxn modelId="{AC654F56-8318-487D-BA21-35B176229E78}" type="presParOf" srcId="{535C2AB6-AAAC-46A6-A0B3-2FF3FA298E75}" destId="{D2E36FFD-BE9B-4143-9495-E8C9B08B0087}" srcOrd="1" destOrd="0" presId="urn:microsoft.com/office/officeart/2018/2/layout/IconLabelList"/>
    <dgm:cxn modelId="{5B76264F-6C18-4B08-99C3-7F2B14AB295D}" type="presParOf" srcId="{535C2AB6-AAAC-46A6-A0B3-2FF3FA298E75}" destId="{2ACD4ED3-E26D-4C5F-B230-01A0FF790DAC}" srcOrd="2" destOrd="0" presId="urn:microsoft.com/office/officeart/2018/2/layout/IconLabelList"/>
    <dgm:cxn modelId="{679029A0-5A6D-4D4E-B451-6CE33D1BB23A}" type="presParOf" srcId="{39695164-BBFF-41CC-8C3E-A9AD22E1CB7E}" destId="{9FDB4220-23E9-4117-BB81-25D8281ADD32}" srcOrd="1" destOrd="0" presId="urn:microsoft.com/office/officeart/2018/2/layout/IconLabelList"/>
    <dgm:cxn modelId="{7CA24AE0-2764-4DED-8088-90AFB47C0317}" type="presParOf" srcId="{39695164-BBFF-41CC-8C3E-A9AD22E1CB7E}" destId="{0B0118EF-D5A3-4829-A748-2076F3632428}" srcOrd="2" destOrd="0" presId="urn:microsoft.com/office/officeart/2018/2/layout/IconLabelList"/>
    <dgm:cxn modelId="{CA63C344-DE1D-4C2A-BA96-279D9759FC6F}" type="presParOf" srcId="{0B0118EF-D5A3-4829-A748-2076F3632428}" destId="{29388EA3-175D-4661-B896-8959C3FE47EB}" srcOrd="0" destOrd="0" presId="urn:microsoft.com/office/officeart/2018/2/layout/IconLabelList"/>
    <dgm:cxn modelId="{5A882FDF-2E58-4A12-9CDE-9806768FE746}" type="presParOf" srcId="{0B0118EF-D5A3-4829-A748-2076F3632428}" destId="{9999DE09-752A-4C56-9F23-E39D4B0BFCF5}" srcOrd="1" destOrd="0" presId="urn:microsoft.com/office/officeart/2018/2/layout/IconLabelList"/>
    <dgm:cxn modelId="{D24B6A69-FE53-46BA-A600-039CA184B32F}" type="presParOf" srcId="{0B0118EF-D5A3-4829-A748-2076F3632428}" destId="{903CA1EA-2040-4464-8BAF-051D0F8F318E}" srcOrd="2" destOrd="0" presId="urn:microsoft.com/office/officeart/2018/2/layout/IconLabelList"/>
    <dgm:cxn modelId="{90269DE9-FBB0-4C87-82BF-8ECB34220E2C}" type="presParOf" srcId="{39695164-BBFF-41CC-8C3E-A9AD22E1CB7E}" destId="{B6817A8E-E06B-49CB-B83C-807CA974DCCC}" srcOrd="3" destOrd="0" presId="urn:microsoft.com/office/officeart/2018/2/layout/IconLabelList"/>
    <dgm:cxn modelId="{C651C97A-4AA7-4C32-AE0A-4EF0AA75B878}" type="presParOf" srcId="{39695164-BBFF-41CC-8C3E-A9AD22E1CB7E}" destId="{F290D137-DD75-4EFC-A28F-83E18EE3B140}" srcOrd="4" destOrd="0" presId="urn:microsoft.com/office/officeart/2018/2/layout/IconLabelList"/>
    <dgm:cxn modelId="{DD0AAA81-0EBB-4E99-A729-76EB48EB240A}" type="presParOf" srcId="{F290D137-DD75-4EFC-A28F-83E18EE3B140}" destId="{BB292A9F-9902-4C4D-B796-9EE039A68A7A}" srcOrd="0" destOrd="0" presId="urn:microsoft.com/office/officeart/2018/2/layout/IconLabelList"/>
    <dgm:cxn modelId="{DF6DD9D1-11A3-46F7-B767-7F1E0CD5CE78}" type="presParOf" srcId="{F290D137-DD75-4EFC-A28F-83E18EE3B140}" destId="{0B7D60F7-ECB4-4BEA-A478-1BF17EB69070}" srcOrd="1" destOrd="0" presId="urn:microsoft.com/office/officeart/2018/2/layout/IconLabelList"/>
    <dgm:cxn modelId="{382E6750-1F3F-4466-B165-FBC14D2BBC5A}" type="presParOf" srcId="{F290D137-DD75-4EFC-A28F-83E18EE3B140}" destId="{4A095EBE-8FAC-4C52-85FA-47BCBFA20D78}" srcOrd="2" destOrd="0" presId="urn:microsoft.com/office/officeart/2018/2/layout/IconLabelList"/>
    <dgm:cxn modelId="{179A115E-F535-4821-87C2-6257F890F5E9}" type="presParOf" srcId="{39695164-BBFF-41CC-8C3E-A9AD22E1CB7E}" destId="{F95B5B81-D545-4AB5-BF36-0E9BD7F6D0E1}" srcOrd="5" destOrd="0" presId="urn:microsoft.com/office/officeart/2018/2/layout/IconLabelList"/>
    <dgm:cxn modelId="{F1B891D5-3378-43D4-85ED-F6E61ACF825C}" type="presParOf" srcId="{39695164-BBFF-41CC-8C3E-A9AD22E1CB7E}" destId="{E4FB868F-C312-4AAB-97DA-32885878688E}" srcOrd="6" destOrd="0" presId="urn:microsoft.com/office/officeart/2018/2/layout/IconLabelList"/>
    <dgm:cxn modelId="{36345823-44A2-4D2D-90D0-FD6286E8B844}" type="presParOf" srcId="{E4FB868F-C312-4AAB-97DA-32885878688E}" destId="{DD7377B6-4A1E-4CB4-AF22-211881CA6750}" srcOrd="0" destOrd="0" presId="urn:microsoft.com/office/officeart/2018/2/layout/IconLabelList"/>
    <dgm:cxn modelId="{F8C06C35-C752-467C-A881-57B2D480CC51}" type="presParOf" srcId="{E4FB868F-C312-4AAB-97DA-32885878688E}" destId="{26F6FF35-0EE2-471E-A5CE-687FD116CA72}" srcOrd="1" destOrd="0" presId="urn:microsoft.com/office/officeart/2018/2/layout/IconLabelList"/>
    <dgm:cxn modelId="{6FAC136A-BCF8-44FB-9BB0-63A8B9CFAEB0}" type="presParOf" srcId="{E4FB868F-C312-4AAB-97DA-32885878688E}" destId="{9CF39E52-B88E-42B9-8B25-9954F5989D28}" srcOrd="2" destOrd="0" presId="urn:microsoft.com/office/officeart/2018/2/layout/IconLabelList"/>
    <dgm:cxn modelId="{FABFCB48-33C9-460F-85E2-CB7D157C28CE}" type="presParOf" srcId="{39695164-BBFF-41CC-8C3E-A9AD22E1CB7E}" destId="{A3A40B08-AAD8-4539-9746-5DC31DB1B3F5}" srcOrd="7" destOrd="0" presId="urn:microsoft.com/office/officeart/2018/2/layout/IconLabelList"/>
    <dgm:cxn modelId="{F31368F9-557B-4DA2-9DC9-FFB893D932D4}" type="presParOf" srcId="{39695164-BBFF-41CC-8C3E-A9AD22E1CB7E}" destId="{87784AEC-84AD-4653-B287-545223C704EB}" srcOrd="8" destOrd="0" presId="urn:microsoft.com/office/officeart/2018/2/layout/IconLabelList"/>
    <dgm:cxn modelId="{61263812-7DB1-499B-861D-0682E41D1D67}" type="presParOf" srcId="{87784AEC-84AD-4653-B287-545223C704EB}" destId="{6F4C3EAC-6BE2-46C9-ACD5-804CA93761D0}" srcOrd="0" destOrd="0" presId="urn:microsoft.com/office/officeart/2018/2/layout/IconLabelList"/>
    <dgm:cxn modelId="{134D6103-2A8A-4FF6-A90D-D7F6415C3389}" type="presParOf" srcId="{87784AEC-84AD-4653-B287-545223C704EB}" destId="{5B4141E0-CD1A-4686-9ECA-626207E4F46A}" srcOrd="1" destOrd="0" presId="urn:microsoft.com/office/officeart/2018/2/layout/IconLabelList"/>
    <dgm:cxn modelId="{58C98E80-F22E-4EA8-ACA4-FE88DBBB4837}" type="presParOf" srcId="{87784AEC-84AD-4653-B287-545223C704EB}" destId="{8869EA03-9EB8-4F3C-80D0-7E0B51F7372A}" srcOrd="2" destOrd="0" presId="urn:microsoft.com/office/officeart/2018/2/layout/IconLabelList"/>
    <dgm:cxn modelId="{56E7A324-DF23-408A-A134-E5E2CE9529FE}" type="presParOf" srcId="{39695164-BBFF-41CC-8C3E-A9AD22E1CB7E}" destId="{80753398-3B6D-49FC-B9C2-44BFA174F7EE}" srcOrd="9" destOrd="0" presId="urn:microsoft.com/office/officeart/2018/2/layout/IconLabelList"/>
    <dgm:cxn modelId="{B4FD2711-1E16-4022-B1D0-9A9698BB82AA}" type="presParOf" srcId="{39695164-BBFF-41CC-8C3E-A9AD22E1CB7E}" destId="{FEB1CDF3-D3A4-45D7-8DFE-606F622EF8A6}" srcOrd="10" destOrd="0" presId="urn:microsoft.com/office/officeart/2018/2/layout/IconLabelList"/>
    <dgm:cxn modelId="{A6C133BB-9BD7-4937-9277-5ABD12027D2E}" type="presParOf" srcId="{FEB1CDF3-D3A4-45D7-8DFE-606F622EF8A6}" destId="{C8A9297A-1B02-4AC0-B153-57549A4FE5A8}" srcOrd="0" destOrd="0" presId="urn:microsoft.com/office/officeart/2018/2/layout/IconLabelList"/>
    <dgm:cxn modelId="{3AF6935D-2377-4114-87DF-39D8612CF953}" type="presParOf" srcId="{FEB1CDF3-D3A4-45D7-8DFE-606F622EF8A6}" destId="{C134B176-EB0B-41DF-8A22-06B64722C1FB}" srcOrd="1" destOrd="0" presId="urn:microsoft.com/office/officeart/2018/2/layout/IconLabelList"/>
    <dgm:cxn modelId="{EB9EF6C2-200B-40EF-B819-3D2FD3C6F532}" type="presParOf" srcId="{FEB1CDF3-D3A4-45D7-8DFE-606F622EF8A6}" destId="{8F743946-9F11-4DE0-AA91-5121ED1CE9C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5B87E9C-A38A-4C7B-994A-317E5084832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6B40EF7-7291-436C-999B-F487F3AFAA25}">
      <dgm:prSet custT="1"/>
      <dgm:spPr/>
      <dgm:t>
        <a:bodyPr/>
        <a:lstStyle/>
        <a:p>
          <a:pPr>
            <a:lnSpc>
              <a:spcPct val="100000"/>
            </a:lnSpc>
          </a:pPr>
          <a:r>
            <a:rPr lang="en-US" sz="2000">
              <a:latin typeface="Barlow Light"/>
            </a:rPr>
            <a:t>Leads Workshops</a:t>
          </a:r>
        </a:p>
      </dgm:t>
    </dgm:pt>
    <dgm:pt modelId="{533742C0-BFB6-4B2D-AEBA-C5FEAF52435B}" type="parTrans" cxnId="{F260693E-22E8-4FC3-9832-E01193DCFCDB}">
      <dgm:prSet/>
      <dgm:spPr/>
      <dgm:t>
        <a:bodyPr/>
        <a:lstStyle/>
        <a:p>
          <a:endParaRPr lang="en-US"/>
        </a:p>
      </dgm:t>
    </dgm:pt>
    <dgm:pt modelId="{3211AC11-69EC-4DD3-8911-05FDE8A8551A}" type="sibTrans" cxnId="{F260693E-22E8-4FC3-9832-E01193DCFCDB}">
      <dgm:prSet/>
      <dgm:spPr/>
      <dgm:t>
        <a:bodyPr/>
        <a:lstStyle/>
        <a:p>
          <a:endParaRPr lang="en-US"/>
        </a:p>
      </dgm:t>
    </dgm:pt>
    <dgm:pt modelId="{2E2B7BD8-3C0D-42B7-9E00-D3D0360E5E62}">
      <dgm:prSet custT="1"/>
      <dgm:spPr/>
      <dgm:t>
        <a:bodyPr/>
        <a:lstStyle/>
        <a:p>
          <a:pPr>
            <a:lnSpc>
              <a:spcPct val="100000"/>
            </a:lnSpc>
          </a:pPr>
          <a:r>
            <a:rPr lang="en-US" sz="2000">
              <a:latin typeface="Barlow Light"/>
            </a:rPr>
            <a:t>Story Writing</a:t>
          </a:r>
        </a:p>
      </dgm:t>
    </dgm:pt>
    <dgm:pt modelId="{53643E49-B2E9-494D-9F5B-9532BDC5FA66}" type="parTrans" cxnId="{65D426CC-32DB-428C-A7EE-8C942BAF9BE6}">
      <dgm:prSet/>
      <dgm:spPr/>
      <dgm:t>
        <a:bodyPr/>
        <a:lstStyle/>
        <a:p>
          <a:endParaRPr lang="en-US"/>
        </a:p>
      </dgm:t>
    </dgm:pt>
    <dgm:pt modelId="{7CBDD5AA-B37D-4C08-8E10-A581AF1D7217}" type="sibTrans" cxnId="{65D426CC-32DB-428C-A7EE-8C942BAF9BE6}">
      <dgm:prSet/>
      <dgm:spPr/>
      <dgm:t>
        <a:bodyPr/>
        <a:lstStyle/>
        <a:p>
          <a:endParaRPr lang="en-US"/>
        </a:p>
      </dgm:t>
    </dgm:pt>
    <dgm:pt modelId="{45B7D7C1-5924-4B79-BAA9-3226B700AF6E}">
      <dgm:prSet custT="1"/>
      <dgm:spPr/>
      <dgm:t>
        <a:bodyPr/>
        <a:lstStyle/>
        <a:p>
          <a:pPr>
            <a:lnSpc>
              <a:spcPct val="100000"/>
            </a:lnSpc>
          </a:pPr>
          <a:r>
            <a:rPr lang="en-US" sz="2000">
              <a:latin typeface="Barlow Light"/>
            </a:rPr>
            <a:t>Tracks action items from Workshops</a:t>
          </a:r>
        </a:p>
      </dgm:t>
    </dgm:pt>
    <dgm:pt modelId="{AE2BC949-BA25-44FE-A8DB-46FFB41DD418}" type="parTrans" cxnId="{41D0BBBF-59A9-4DD5-93C6-938E304A430E}">
      <dgm:prSet/>
      <dgm:spPr/>
      <dgm:t>
        <a:bodyPr/>
        <a:lstStyle/>
        <a:p>
          <a:endParaRPr lang="en-US"/>
        </a:p>
      </dgm:t>
    </dgm:pt>
    <dgm:pt modelId="{05339618-53AE-4DFD-B814-1D77BCB5E12B}" type="sibTrans" cxnId="{41D0BBBF-59A9-4DD5-93C6-938E304A430E}">
      <dgm:prSet/>
      <dgm:spPr/>
      <dgm:t>
        <a:bodyPr/>
        <a:lstStyle/>
        <a:p>
          <a:endParaRPr lang="en-US"/>
        </a:p>
      </dgm:t>
    </dgm:pt>
    <dgm:pt modelId="{39695164-BBFF-41CC-8C3E-A9AD22E1CB7E}" type="pres">
      <dgm:prSet presAssocID="{85B87E9C-A38A-4C7B-994A-317E50848329}" presName="root" presStyleCnt="0">
        <dgm:presLayoutVars>
          <dgm:dir/>
          <dgm:resizeHandles val="exact"/>
        </dgm:presLayoutVars>
      </dgm:prSet>
      <dgm:spPr/>
    </dgm:pt>
    <dgm:pt modelId="{535C2AB6-AAAC-46A6-A0B3-2FF3FA298E75}" type="pres">
      <dgm:prSet presAssocID="{16B40EF7-7291-436C-999B-F487F3AFAA25}" presName="compNode" presStyleCnt="0"/>
      <dgm:spPr/>
    </dgm:pt>
    <dgm:pt modelId="{A3E11CDA-90BA-4957-80DB-D5D56AD86A54}" type="pres">
      <dgm:prSet presAssocID="{16B40EF7-7291-436C-999B-F487F3AFAA25}"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teering Wheel with solid fill"/>
        </a:ext>
      </dgm:extLst>
    </dgm:pt>
    <dgm:pt modelId="{D2E36FFD-BE9B-4143-9495-E8C9B08B0087}" type="pres">
      <dgm:prSet presAssocID="{16B40EF7-7291-436C-999B-F487F3AFAA25}" presName="spaceRect" presStyleCnt="0"/>
      <dgm:spPr/>
    </dgm:pt>
    <dgm:pt modelId="{2ACD4ED3-E26D-4C5F-B230-01A0FF790DAC}" type="pres">
      <dgm:prSet presAssocID="{16B40EF7-7291-436C-999B-F487F3AFAA25}" presName="textRect" presStyleLbl="revTx" presStyleIdx="0" presStyleCnt="3">
        <dgm:presLayoutVars>
          <dgm:chMax val="1"/>
          <dgm:chPref val="1"/>
        </dgm:presLayoutVars>
      </dgm:prSet>
      <dgm:spPr/>
    </dgm:pt>
    <dgm:pt modelId="{9FDB4220-23E9-4117-BB81-25D8281ADD32}" type="pres">
      <dgm:prSet presAssocID="{3211AC11-69EC-4DD3-8911-05FDE8A8551A}" presName="sibTrans" presStyleCnt="0"/>
      <dgm:spPr/>
    </dgm:pt>
    <dgm:pt modelId="{0B0118EF-D5A3-4829-A748-2076F3632428}" type="pres">
      <dgm:prSet presAssocID="{2E2B7BD8-3C0D-42B7-9E00-D3D0360E5E62}" presName="compNode" presStyleCnt="0"/>
      <dgm:spPr/>
    </dgm:pt>
    <dgm:pt modelId="{29388EA3-175D-4661-B896-8959C3FE47EB}" type="pres">
      <dgm:prSet presAssocID="{2E2B7BD8-3C0D-42B7-9E00-D3D0360E5E6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Pen with solid fill"/>
        </a:ext>
      </dgm:extLst>
    </dgm:pt>
    <dgm:pt modelId="{9999DE09-752A-4C56-9F23-E39D4B0BFCF5}" type="pres">
      <dgm:prSet presAssocID="{2E2B7BD8-3C0D-42B7-9E00-D3D0360E5E62}" presName="spaceRect" presStyleCnt="0"/>
      <dgm:spPr/>
    </dgm:pt>
    <dgm:pt modelId="{903CA1EA-2040-4464-8BAF-051D0F8F318E}" type="pres">
      <dgm:prSet presAssocID="{2E2B7BD8-3C0D-42B7-9E00-D3D0360E5E62}" presName="textRect" presStyleLbl="revTx" presStyleIdx="1" presStyleCnt="3">
        <dgm:presLayoutVars>
          <dgm:chMax val="1"/>
          <dgm:chPref val="1"/>
        </dgm:presLayoutVars>
      </dgm:prSet>
      <dgm:spPr/>
    </dgm:pt>
    <dgm:pt modelId="{B6817A8E-E06B-49CB-B83C-807CA974DCCC}" type="pres">
      <dgm:prSet presAssocID="{7CBDD5AA-B37D-4C08-8E10-A581AF1D7217}" presName="sibTrans" presStyleCnt="0"/>
      <dgm:spPr/>
    </dgm:pt>
    <dgm:pt modelId="{F290D137-DD75-4EFC-A28F-83E18EE3B140}" type="pres">
      <dgm:prSet presAssocID="{45B7D7C1-5924-4B79-BAA9-3226B700AF6E}" presName="compNode" presStyleCnt="0"/>
      <dgm:spPr/>
    </dgm:pt>
    <dgm:pt modelId="{BB292A9F-9902-4C4D-B796-9EE039A68A7A}" type="pres">
      <dgm:prSet presAssocID="{45B7D7C1-5924-4B79-BAA9-3226B700AF6E}"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List with solid fill"/>
        </a:ext>
      </dgm:extLst>
    </dgm:pt>
    <dgm:pt modelId="{0B7D60F7-ECB4-4BEA-A478-1BF17EB69070}" type="pres">
      <dgm:prSet presAssocID="{45B7D7C1-5924-4B79-BAA9-3226B700AF6E}" presName="spaceRect" presStyleCnt="0"/>
      <dgm:spPr/>
    </dgm:pt>
    <dgm:pt modelId="{4A095EBE-8FAC-4C52-85FA-47BCBFA20D78}" type="pres">
      <dgm:prSet presAssocID="{45B7D7C1-5924-4B79-BAA9-3226B700AF6E}" presName="textRect" presStyleLbl="revTx" presStyleIdx="2" presStyleCnt="3">
        <dgm:presLayoutVars>
          <dgm:chMax val="1"/>
          <dgm:chPref val="1"/>
        </dgm:presLayoutVars>
      </dgm:prSet>
      <dgm:spPr/>
    </dgm:pt>
  </dgm:ptLst>
  <dgm:cxnLst>
    <dgm:cxn modelId="{F260693E-22E8-4FC3-9832-E01193DCFCDB}" srcId="{85B87E9C-A38A-4C7B-994A-317E50848329}" destId="{16B40EF7-7291-436C-999B-F487F3AFAA25}" srcOrd="0" destOrd="0" parTransId="{533742C0-BFB6-4B2D-AEBA-C5FEAF52435B}" sibTransId="{3211AC11-69EC-4DD3-8911-05FDE8A8551A}"/>
    <dgm:cxn modelId="{4FF65B5D-59C1-4ACC-B67F-AAB649628697}" type="presOf" srcId="{85B87E9C-A38A-4C7B-994A-317E50848329}" destId="{39695164-BBFF-41CC-8C3E-A9AD22E1CB7E}" srcOrd="0" destOrd="0" presId="urn:microsoft.com/office/officeart/2018/2/layout/IconLabelList"/>
    <dgm:cxn modelId="{F15BF25F-68F8-466B-B949-D476E72ABFA2}" type="presOf" srcId="{16B40EF7-7291-436C-999B-F487F3AFAA25}" destId="{2ACD4ED3-E26D-4C5F-B230-01A0FF790DAC}" srcOrd="0" destOrd="0" presId="urn:microsoft.com/office/officeart/2018/2/layout/IconLabelList"/>
    <dgm:cxn modelId="{BBF5FB52-1B75-403D-AC48-D815C071B975}" type="presOf" srcId="{2E2B7BD8-3C0D-42B7-9E00-D3D0360E5E62}" destId="{903CA1EA-2040-4464-8BAF-051D0F8F318E}" srcOrd="0" destOrd="0" presId="urn:microsoft.com/office/officeart/2018/2/layout/IconLabelList"/>
    <dgm:cxn modelId="{2E7BA87C-8476-4833-872C-DC1A8D4042E5}" type="presOf" srcId="{45B7D7C1-5924-4B79-BAA9-3226B700AF6E}" destId="{4A095EBE-8FAC-4C52-85FA-47BCBFA20D78}" srcOrd="0" destOrd="0" presId="urn:microsoft.com/office/officeart/2018/2/layout/IconLabelList"/>
    <dgm:cxn modelId="{41D0BBBF-59A9-4DD5-93C6-938E304A430E}" srcId="{85B87E9C-A38A-4C7B-994A-317E50848329}" destId="{45B7D7C1-5924-4B79-BAA9-3226B700AF6E}" srcOrd="2" destOrd="0" parTransId="{AE2BC949-BA25-44FE-A8DB-46FFB41DD418}" sibTransId="{05339618-53AE-4DFD-B814-1D77BCB5E12B}"/>
    <dgm:cxn modelId="{65D426CC-32DB-428C-A7EE-8C942BAF9BE6}" srcId="{85B87E9C-A38A-4C7B-994A-317E50848329}" destId="{2E2B7BD8-3C0D-42B7-9E00-D3D0360E5E62}" srcOrd="1" destOrd="0" parTransId="{53643E49-B2E9-494D-9F5B-9532BDC5FA66}" sibTransId="{7CBDD5AA-B37D-4C08-8E10-A581AF1D7217}"/>
    <dgm:cxn modelId="{28482B5C-9540-42E4-9393-0CB2E15D2A00}" type="presParOf" srcId="{39695164-BBFF-41CC-8C3E-A9AD22E1CB7E}" destId="{535C2AB6-AAAC-46A6-A0B3-2FF3FA298E75}" srcOrd="0" destOrd="0" presId="urn:microsoft.com/office/officeart/2018/2/layout/IconLabelList"/>
    <dgm:cxn modelId="{450C3959-8120-4CC4-8C71-116BA9ECAC1A}" type="presParOf" srcId="{535C2AB6-AAAC-46A6-A0B3-2FF3FA298E75}" destId="{A3E11CDA-90BA-4957-80DB-D5D56AD86A54}" srcOrd="0" destOrd="0" presId="urn:microsoft.com/office/officeart/2018/2/layout/IconLabelList"/>
    <dgm:cxn modelId="{185C3148-AEF9-4220-924D-35C2F92F2BEE}" type="presParOf" srcId="{535C2AB6-AAAC-46A6-A0B3-2FF3FA298E75}" destId="{D2E36FFD-BE9B-4143-9495-E8C9B08B0087}" srcOrd="1" destOrd="0" presId="urn:microsoft.com/office/officeart/2018/2/layout/IconLabelList"/>
    <dgm:cxn modelId="{5DB8F48E-3CF7-4584-A1F1-68C537212267}" type="presParOf" srcId="{535C2AB6-AAAC-46A6-A0B3-2FF3FA298E75}" destId="{2ACD4ED3-E26D-4C5F-B230-01A0FF790DAC}" srcOrd="2" destOrd="0" presId="urn:microsoft.com/office/officeart/2018/2/layout/IconLabelList"/>
    <dgm:cxn modelId="{D3ABEAE3-92B8-4588-8B51-9B21D3BB996C}" type="presParOf" srcId="{39695164-BBFF-41CC-8C3E-A9AD22E1CB7E}" destId="{9FDB4220-23E9-4117-BB81-25D8281ADD32}" srcOrd="1" destOrd="0" presId="urn:microsoft.com/office/officeart/2018/2/layout/IconLabelList"/>
    <dgm:cxn modelId="{93DF1621-76A7-460E-840B-63F3266B11B1}" type="presParOf" srcId="{39695164-BBFF-41CC-8C3E-A9AD22E1CB7E}" destId="{0B0118EF-D5A3-4829-A748-2076F3632428}" srcOrd="2" destOrd="0" presId="urn:microsoft.com/office/officeart/2018/2/layout/IconLabelList"/>
    <dgm:cxn modelId="{A8D57B92-14F6-4BE6-8690-B8CF2A004337}" type="presParOf" srcId="{0B0118EF-D5A3-4829-A748-2076F3632428}" destId="{29388EA3-175D-4661-B896-8959C3FE47EB}" srcOrd="0" destOrd="0" presId="urn:microsoft.com/office/officeart/2018/2/layout/IconLabelList"/>
    <dgm:cxn modelId="{DA25A7A5-9D39-4507-9701-468E7B176812}" type="presParOf" srcId="{0B0118EF-D5A3-4829-A748-2076F3632428}" destId="{9999DE09-752A-4C56-9F23-E39D4B0BFCF5}" srcOrd="1" destOrd="0" presId="urn:microsoft.com/office/officeart/2018/2/layout/IconLabelList"/>
    <dgm:cxn modelId="{87EE9A75-43FA-4F2D-9AD9-B4F52B22B2F9}" type="presParOf" srcId="{0B0118EF-D5A3-4829-A748-2076F3632428}" destId="{903CA1EA-2040-4464-8BAF-051D0F8F318E}" srcOrd="2" destOrd="0" presId="urn:microsoft.com/office/officeart/2018/2/layout/IconLabelList"/>
    <dgm:cxn modelId="{F1A204D6-66E5-40C7-BB8E-8D6A9A15887D}" type="presParOf" srcId="{39695164-BBFF-41CC-8C3E-A9AD22E1CB7E}" destId="{B6817A8E-E06B-49CB-B83C-807CA974DCCC}" srcOrd="3" destOrd="0" presId="urn:microsoft.com/office/officeart/2018/2/layout/IconLabelList"/>
    <dgm:cxn modelId="{09C4CC2F-FC3F-428B-848E-D0A7E230D4A6}" type="presParOf" srcId="{39695164-BBFF-41CC-8C3E-A9AD22E1CB7E}" destId="{F290D137-DD75-4EFC-A28F-83E18EE3B140}" srcOrd="4" destOrd="0" presId="urn:microsoft.com/office/officeart/2018/2/layout/IconLabelList"/>
    <dgm:cxn modelId="{5785E8D8-A28C-4150-955C-6AA81FDC2035}" type="presParOf" srcId="{F290D137-DD75-4EFC-A28F-83E18EE3B140}" destId="{BB292A9F-9902-4C4D-B796-9EE039A68A7A}" srcOrd="0" destOrd="0" presId="urn:microsoft.com/office/officeart/2018/2/layout/IconLabelList"/>
    <dgm:cxn modelId="{C428597D-3D05-4A14-B7C5-F7602931292D}" type="presParOf" srcId="{F290D137-DD75-4EFC-A28F-83E18EE3B140}" destId="{0B7D60F7-ECB4-4BEA-A478-1BF17EB69070}" srcOrd="1" destOrd="0" presId="urn:microsoft.com/office/officeart/2018/2/layout/IconLabelList"/>
    <dgm:cxn modelId="{5EC69E84-3FAF-41D7-A0FB-67ADC5D51F96}" type="presParOf" srcId="{F290D137-DD75-4EFC-A28F-83E18EE3B140}" destId="{4A095EBE-8FAC-4C52-85FA-47BCBFA20D7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0ECC7-D64F-AA49-B337-6C8524ECA699}">
      <dsp:nvSpPr>
        <dsp:cNvPr id="0" name=""/>
        <dsp:cNvSpPr/>
      </dsp:nvSpPr>
      <dsp:spPr>
        <a:xfrm>
          <a:off x="0" y="76202"/>
          <a:ext cx="5755641" cy="3357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lvl="0" indent="0" algn="l" defTabSz="914377" rtl="0" eaLnBrk="1" latinLnBrk="0" hangingPunct="1">
            <a:lnSpc>
              <a:spcPct val="90000"/>
            </a:lnSpc>
            <a:spcBef>
              <a:spcPct val="0"/>
            </a:spcBef>
            <a:spcAft>
              <a:spcPct val="35000"/>
            </a:spcAft>
            <a:buNone/>
            <a:defRPr/>
          </a:pPr>
          <a:r>
            <a:rPr lang="en-US" sz="1400" b="0" kern="1200">
              <a:latin typeface="Barlow" pitchFamily="2" charset="77"/>
              <a:ea typeface="+mn-ea"/>
              <a:cs typeface="+mn-cs"/>
            </a:rPr>
            <a:t>Initiate</a:t>
          </a:r>
        </a:p>
      </dsp:txBody>
      <dsp:txXfrm>
        <a:off x="16392" y="92594"/>
        <a:ext cx="5722857" cy="303006"/>
      </dsp:txXfrm>
    </dsp:sp>
    <dsp:sp modelId="{20340385-9136-494A-8F28-FC7C89ECC9BC}">
      <dsp:nvSpPr>
        <dsp:cNvPr id="0" name=""/>
        <dsp:cNvSpPr/>
      </dsp:nvSpPr>
      <dsp:spPr>
        <a:xfrm>
          <a:off x="0" y="411862"/>
          <a:ext cx="5755641"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742"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a:latin typeface="Barlow" pitchFamily="2" charset="77"/>
            </a:rPr>
            <a:t>Great Launch</a:t>
          </a:r>
        </a:p>
        <a:p>
          <a:pPr marL="57150" lvl="1" indent="-57150" algn="l" defTabSz="488950">
            <a:lnSpc>
              <a:spcPct val="90000"/>
            </a:lnSpc>
            <a:spcBef>
              <a:spcPct val="0"/>
            </a:spcBef>
            <a:spcAft>
              <a:spcPct val="20000"/>
            </a:spcAft>
            <a:buChar char="•"/>
          </a:pPr>
          <a:r>
            <a:rPr lang="en-US" sz="1100" kern="1200">
              <a:latin typeface="Barlow" pitchFamily="2" charset="77"/>
            </a:rPr>
            <a:t>Kickoff</a:t>
          </a:r>
        </a:p>
        <a:p>
          <a:pPr marL="57150" lvl="1" indent="-57150" algn="l" defTabSz="488950">
            <a:lnSpc>
              <a:spcPct val="90000"/>
            </a:lnSpc>
            <a:spcBef>
              <a:spcPct val="0"/>
            </a:spcBef>
            <a:spcAft>
              <a:spcPct val="20000"/>
            </a:spcAft>
            <a:buChar char="•"/>
          </a:pPr>
          <a:r>
            <a:rPr lang="en-US" sz="1100" kern="1200">
              <a:latin typeface="Barlow" pitchFamily="2" charset="77"/>
            </a:rPr>
            <a:t>Team Alignment</a:t>
          </a:r>
        </a:p>
        <a:p>
          <a:pPr marL="57150" lvl="1" indent="-57150" algn="l" defTabSz="488950">
            <a:lnSpc>
              <a:spcPct val="90000"/>
            </a:lnSpc>
            <a:spcBef>
              <a:spcPct val="0"/>
            </a:spcBef>
            <a:spcAft>
              <a:spcPct val="20000"/>
            </a:spcAft>
            <a:buChar char="•"/>
          </a:pPr>
          <a:r>
            <a:rPr lang="en-US" sz="1100" kern="1200">
              <a:latin typeface="Barlow" pitchFamily="2" charset="77"/>
            </a:rPr>
            <a:t>Strategies</a:t>
          </a:r>
        </a:p>
        <a:p>
          <a:pPr marL="57150" lvl="1" indent="-57150" algn="l" defTabSz="488950">
            <a:lnSpc>
              <a:spcPct val="90000"/>
            </a:lnSpc>
            <a:spcBef>
              <a:spcPct val="0"/>
            </a:spcBef>
            <a:spcAft>
              <a:spcPct val="20000"/>
            </a:spcAft>
            <a:buChar char="•"/>
          </a:pPr>
          <a:r>
            <a:rPr lang="en-US" sz="1100" kern="1200">
              <a:latin typeface="Barlow" pitchFamily="2" charset="77"/>
            </a:rPr>
            <a:t>Project Planning, discipline</a:t>
          </a:r>
        </a:p>
      </dsp:txBody>
      <dsp:txXfrm>
        <a:off x="0" y="411862"/>
        <a:ext cx="5755641" cy="927360"/>
      </dsp:txXfrm>
    </dsp:sp>
    <dsp:sp modelId="{AF1E5E03-BAD4-6547-89AA-A366D19D59BF}">
      <dsp:nvSpPr>
        <dsp:cNvPr id="0" name=""/>
        <dsp:cNvSpPr/>
      </dsp:nvSpPr>
      <dsp:spPr>
        <a:xfrm>
          <a:off x="0" y="1339222"/>
          <a:ext cx="5755641" cy="33579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lvl="0" indent="0" algn="l" defTabSz="914377" rtl="0" eaLnBrk="1" latinLnBrk="0" hangingPunct="1">
            <a:lnSpc>
              <a:spcPct val="90000"/>
            </a:lnSpc>
            <a:spcBef>
              <a:spcPct val="0"/>
            </a:spcBef>
            <a:spcAft>
              <a:spcPct val="35000"/>
            </a:spcAft>
            <a:buNone/>
            <a:defRPr/>
          </a:pPr>
          <a:r>
            <a:rPr lang="en-US" sz="1400" b="0" kern="1200">
              <a:latin typeface="Barlow" pitchFamily="2" charset="77"/>
              <a:ea typeface="+mn-ea"/>
              <a:cs typeface="+mn-cs"/>
            </a:rPr>
            <a:t>Plan</a:t>
          </a:r>
        </a:p>
      </dsp:txBody>
      <dsp:txXfrm>
        <a:off x="16392" y="1355614"/>
        <a:ext cx="5722857" cy="303006"/>
      </dsp:txXfrm>
    </dsp:sp>
    <dsp:sp modelId="{268B157C-277C-F440-B40A-E433199FF05A}">
      <dsp:nvSpPr>
        <dsp:cNvPr id="0" name=""/>
        <dsp:cNvSpPr/>
      </dsp:nvSpPr>
      <dsp:spPr>
        <a:xfrm>
          <a:off x="0" y="1675012"/>
          <a:ext cx="5755641" cy="565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742"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a:latin typeface="Barlow" pitchFamily="2" charset="77"/>
            </a:rPr>
            <a:t>Demonstration &amp; Elicitation Workshops </a:t>
          </a:r>
        </a:p>
        <a:p>
          <a:pPr marL="57150" lvl="1" indent="-57150" algn="l" defTabSz="488950">
            <a:lnSpc>
              <a:spcPct val="90000"/>
            </a:lnSpc>
            <a:spcBef>
              <a:spcPct val="0"/>
            </a:spcBef>
            <a:spcAft>
              <a:spcPct val="20000"/>
            </a:spcAft>
            <a:buChar char="•"/>
          </a:pPr>
          <a:r>
            <a:rPr lang="en-US" sz="1100" kern="1200">
              <a:latin typeface="Barlow" pitchFamily="2" charset="77"/>
            </a:rPr>
            <a:t>Document requirements/stories</a:t>
          </a:r>
        </a:p>
        <a:p>
          <a:pPr marL="57150" lvl="1" indent="-57150" algn="l" defTabSz="488950">
            <a:lnSpc>
              <a:spcPct val="90000"/>
            </a:lnSpc>
            <a:spcBef>
              <a:spcPct val="0"/>
            </a:spcBef>
            <a:spcAft>
              <a:spcPct val="20000"/>
            </a:spcAft>
            <a:buChar char="•"/>
          </a:pPr>
          <a:r>
            <a:rPr lang="en-US" sz="1100" kern="1200">
              <a:latin typeface="Barlow" pitchFamily="2" charset="77"/>
            </a:rPr>
            <a:t>Execute Planning (Sprints, tests, )</a:t>
          </a:r>
        </a:p>
      </dsp:txBody>
      <dsp:txXfrm>
        <a:off x="0" y="1675012"/>
        <a:ext cx="5755641" cy="565110"/>
      </dsp:txXfrm>
    </dsp:sp>
    <dsp:sp modelId="{847CCCDA-20D4-4D40-A0CC-0E68633035FE}">
      <dsp:nvSpPr>
        <dsp:cNvPr id="0" name=""/>
        <dsp:cNvSpPr/>
      </dsp:nvSpPr>
      <dsp:spPr>
        <a:xfrm>
          <a:off x="0" y="2240122"/>
          <a:ext cx="5755641" cy="33579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lvl="0" indent="0" algn="l" defTabSz="914377" rtl="0" eaLnBrk="1" latinLnBrk="0" hangingPunct="1">
            <a:lnSpc>
              <a:spcPct val="90000"/>
            </a:lnSpc>
            <a:spcBef>
              <a:spcPct val="0"/>
            </a:spcBef>
            <a:spcAft>
              <a:spcPct val="35000"/>
            </a:spcAft>
            <a:buNone/>
            <a:defRPr/>
          </a:pPr>
          <a:r>
            <a:rPr lang="en-US" sz="1400" b="0" kern="1200">
              <a:latin typeface="Barlow" pitchFamily="2" charset="77"/>
              <a:ea typeface="+mn-ea"/>
              <a:cs typeface="+mn-cs"/>
            </a:rPr>
            <a:t>Execute</a:t>
          </a:r>
        </a:p>
      </dsp:txBody>
      <dsp:txXfrm>
        <a:off x="16392" y="2256514"/>
        <a:ext cx="5722857" cy="303006"/>
      </dsp:txXfrm>
    </dsp:sp>
    <dsp:sp modelId="{A1A30B10-E076-4E49-A6F2-3E58CCF86BFB}">
      <dsp:nvSpPr>
        <dsp:cNvPr id="0" name=""/>
        <dsp:cNvSpPr/>
      </dsp:nvSpPr>
      <dsp:spPr>
        <a:xfrm>
          <a:off x="0" y="2575912"/>
          <a:ext cx="5755641" cy="75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742"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a:latin typeface="Barlow" pitchFamily="2" charset="77"/>
            </a:rPr>
            <a:t>Deliver Development Sprints (SNOW, Integrations, Data, etc.)</a:t>
          </a:r>
        </a:p>
        <a:p>
          <a:pPr marL="57150" lvl="1" indent="-57150" algn="l" defTabSz="488950">
            <a:lnSpc>
              <a:spcPct val="90000"/>
            </a:lnSpc>
            <a:spcBef>
              <a:spcPct val="0"/>
            </a:spcBef>
            <a:spcAft>
              <a:spcPct val="20000"/>
            </a:spcAft>
            <a:buChar char="•"/>
          </a:pPr>
          <a:r>
            <a:rPr lang="en-US" sz="1100" kern="1200">
              <a:latin typeface="Barlow" pitchFamily="2" charset="77"/>
            </a:rPr>
            <a:t>Demos</a:t>
          </a:r>
        </a:p>
        <a:p>
          <a:pPr marL="57150" lvl="1" indent="-57150" algn="l" defTabSz="488950">
            <a:lnSpc>
              <a:spcPct val="90000"/>
            </a:lnSpc>
            <a:spcBef>
              <a:spcPct val="0"/>
            </a:spcBef>
            <a:spcAft>
              <a:spcPct val="20000"/>
            </a:spcAft>
            <a:buChar char="•"/>
          </a:pPr>
          <a:r>
            <a:rPr lang="en-US" sz="1100" kern="1200">
              <a:latin typeface="Barlow" pitchFamily="2" charset="77"/>
            </a:rPr>
            <a:t>Reviews</a:t>
          </a:r>
        </a:p>
        <a:p>
          <a:pPr marL="57150" lvl="1" indent="-57150" algn="l" defTabSz="488950">
            <a:lnSpc>
              <a:spcPct val="90000"/>
            </a:lnSpc>
            <a:spcBef>
              <a:spcPct val="0"/>
            </a:spcBef>
            <a:spcAft>
              <a:spcPct val="20000"/>
            </a:spcAft>
            <a:buChar char="•"/>
          </a:pPr>
          <a:r>
            <a:rPr lang="en-US" sz="1100" kern="1200">
              <a:latin typeface="Barlow" pitchFamily="2" charset="77"/>
            </a:rPr>
            <a:t>Delivery Planning</a:t>
          </a:r>
        </a:p>
      </dsp:txBody>
      <dsp:txXfrm>
        <a:off x="0" y="2575912"/>
        <a:ext cx="5755641" cy="753480"/>
      </dsp:txXfrm>
    </dsp:sp>
    <dsp:sp modelId="{616CCD88-AC4C-554A-BA65-4E4A2D7D48FD}">
      <dsp:nvSpPr>
        <dsp:cNvPr id="0" name=""/>
        <dsp:cNvSpPr/>
      </dsp:nvSpPr>
      <dsp:spPr>
        <a:xfrm>
          <a:off x="0" y="3329392"/>
          <a:ext cx="5755641" cy="33579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lvl="0" indent="0" algn="l" defTabSz="914377" rtl="0" eaLnBrk="1" latinLnBrk="0" hangingPunct="1">
            <a:lnSpc>
              <a:spcPct val="90000"/>
            </a:lnSpc>
            <a:spcBef>
              <a:spcPct val="0"/>
            </a:spcBef>
            <a:spcAft>
              <a:spcPct val="35000"/>
            </a:spcAft>
            <a:buNone/>
            <a:defRPr/>
          </a:pPr>
          <a:r>
            <a:rPr lang="en-US" sz="1400" b="0" kern="1200">
              <a:latin typeface="Barlow" pitchFamily="2" charset="77"/>
              <a:ea typeface="+mn-ea"/>
              <a:cs typeface="+mn-cs"/>
            </a:rPr>
            <a:t>Deliver</a:t>
          </a:r>
        </a:p>
      </dsp:txBody>
      <dsp:txXfrm>
        <a:off x="16392" y="3345784"/>
        <a:ext cx="5722857" cy="303006"/>
      </dsp:txXfrm>
    </dsp:sp>
    <dsp:sp modelId="{FB7E088C-2934-6C48-8B7C-ED9912690ABE}">
      <dsp:nvSpPr>
        <dsp:cNvPr id="0" name=""/>
        <dsp:cNvSpPr/>
      </dsp:nvSpPr>
      <dsp:spPr>
        <a:xfrm>
          <a:off x="0" y="3665182"/>
          <a:ext cx="5755641"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742"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a:latin typeface="Barlow" pitchFamily="2" charset="77"/>
            </a:rPr>
            <a:t>Testing (Functional, SIT, UAT, data, etc.)</a:t>
          </a:r>
        </a:p>
        <a:p>
          <a:pPr marL="57150" lvl="1" indent="-57150" algn="l" defTabSz="488950">
            <a:lnSpc>
              <a:spcPct val="90000"/>
            </a:lnSpc>
            <a:spcBef>
              <a:spcPct val="0"/>
            </a:spcBef>
            <a:spcAft>
              <a:spcPct val="20000"/>
            </a:spcAft>
            <a:buChar char="•"/>
          </a:pPr>
          <a:r>
            <a:rPr lang="en-US" sz="1100" kern="1200">
              <a:latin typeface="Barlow" pitchFamily="2" charset="77"/>
            </a:rPr>
            <a:t>Training</a:t>
          </a:r>
        </a:p>
        <a:p>
          <a:pPr marL="57150" lvl="1" indent="-57150" algn="l" defTabSz="488950">
            <a:lnSpc>
              <a:spcPct val="90000"/>
            </a:lnSpc>
            <a:spcBef>
              <a:spcPct val="0"/>
            </a:spcBef>
            <a:spcAft>
              <a:spcPct val="20000"/>
            </a:spcAft>
            <a:buChar char="•"/>
          </a:pPr>
          <a:r>
            <a:rPr lang="en-US" sz="1100" kern="1200">
              <a:latin typeface="Barlow" pitchFamily="2" charset="77"/>
            </a:rPr>
            <a:t>Operational Readiness</a:t>
          </a:r>
        </a:p>
        <a:p>
          <a:pPr marL="57150" lvl="1" indent="-57150" algn="l" defTabSz="488950">
            <a:lnSpc>
              <a:spcPct val="90000"/>
            </a:lnSpc>
            <a:spcBef>
              <a:spcPct val="0"/>
            </a:spcBef>
            <a:spcAft>
              <a:spcPct val="20000"/>
            </a:spcAft>
            <a:buChar char="•"/>
          </a:pPr>
          <a:r>
            <a:rPr lang="en-US" sz="1100" kern="1200">
              <a:latin typeface="Barlow" pitchFamily="2" charset="77"/>
            </a:rPr>
            <a:t>Go-No Go</a:t>
          </a:r>
        </a:p>
        <a:p>
          <a:pPr marL="57150" lvl="1" indent="-57150" algn="l" defTabSz="488950">
            <a:lnSpc>
              <a:spcPct val="90000"/>
            </a:lnSpc>
            <a:spcBef>
              <a:spcPct val="0"/>
            </a:spcBef>
            <a:spcAft>
              <a:spcPct val="20000"/>
            </a:spcAft>
            <a:buChar char="•"/>
          </a:pPr>
          <a:r>
            <a:rPr lang="en-US" sz="1100" kern="1200">
              <a:latin typeface="Barlow" pitchFamily="2" charset="77"/>
            </a:rPr>
            <a:t>Production Release</a:t>
          </a:r>
        </a:p>
      </dsp:txBody>
      <dsp:txXfrm>
        <a:off x="0" y="3665182"/>
        <a:ext cx="5755641" cy="927360"/>
      </dsp:txXfrm>
    </dsp:sp>
    <dsp:sp modelId="{C07009FA-62F1-5C4D-9C5D-08264252EDD4}">
      <dsp:nvSpPr>
        <dsp:cNvPr id="0" name=""/>
        <dsp:cNvSpPr/>
      </dsp:nvSpPr>
      <dsp:spPr>
        <a:xfrm>
          <a:off x="0" y="4592542"/>
          <a:ext cx="5755641" cy="33579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lvl="0" indent="0" algn="l" defTabSz="914377" rtl="0" eaLnBrk="1" latinLnBrk="0" hangingPunct="1">
            <a:lnSpc>
              <a:spcPct val="90000"/>
            </a:lnSpc>
            <a:spcBef>
              <a:spcPct val="0"/>
            </a:spcBef>
            <a:spcAft>
              <a:spcPct val="35000"/>
            </a:spcAft>
            <a:buNone/>
            <a:defRPr/>
          </a:pPr>
          <a:r>
            <a:rPr lang="en-US" sz="1400" b="0" kern="1200">
              <a:latin typeface="Barlow" pitchFamily="2" charset="77"/>
              <a:ea typeface="+mn-ea"/>
              <a:cs typeface="+mn-cs"/>
            </a:rPr>
            <a:t>Close</a:t>
          </a:r>
        </a:p>
      </dsp:txBody>
      <dsp:txXfrm>
        <a:off x="16392" y="4608934"/>
        <a:ext cx="5722857" cy="303006"/>
      </dsp:txXfrm>
    </dsp:sp>
    <dsp:sp modelId="{84C8FC2C-1461-C94B-A8B6-C016E0345D85}">
      <dsp:nvSpPr>
        <dsp:cNvPr id="0" name=""/>
        <dsp:cNvSpPr/>
      </dsp:nvSpPr>
      <dsp:spPr>
        <a:xfrm>
          <a:off x="0" y="4928332"/>
          <a:ext cx="5755641" cy="75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742"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a:latin typeface="Barlow" pitchFamily="2" charset="77"/>
            </a:rPr>
            <a:t>Transition to operations</a:t>
          </a:r>
        </a:p>
        <a:p>
          <a:pPr marL="57150" lvl="1" indent="-57150" algn="l" defTabSz="488950">
            <a:lnSpc>
              <a:spcPct val="90000"/>
            </a:lnSpc>
            <a:spcBef>
              <a:spcPct val="0"/>
            </a:spcBef>
            <a:spcAft>
              <a:spcPct val="20000"/>
            </a:spcAft>
            <a:buChar char="•"/>
          </a:pPr>
          <a:r>
            <a:rPr lang="en-US" sz="1100" kern="1200">
              <a:latin typeface="Barlow" pitchFamily="2" charset="77"/>
            </a:rPr>
            <a:t>Hypercare</a:t>
          </a:r>
        </a:p>
        <a:p>
          <a:pPr marL="57150" lvl="1" indent="-57150" algn="l" defTabSz="488950">
            <a:lnSpc>
              <a:spcPct val="90000"/>
            </a:lnSpc>
            <a:spcBef>
              <a:spcPct val="0"/>
            </a:spcBef>
            <a:spcAft>
              <a:spcPct val="20000"/>
            </a:spcAft>
            <a:buChar char="•"/>
          </a:pPr>
          <a:r>
            <a:rPr lang="en-US" sz="1100" kern="1200">
              <a:latin typeface="Barlow" pitchFamily="2" charset="77"/>
            </a:rPr>
            <a:t>Safe Landing</a:t>
          </a:r>
        </a:p>
        <a:p>
          <a:pPr marL="57150" lvl="1" indent="-57150" algn="l" defTabSz="488950">
            <a:lnSpc>
              <a:spcPct val="90000"/>
            </a:lnSpc>
            <a:spcBef>
              <a:spcPct val="0"/>
            </a:spcBef>
            <a:spcAft>
              <a:spcPct val="20000"/>
            </a:spcAft>
            <a:buChar char="•"/>
          </a:pPr>
          <a:r>
            <a:rPr lang="en-US" sz="1100" kern="1200">
              <a:latin typeface="Barlow" pitchFamily="2" charset="77"/>
            </a:rPr>
            <a:t>Project Close</a:t>
          </a:r>
        </a:p>
      </dsp:txBody>
      <dsp:txXfrm>
        <a:off x="0" y="4928332"/>
        <a:ext cx="5755641" cy="7534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11CDA-90BA-4957-80DB-D5D56AD86A54}">
      <dsp:nvSpPr>
        <dsp:cNvPr id="0" name=""/>
        <dsp:cNvSpPr/>
      </dsp:nvSpPr>
      <dsp:spPr>
        <a:xfrm>
          <a:off x="426476" y="794843"/>
          <a:ext cx="692138" cy="6921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CD4ED3-E26D-4C5F-B230-01A0FF790DAC}">
      <dsp:nvSpPr>
        <dsp:cNvPr id="0" name=""/>
        <dsp:cNvSpPr/>
      </dsp:nvSpPr>
      <dsp:spPr>
        <a:xfrm>
          <a:off x="3503" y="1802589"/>
          <a:ext cx="1538085" cy="1095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latin typeface="Barlow Light"/>
            </a:rPr>
            <a:t>Owns technical solution for customer</a:t>
          </a:r>
        </a:p>
      </dsp:txBody>
      <dsp:txXfrm>
        <a:off x="3503" y="1802589"/>
        <a:ext cx="1538085" cy="1095886"/>
      </dsp:txXfrm>
    </dsp:sp>
    <dsp:sp modelId="{29388EA3-175D-4661-B896-8959C3FE47EB}">
      <dsp:nvSpPr>
        <dsp:cNvPr id="0" name=""/>
        <dsp:cNvSpPr/>
      </dsp:nvSpPr>
      <dsp:spPr>
        <a:xfrm>
          <a:off x="2233727" y="794843"/>
          <a:ext cx="692138" cy="6921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3CA1EA-2040-4464-8BAF-051D0F8F318E}">
      <dsp:nvSpPr>
        <dsp:cNvPr id="0" name=""/>
        <dsp:cNvSpPr/>
      </dsp:nvSpPr>
      <dsp:spPr>
        <a:xfrm>
          <a:off x="1810754" y="1802589"/>
          <a:ext cx="1538085" cy="1095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latin typeface="Barlow Light"/>
            </a:rPr>
            <a:t>Technical escalation</a:t>
          </a:r>
        </a:p>
      </dsp:txBody>
      <dsp:txXfrm>
        <a:off x="1810754" y="1802589"/>
        <a:ext cx="1538085" cy="1095886"/>
      </dsp:txXfrm>
    </dsp:sp>
    <dsp:sp modelId="{BB292A9F-9902-4C4D-B796-9EE039A68A7A}">
      <dsp:nvSpPr>
        <dsp:cNvPr id="0" name=""/>
        <dsp:cNvSpPr/>
      </dsp:nvSpPr>
      <dsp:spPr>
        <a:xfrm>
          <a:off x="4040978" y="794843"/>
          <a:ext cx="692138" cy="6921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095EBE-8FAC-4C52-85FA-47BCBFA20D78}">
      <dsp:nvSpPr>
        <dsp:cNvPr id="0" name=""/>
        <dsp:cNvSpPr/>
      </dsp:nvSpPr>
      <dsp:spPr>
        <a:xfrm>
          <a:off x="3618005" y="1802589"/>
          <a:ext cx="1538085" cy="1095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latin typeface="Barlow Light"/>
            </a:rPr>
            <a:t>Ensure stories are technically sound, estimated, and can be worked on by developer(s)</a:t>
          </a:r>
        </a:p>
      </dsp:txBody>
      <dsp:txXfrm>
        <a:off x="3618005" y="1802589"/>
        <a:ext cx="1538085" cy="1095886"/>
      </dsp:txXfrm>
    </dsp:sp>
    <dsp:sp modelId="{DD7377B6-4A1E-4CB4-AF22-211881CA6750}">
      <dsp:nvSpPr>
        <dsp:cNvPr id="0" name=""/>
        <dsp:cNvSpPr/>
      </dsp:nvSpPr>
      <dsp:spPr>
        <a:xfrm>
          <a:off x="5848229" y="794843"/>
          <a:ext cx="692138" cy="6921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F39E52-B88E-42B9-8B25-9954F5989D28}">
      <dsp:nvSpPr>
        <dsp:cNvPr id="0" name=""/>
        <dsp:cNvSpPr/>
      </dsp:nvSpPr>
      <dsp:spPr>
        <a:xfrm>
          <a:off x="5425256" y="1802589"/>
          <a:ext cx="1538085" cy="1095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latin typeface="Barlow Light"/>
            </a:rPr>
            <a:t>Leads sprint demo and planning meetings with assistance from development team and project manager as necessary</a:t>
          </a:r>
        </a:p>
      </dsp:txBody>
      <dsp:txXfrm>
        <a:off x="5425256" y="1802589"/>
        <a:ext cx="1538085" cy="1095886"/>
      </dsp:txXfrm>
    </dsp:sp>
    <dsp:sp modelId="{6F4C3EAC-6BE2-46C9-ACD5-804CA93761D0}">
      <dsp:nvSpPr>
        <dsp:cNvPr id="0" name=""/>
        <dsp:cNvSpPr/>
      </dsp:nvSpPr>
      <dsp:spPr>
        <a:xfrm>
          <a:off x="7655480" y="794843"/>
          <a:ext cx="692138" cy="69213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69EA03-9EB8-4F3C-80D0-7E0B51F7372A}">
      <dsp:nvSpPr>
        <dsp:cNvPr id="0" name=""/>
        <dsp:cNvSpPr/>
      </dsp:nvSpPr>
      <dsp:spPr>
        <a:xfrm>
          <a:off x="7232506" y="1802589"/>
          <a:ext cx="1538085" cy="1095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latin typeface="Barlow Light"/>
            </a:rPr>
            <a:t>Coach developers </a:t>
          </a:r>
        </a:p>
      </dsp:txBody>
      <dsp:txXfrm>
        <a:off x="7232506" y="1802589"/>
        <a:ext cx="1538085" cy="1095886"/>
      </dsp:txXfrm>
    </dsp:sp>
    <dsp:sp modelId="{C8A9297A-1B02-4AC0-B153-57549A4FE5A8}">
      <dsp:nvSpPr>
        <dsp:cNvPr id="0" name=""/>
        <dsp:cNvSpPr/>
      </dsp:nvSpPr>
      <dsp:spPr>
        <a:xfrm>
          <a:off x="9462731" y="794843"/>
          <a:ext cx="692138" cy="69213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743946-9F11-4DE0-AA91-5121ED1CE9C8}">
      <dsp:nvSpPr>
        <dsp:cNvPr id="0" name=""/>
        <dsp:cNvSpPr/>
      </dsp:nvSpPr>
      <dsp:spPr>
        <a:xfrm>
          <a:off x="9039757" y="1802589"/>
          <a:ext cx="1538085" cy="1095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latin typeface="Barlow Light"/>
            </a:rPr>
            <a:t>Peer review stories prior to sprint demoes</a:t>
          </a:r>
        </a:p>
      </dsp:txBody>
      <dsp:txXfrm>
        <a:off x="9039757" y="1802589"/>
        <a:ext cx="1538085" cy="10958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11CDA-90BA-4957-80DB-D5D56AD86A54}">
      <dsp:nvSpPr>
        <dsp:cNvPr id="0" name=""/>
        <dsp:cNvSpPr/>
      </dsp:nvSpPr>
      <dsp:spPr>
        <a:xfrm>
          <a:off x="854675" y="694705"/>
          <a:ext cx="1238309" cy="123830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CD4ED3-E26D-4C5F-B230-01A0FF790DAC}">
      <dsp:nvSpPr>
        <dsp:cNvPr id="0" name=""/>
        <dsp:cNvSpPr/>
      </dsp:nvSpPr>
      <dsp:spPr>
        <a:xfrm>
          <a:off x="97930" y="2278613"/>
          <a:ext cx="275179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arlow Light"/>
            </a:rPr>
            <a:t>Leads Workshops</a:t>
          </a:r>
        </a:p>
      </dsp:txBody>
      <dsp:txXfrm>
        <a:off x="97930" y="2278613"/>
        <a:ext cx="2751798" cy="720000"/>
      </dsp:txXfrm>
    </dsp:sp>
    <dsp:sp modelId="{29388EA3-175D-4661-B896-8959C3FE47EB}">
      <dsp:nvSpPr>
        <dsp:cNvPr id="0" name=""/>
        <dsp:cNvSpPr/>
      </dsp:nvSpPr>
      <dsp:spPr>
        <a:xfrm>
          <a:off x="4088037" y="694705"/>
          <a:ext cx="1238309" cy="12383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3CA1EA-2040-4464-8BAF-051D0F8F318E}">
      <dsp:nvSpPr>
        <dsp:cNvPr id="0" name=""/>
        <dsp:cNvSpPr/>
      </dsp:nvSpPr>
      <dsp:spPr>
        <a:xfrm>
          <a:off x="3331293" y="2278613"/>
          <a:ext cx="275179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arlow Light"/>
            </a:rPr>
            <a:t>Story Writing</a:t>
          </a:r>
        </a:p>
      </dsp:txBody>
      <dsp:txXfrm>
        <a:off x="3331293" y="2278613"/>
        <a:ext cx="2751798" cy="720000"/>
      </dsp:txXfrm>
    </dsp:sp>
    <dsp:sp modelId="{BB292A9F-9902-4C4D-B796-9EE039A68A7A}">
      <dsp:nvSpPr>
        <dsp:cNvPr id="0" name=""/>
        <dsp:cNvSpPr/>
      </dsp:nvSpPr>
      <dsp:spPr>
        <a:xfrm>
          <a:off x="7321400" y="694705"/>
          <a:ext cx="1238309" cy="1238309"/>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095EBE-8FAC-4C52-85FA-47BCBFA20D78}">
      <dsp:nvSpPr>
        <dsp:cNvPr id="0" name=""/>
        <dsp:cNvSpPr/>
      </dsp:nvSpPr>
      <dsp:spPr>
        <a:xfrm>
          <a:off x="6564656" y="2278613"/>
          <a:ext cx="275179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arlow Light"/>
            </a:rPr>
            <a:t>Tracks action items from Workshops</a:t>
          </a:r>
        </a:p>
      </dsp:txBody>
      <dsp:txXfrm>
        <a:off x="6564656" y="2278613"/>
        <a:ext cx="2751798"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ABBAF8-E948-4D2C-BD03-8CA55BC95779}"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BB1C7-594E-4BFF-BFDE-D9577424937E}" type="slidenum">
              <a:rPr lang="en-US" smtClean="0"/>
              <a:t>‹#›</a:t>
            </a:fld>
            <a:endParaRPr lang="en-US"/>
          </a:p>
        </p:txBody>
      </p:sp>
    </p:spTree>
    <p:extLst>
      <p:ext uri="{BB962C8B-B14F-4D97-AF65-F5344CB8AC3E}">
        <p14:creationId xmlns:p14="http://schemas.microsoft.com/office/powerpoint/2010/main" val="889643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7B3809F8-8377-4312-9B70-B4DF8D6BD9D6}" type="slidenum">
              <a:rPr lang="en-US" smtClean="0"/>
              <a:t>6</a:t>
            </a:fld>
            <a:endParaRPr lang="en-US"/>
          </a:p>
        </p:txBody>
      </p:sp>
    </p:spTree>
    <p:extLst>
      <p:ext uri="{BB962C8B-B14F-4D97-AF65-F5344CB8AC3E}">
        <p14:creationId xmlns:p14="http://schemas.microsoft.com/office/powerpoint/2010/main" val="3346887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7B5D20-903C-FC4C-9AF4-F13346AF00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0344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7B5D20-903C-FC4C-9AF4-F13346AF00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6293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Master" Target="../slideMasters/slideMaster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85AE198-48AF-2A48-95C0-30D0C619ED4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188594" y="0"/>
            <a:ext cx="9003407" cy="6858000"/>
          </a:xfrm>
          <a:prstGeom prst="rect">
            <a:avLst/>
          </a:prstGeom>
        </p:spPr>
      </p:pic>
      <p:sp>
        <p:nvSpPr>
          <p:cNvPr id="14" name="Freeform 13">
            <a:extLst>
              <a:ext uri="{FF2B5EF4-FFF2-40B4-BE49-F238E27FC236}">
                <a16:creationId xmlns:a16="http://schemas.microsoft.com/office/drawing/2014/main" id="{FBED6CB7-7FE3-7E4F-9184-C89FB0B470B3}"/>
              </a:ext>
            </a:extLst>
          </p:cNvPr>
          <p:cNvSpPr/>
          <p:nvPr userDrawn="1"/>
        </p:nvSpPr>
        <p:spPr>
          <a:xfrm>
            <a:off x="5920771" y="1"/>
            <a:ext cx="3764556" cy="6014812"/>
          </a:xfrm>
          <a:custGeom>
            <a:avLst/>
            <a:gdLst>
              <a:gd name="connsiteX0" fmla="*/ 2611276 w 2823417"/>
              <a:gd name="connsiteY0" fmla="*/ 0 h 4511109"/>
              <a:gd name="connsiteX1" fmla="*/ 2823417 w 2823417"/>
              <a:gd name="connsiteY1" fmla="*/ 0 h 4511109"/>
              <a:gd name="connsiteX2" fmla="*/ 188168 w 2823417"/>
              <a:gd name="connsiteY2" fmla="*/ 4511109 h 4511109"/>
              <a:gd name="connsiteX3" fmla="*/ 0 w 2823417"/>
              <a:gd name="connsiteY3" fmla="*/ 4511109 h 4511109"/>
            </a:gdLst>
            <a:ahLst/>
            <a:cxnLst>
              <a:cxn ang="0">
                <a:pos x="connsiteX0" y="connsiteY0"/>
              </a:cxn>
              <a:cxn ang="0">
                <a:pos x="connsiteX1" y="connsiteY1"/>
              </a:cxn>
              <a:cxn ang="0">
                <a:pos x="connsiteX2" y="connsiteY2"/>
              </a:cxn>
              <a:cxn ang="0">
                <a:pos x="connsiteX3" y="connsiteY3"/>
              </a:cxn>
            </a:cxnLst>
            <a:rect l="l" t="t" r="r" b="b"/>
            <a:pathLst>
              <a:path w="2823417" h="4511109">
                <a:moveTo>
                  <a:pt x="2611276" y="0"/>
                </a:moveTo>
                <a:lnTo>
                  <a:pt x="2823417" y="0"/>
                </a:lnTo>
                <a:lnTo>
                  <a:pt x="188168" y="4511109"/>
                </a:lnTo>
                <a:lnTo>
                  <a:pt x="0" y="4511109"/>
                </a:lnTo>
                <a:close/>
              </a:path>
            </a:pathLst>
          </a:custGeom>
          <a:solidFill>
            <a:schemeClr val="accent1">
              <a:alpha val="3589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7A8701DC-C6F2-4E40-8BC5-C751DAC45409}"/>
              </a:ext>
            </a:extLst>
          </p:cNvPr>
          <p:cNvSpPr/>
          <p:nvPr userDrawn="1"/>
        </p:nvSpPr>
        <p:spPr>
          <a:xfrm>
            <a:off x="1" y="0"/>
            <a:ext cx="9421977" cy="6858000"/>
          </a:xfrm>
          <a:custGeom>
            <a:avLst/>
            <a:gdLst>
              <a:gd name="connsiteX0" fmla="*/ 7066483 w 7066483"/>
              <a:gd name="connsiteY0" fmla="*/ 0 h 5157216"/>
              <a:gd name="connsiteX1" fmla="*/ 0 w 7066483"/>
              <a:gd name="connsiteY1" fmla="*/ 0 h 5157216"/>
              <a:gd name="connsiteX2" fmla="*/ 0 w 7066483"/>
              <a:gd name="connsiteY2" fmla="*/ 87782 h 5157216"/>
              <a:gd name="connsiteX3" fmla="*/ 0 w 7066483"/>
              <a:gd name="connsiteY3" fmla="*/ 5157216 h 5157216"/>
              <a:gd name="connsiteX4" fmla="*/ 4074566 w 7066483"/>
              <a:gd name="connsiteY4" fmla="*/ 5157216 h 5157216"/>
              <a:gd name="connsiteX5" fmla="*/ 7066483 w 7066483"/>
              <a:gd name="connsiteY5" fmla="*/ 0 h 515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6483" h="5157216">
                <a:moveTo>
                  <a:pt x="7066483" y="0"/>
                </a:moveTo>
                <a:lnTo>
                  <a:pt x="0" y="0"/>
                </a:lnTo>
                <a:lnTo>
                  <a:pt x="0" y="87782"/>
                </a:lnTo>
                <a:lnTo>
                  <a:pt x="0" y="5157216"/>
                </a:lnTo>
                <a:lnTo>
                  <a:pt x="4074566" y="5157216"/>
                </a:lnTo>
                <a:lnTo>
                  <a:pt x="706648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8">
            <a:extLst>
              <a:ext uri="{FF2B5EF4-FFF2-40B4-BE49-F238E27FC236}">
                <a16:creationId xmlns:a16="http://schemas.microsoft.com/office/drawing/2014/main" id="{35F5001D-4A52-3E45-9B54-6B9C78F7931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2428" y="1026337"/>
            <a:ext cx="2994341" cy="603452"/>
          </a:xfrm>
          <a:prstGeom prst="rect">
            <a:avLst/>
          </a:prstGeom>
        </p:spPr>
      </p:pic>
      <p:sp>
        <p:nvSpPr>
          <p:cNvPr id="16" name="Text Placeholder 15">
            <a:extLst>
              <a:ext uri="{FF2B5EF4-FFF2-40B4-BE49-F238E27FC236}">
                <a16:creationId xmlns:a16="http://schemas.microsoft.com/office/drawing/2014/main" id="{893B850B-4EBF-F14D-890E-761E4C5D9E0B}"/>
              </a:ext>
            </a:extLst>
          </p:cNvPr>
          <p:cNvSpPr>
            <a:spLocks noGrp="1"/>
          </p:cNvSpPr>
          <p:nvPr>
            <p:ph type="body" sz="quarter" idx="10"/>
          </p:nvPr>
        </p:nvSpPr>
        <p:spPr>
          <a:xfrm>
            <a:off x="912283" y="2892676"/>
            <a:ext cx="6135695" cy="517001"/>
          </a:xfrm>
          <a:prstGeom prst="rect">
            <a:avLst/>
          </a:prstGeom>
          <a:noFill/>
        </p:spPr>
        <p:txBody>
          <a:bodyPr wrap="square" lIns="0" tIns="0" rIns="0" bIns="0" rtlCol="0" anchor="b" anchorCtr="0">
            <a:spAutoFit/>
          </a:bodyPr>
          <a:lstStyle>
            <a:lvl1pPr marL="0" indent="0">
              <a:buNone/>
              <a:defRPr lang="en-US" sz="3733" b="0" i="0">
                <a:solidFill>
                  <a:schemeClr val="bg1"/>
                </a:solidFill>
                <a:latin typeface="Barlow Light" pitchFamily="2" charset="77"/>
              </a:defRPr>
            </a:lvl1pPr>
            <a:lvl2pPr>
              <a:defRPr lang="en-US"/>
            </a:lvl2pPr>
            <a:lvl3pPr>
              <a:defRPr lang="en-US" sz="2400"/>
            </a:lvl3pPr>
            <a:lvl4pPr>
              <a:defRPr lang="en-US" sz="2400"/>
            </a:lvl4pPr>
            <a:lvl5pPr>
              <a:defRPr lang="en-US" sz="2400"/>
            </a:lvl5pPr>
          </a:lstStyle>
          <a:p>
            <a:pPr marL="0" lvl="0" defTabSz="609585"/>
            <a:r>
              <a:rPr lang="en-US"/>
              <a:t>Click to edit Master text styles</a:t>
            </a:r>
          </a:p>
        </p:txBody>
      </p:sp>
      <p:cxnSp>
        <p:nvCxnSpPr>
          <p:cNvPr id="18" name="Straight Connector 17">
            <a:extLst>
              <a:ext uri="{FF2B5EF4-FFF2-40B4-BE49-F238E27FC236}">
                <a16:creationId xmlns:a16="http://schemas.microsoft.com/office/drawing/2014/main" id="{6E5D2186-4AB4-8041-85D5-F0C3CE9A4D78}"/>
              </a:ext>
            </a:extLst>
          </p:cNvPr>
          <p:cNvCxnSpPr>
            <a:cxnSpLocks/>
          </p:cNvCxnSpPr>
          <p:nvPr userDrawn="1"/>
        </p:nvCxnSpPr>
        <p:spPr>
          <a:xfrm>
            <a:off x="914400" y="3614057"/>
            <a:ext cx="1230085"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6D588764-0335-4E4A-BE91-17D8835D3C33}"/>
              </a:ext>
            </a:extLst>
          </p:cNvPr>
          <p:cNvSpPr>
            <a:spLocks noGrp="1"/>
          </p:cNvSpPr>
          <p:nvPr>
            <p:ph type="body" sz="quarter" idx="11"/>
          </p:nvPr>
        </p:nvSpPr>
        <p:spPr>
          <a:xfrm>
            <a:off x="912284" y="4072166"/>
            <a:ext cx="4661201" cy="989692"/>
          </a:xfrm>
          <a:prstGeom prst="rect">
            <a:avLst/>
          </a:prstGeom>
        </p:spPr>
        <p:txBody>
          <a:bodyPr lIns="0" tIns="0" rIns="0" bIns="0"/>
          <a:lstStyle>
            <a:lvl1pPr marL="0" indent="0">
              <a:buNone/>
              <a:defRPr sz="1867" b="0" i="0">
                <a:solidFill>
                  <a:schemeClr val="bg1"/>
                </a:solidFill>
                <a:latin typeface="Barlow Light" pitchFamily="2" charset="77"/>
              </a:defRPr>
            </a:lvl1pPr>
            <a:lvl2pPr>
              <a:defRPr b="0" i="0">
                <a:latin typeface="Barlow Light" pitchFamily="2" charset="77"/>
              </a:defRPr>
            </a:lvl2pPr>
            <a:lvl3pPr>
              <a:defRPr b="0" i="0">
                <a:latin typeface="Barlow Light" pitchFamily="2" charset="77"/>
              </a:defRPr>
            </a:lvl3pPr>
            <a:lvl4pPr>
              <a:defRPr b="0" i="0">
                <a:latin typeface="Barlow Light" pitchFamily="2" charset="77"/>
              </a:defRPr>
            </a:lvl4pPr>
            <a:lvl5pPr>
              <a:defRPr b="0" i="0">
                <a:latin typeface="Barlow Light" pitchFamily="2" charset="77"/>
              </a:defRPr>
            </a:lvl5pPr>
          </a:lstStyle>
          <a:p>
            <a:pPr lvl="0"/>
            <a:r>
              <a:rPr lang="en-US"/>
              <a:t>Click to edit Master text</a:t>
            </a:r>
          </a:p>
        </p:txBody>
      </p:sp>
      <p:sp>
        <p:nvSpPr>
          <p:cNvPr id="3" name="TextBox 2">
            <a:extLst>
              <a:ext uri="{FF2B5EF4-FFF2-40B4-BE49-F238E27FC236}">
                <a16:creationId xmlns:a16="http://schemas.microsoft.com/office/drawing/2014/main" id="{531F6021-2FA0-8147-9DB4-95CE47F5C6CD}"/>
              </a:ext>
            </a:extLst>
          </p:cNvPr>
          <p:cNvSpPr txBox="1"/>
          <p:nvPr userDrawn="1"/>
        </p:nvSpPr>
        <p:spPr>
          <a:xfrm>
            <a:off x="912285" y="5748565"/>
            <a:ext cx="3984836" cy="318100"/>
          </a:xfrm>
          <a:prstGeom prst="rect">
            <a:avLst/>
          </a:prstGeom>
          <a:noFill/>
        </p:spPr>
        <p:txBody>
          <a:bodyPr wrap="square" lIns="0" tIns="0" rIns="0" bIns="0" rtlCol="0">
            <a:spAutoFit/>
          </a:bodyPr>
          <a:lstStyle/>
          <a:p>
            <a:pPr algn="l"/>
            <a:r>
              <a:rPr lang="en-US" sz="2067" b="1" i="0">
                <a:solidFill>
                  <a:schemeClr val="bg1"/>
                </a:solidFill>
                <a:latin typeface="Barlow" pitchFamily="2" charset="77"/>
              </a:rPr>
              <a:t>One Mission. One Crew. One Team.</a:t>
            </a:r>
          </a:p>
        </p:txBody>
      </p:sp>
    </p:spTree>
    <p:extLst>
      <p:ext uri="{BB962C8B-B14F-4D97-AF65-F5344CB8AC3E}">
        <p14:creationId xmlns:p14="http://schemas.microsoft.com/office/powerpoint/2010/main" val="9614372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43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tex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CCFA-69DC-4E4B-A2E0-97483561E5CC}"/>
              </a:ext>
            </a:extLst>
          </p:cNvPr>
          <p:cNvSpPr>
            <a:spLocks noGrp="1"/>
          </p:cNvSpPr>
          <p:nvPr>
            <p:ph type="title"/>
          </p:nvPr>
        </p:nvSpPr>
        <p:spPr>
          <a:xfrm>
            <a:off x="500745" y="475042"/>
            <a:ext cx="6302828" cy="678844"/>
          </a:xfrm>
          <a:prstGeom prst="rect">
            <a:avLst/>
          </a:prstGeom>
        </p:spPr>
        <p:txBody>
          <a:bodyPr/>
          <a:lstStyle>
            <a:lvl1pPr>
              <a:defRPr sz="3200" b="1" i="0">
                <a:solidFill>
                  <a:schemeClr val="accent1"/>
                </a:solidFill>
                <a:latin typeface="Barlow SemiBold" pitchFamily="2" charset="77"/>
              </a:defRPr>
            </a:lvl1pPr>
          </a:lstStyle>
          <a:p>
            <a:r>
              <a:rPr lang="en-US"/>
              <a:t>Click to edit Master title style</a:t>
            </a:r>
          </a:p>
        </p:txBody>
      </p:sp>
      <p:sp>
        <p:nvSpPr>
          <p:cNvPr id="18" name="Picture Placeholder 17">
            <a:extLst>
              <a:ext uri="{FF2B5EF4-FFF2-40B4-BE49-F238E27FC236}">
                <a16:creationId xmlns:a16="http://schemas.microsoft.com/office/drawing/2014/main" id="{0DC3AAE3-8CA4-E245-B30D-2D1847D7F783}"/>
              </a:ext>
            </a:extLst>
          </p:cNvPr>
          <p:cNvSpPr>
            <a:spLocks noGrp="1"/>
          </p:cNvSpPr>
          <p:nvPr>
            <p:ph type="pic" sz="quarter" idx="11"/>
          </p:nvPr>
        </p:nvSpPr>
        <p:spPr>
          <a:xfrm>
            <a:off x="7392242" y="596901"/>
            <a:ext cx="4175343" cy="5114969"/>
          </a:xfrm>
          <a:prstGeom prst="rect">
            <a:avLst/>
          </a:prstGeom>
        </p:spPr>
        <p:txBody>
          <a:bodyPr/>
          <a:lstStyle>
            <a:lvl1pPr marL="0" indent="0">
              <a:buNone/>
              <a:defRPr/>
            </a:lvl1pPr>
          </a:lstStyle>
          <a:p>
            <a:endParaRPr lang="en-US"/>
          </a:p>
        </p:txBody>
      </p:sp>
      <p:sp>
        <p:nvSpPr>
          <p:cNvPr id="12" name="Content Placeholder 12">
            <a:extLst>
              <a:ext uri="{FF2B5EF4-FFF2-40B4-BE49-F238E27FC236}">
                <a16:creationId xmlns:a16="http://schemas.microsoft.com/office/drawing/2014/main" id="{491B2CB8-15D3-8E4D-A496-7BC975F08FB7}"/>
              </a:ext>
            </a:extLst>
          </p:cNvPr>
          <p:cNvSpPr>
            <a:spLocks noGrp="1"/>
          </p:cNvSpPr>
          <p:nvPr>
            <p:ph sz="quarter" idx="10"/>
          </p:nvPr>
        </p:nvSpPr>
        <p:spPr>
          <a:xfrm>
            <a:off x="522516" y="1295401"/>
            <a:ext cx="6281057" cy="43317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 name="connsiteX0" fmla="*/ 0 w 5255326"/>
              <a:gd name="connsiteY0" fmla="*/ 0 h 2829155"/>
              <a:gd name="connsiteX1" fmla="*/ 5247510 w 5255326"/>
              <a:gd name="connsiteY1" fmla="*/ 6263 h 2829155"/>
              <a:gd name="connsiteX2" fmla="*/ 5255326 w 5255326"/>
              <a:gd name="connsiteY2" fmla="*/ 2825752 h 2829155"/>
              <a:gd name="connsiteX3" fmla="*/ 0 w 5255326"/>
              <a:gd name="connsiteY3" fmla="*/ 2829155 h 2829155"/>
              <a:gd name="connsiteX4" fmla="*/ 0 w 5255326"/>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5326" h="2829155">
                <a:moveTo>
                  <a:pt x="0" y="0"/>
                </a:moveTo>
                <a:lnTo>
                  <a:pt x="5247510" y="6263"/>
                </a:lnTo>
                <a:cubicBezTo>
                  <a:pt x="5250115" y="946093"/>
                  <a:pt x="5252721" y="1885922"/>
                  <a:pt x="5255326" y="2825752"/>
                </a:cubicBezTo>
                <a:lnTo>
                  <a:pt x="0" y="2829155"/>
                </a:lnTo>
                <a:lnTo>
                  <a:pt x="0" y="0"/>
                </a:lnTo>
                <a:close/>
              </a:path>
            </a:pathLst>
          </a:custGeom>
        </p:spPr>
        <p:txBody>
          <a:bodyPr/>
          <a:lstStyle>
            <a:lvl1pPr marL="0" indent="0">
              <a:lnSpc>
                <a:spcPct val="110000"/>
              </a:lnSpc>
              <a:spcBef>
                <a:spcPts val="0"/>
              </a:spcBef>
              <a:spcAft>
                <a:spcPts val="1333"/>
              </a:spcAft>
              <a:buNone/>
              <a:defRPr sz="1467" b="0" i="0">
                <a:solidFill>
                  <a:schemeClr val="tx2"/>
                </a:solidFill>
                <a:latin typeface="Barlow Light" pitchFamily="2" charset="77"/>
              </a:defRPr>
            </a:lvl1pPr>
            <a:lvl2pPr marL="184146" indent="-173562">
              <a:lnSpc>
                <a:spcPct val="110000"/>
              </a:lnSpc>
              <a:spcBef>
                <a:spcPts val="0"/>
              </a:spcBef>
              <a:spcAft>
                <a:spcPts val="533"/>
              </a:spcAft>
              <a:buFont typeface="Arial" panose="020B0604020202020204" pitchFamily="34" charset="0"/>
              <a:buChar char="•"/>
              <a:tabLst/>
              <a:defRPr sz="1467" b="0" i="0">
                <a:solidFill>
                  <a:schemeClr val="tx2"/>
                </a:solidFill>
                <a:latin typeface="Barlow Light" pitchFamily="2" charset="77"/>
              </a:defRPr>
            </a:lvl2pPr>
            <a:lvl3pPr marL="914377" indent="0">
              <a:buNone/>
              <a:defRPr sz="1333" b="0" i="0">
                <a:solidFill>
                  <a:schemeClr val="tx2"/>
                </a:solidFill>
                <a:latin typeface="Barlow Light" pitchFamily="2" charset="77"/>
              </a:defRPr>
            </a:lvl3pPr>
            <a:lvl4pPr marL="1371566" indent="0">
              <a:buNone/>
              <a:defRPr sz="1200" b="0" i="0">
                <a:solidFill>
                  <a:schemeClr val="tx2"/>
                </a:solidFill>
                <a:latin typeface="Barlow Light" pitchFamily="2" charset="77"/>
              </a:defRPr>
            </a:lvl4pPr>
            <a:lvl5pPr marL="1828754" indent="0">
              <a:buNone/>
              <a:defRPr sz="1200" b="0" i="0">
                <a:solidFill>
                  <a:schemeClr val="tx2"/>
                </a:solidFill>
                <a:latin typeface="Barlow Light" pitchFamily="2" charset="77"/>
              </a:defRPr>
            </a:lvl5pPr>
          </a:lstStyle>
          <a:p>
            <a:pPr lvl="0"/>
            <a:r>
              <a:rPr lang="en-US"/>
              <a:t>Click to edit Master text styles</a:t>
            </a:r>
          </a:p>
          <a:p>
            <a:pPr lvl="1"/>
            <a:r>
              <a:rPr lang="en-US"/>
              <a:t>Second level</a:t>
            </a:r>
          </a:p>
        </p:txBody>
      </p:sp>
      <p:sp>
        <p:nvSpPr>
          <p:cNvPr id="13" name="Rectangle 12">
            <a:extLst>
              <a:ext uri="{FF2B5EF4-FFF2-40B4-BE49-F238E27FC236}">
                <a16:creationId xmlns:a16="http://schemas.microsoft.com/office/drawing/2014/main" id="{3A5F6280-8757-EC46-A4DB-C4730921FCD4}"/>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Rectangle 13">
            <a:extLst>
              <a:ext uri="{FF2B5EF4-FFF2-40B4-BE49-F238E27FC236}">
                <a16:creationId xmlns:a16="http://schemas.microsoft.com/office/drawing/2014/main" id="{4A459CBE-2096-F345-9D7C-8EE573D7A638}"/>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5" name="Graphic 14">
            <a:extLst>
              <a:ext uri="{FF2B5EF4-FFF2-40B4-BE49-F238E27FC236}">
                <a16:creationId xmlns:a16="http://schemas.microsoft.com/office/drawing/2014/main" id="{920C0DE7-3FB2-FB45-A131-89F2DC41A1C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16" name="Footer Placeholder 4">
            <a:extLst>
              <a:ext uri="{FF2B5EF4-FFF2-40B4-BE49-F238E27FC236}">
                <a16:creationId xmlns:a16="http://schemas.microsoft.com/office/drawing/2014/main" id="{E7C0A655-55A7-9C44-BC22-847223C479DE}"/>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17" name="Slide Number Placeholder 5">
            <a:extLst>
              <a:ext uri="{FF2B5EF4-FFF2-40B4-BE49-F238E27FC236}">
                <a16:creationId xmlns:a16="http://schemas.microsoft.com/office/drawing/2014/main" id="{1C44502A-67BB-C940-AC63-352921F58E81}"/>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351612790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guide id="5" orient="horz" pos="28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body text w graphic - purp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093DFFC-4478-0949-BB8E-ED81DD646B1A}"/>
              </a:ext>
            </a:extLst>
          </p:cNvPr>
          <p:cNvGrpSpPr/>
          <p:nvPr userDrawn="1"/>
        </p:nvGrpSpPr>
        <p:grpSpPr>
          <a:xfrm>
            <a:off x="5828779" y="-8351"/>
            <a:ext cx="6363221" cy="6245865"/>
            <a:chOff x="4371584" y="-6263"/>
            <a:chExt cx="4772416" cy="4672208"/>
          </a:xfrm>
        </p:grpSpPr>
        <p:sp>
          <p:nvSpPr>
            <p:cNvPr id="7" name="Freeform 6">
              <a:extLst>
                <a:ext uri="{FF2B5EF4-FFF2-40B4-BE49-F238E27FC236}">
                  <a16:creationId xmlns:a16="http://schemas.microsoft.com/office/drawing/2014/main" id="{1C209DEB-8CAA-C146-90FB-5FFC7ED503CC}"/>
                </a:ext>
              </a:extLst>
            </p:cNvPr>
            <p:cNvSpPr/>
            <p:nvPr userDrawn="1"/>
          </p:nvSpPr>
          <p:spPr>
            <a:xfrm>
              <a:off x="4371584" y="-6263"/>
              <a:ext cx="4772416" cy="4672208"/>
            </a:xfrm>
            <a:custGeom>
              <a:avLst/>
              <a:gdLst>
                <a:gd name="connsiteX0" fmla="*/ 4759890 w 4835046"/>
                <a:gd name="connsiteY0" fmla="*/ 0 h 4684734"/>
                <a:gd name="connsiteX1" fmla="*/ 2699358 w 4835046"/>
                <a:gd name="connsiteY1" fmla="*/ 0 h 4684734"/>
                <a:gd name="connsiteX2" fmla="*/ 0 w 4835046"/>
                <a:gd name="connsiteY2" fmla="*/ 4684734 h 4684734"/>
                <a:gd name="connsiteX3" fmla="*/ 4772416 w 4835046"/>
                <a:gd name="connsiteY3" fmla="*/ 4684734 h 4684734"/>
                <a:gd name="connsiteX4" fmla="*/ 4772416 w 4835046"/>
                <a:gd name="connsiteY4" fmla="*/ 6263 h 4684734"/>
                <a:gd name="connsiteX5" fmla="*/ 4835046 w 4835046"/>
                <a:gd name="connsiteY5" fmla="*/ 6263 h 4684734"/>
                <a:gd name="connsiteX6" fmla="*/ 4759890 w 4835046"/>
                <a:gd name="connsiteY6" fmla="*/ 0 h 4684734"/>
                <a:gd name="connsiteX0" fmla="*/ 4759890 w 4772416"/>
                <a:gd name="connsiteY0" fmla="*/ 0 h 4684734"/>
                <a:gd name="connsiteX1" fmla="*/ 2699358 w 4772416"/>
                <a:gd name="connsiteY1" fmla="*/ 0 h 4684734"/>
                <a:gd name="connsiteX2" fmla="*/ 0 w 4772416"/>
                <a:gd name="connsiteY2" fmla="*/ 4684734 h 4684734"/>
                <a:gd name="connsiteX3" fmla="*/ 4772416 w 4772416"/>
                <a:gd name="connsiteY3" fmla="*/ 4684734 h 4684734"/>
                <a:gd name="connsiteX4" fmla="*/ 4772416 w 4772416"/>
                <a:gd name="connsiteY4" fmla="*/ 6263 h 4684734"/>
                <a:gd name="connsiteX5" fmla="*/ 4759890 w 4772416"/>
                <a:gd name="connsiteY5" fmla="*/ 0 h 468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2416" h="4684734">
                  <a:moveTo>
                    <a:pt x="4759890" y="0"/>
                  </a:moveTo>
                  <a:lnTo>
                    <a:pt x="2699358" y="0"/>
                  </a:lnTo>
                  <a:lnTo>
                    <a:pt x="0" y="4684734"/>
                  </a:lnTo>
                  <a:lnTo>
                    <a:pt x="4772416" y="4684734"/>
                  </a:lnTo>
                  <a:lnTo>
                    <a:pt x="4772416" y="6263"/>
                  </a:lnTo>
                  <a:lnTo>
                    <a:pt x="475989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Freeform 14">
              <a:extLst>
                <a:ext uri="{FF2B5EF4-FFF2-40B4-BE49-F238E27FC236}">
                  <a16:creationId xmlns:a16="http://schemas.microsoft.com/office/drawing/2014/main" id="{3FA283DC-570E-1147-915B-83ACF37C6083}"/>
                </a:ext>
              </a:extLst>
            </p:cNvPr>
            <p:cNvSpPr/>
            <p:nvPr userDrawn="1"/>
          </p:nvSpPr>
          <p:spPr>
            <a:xfrm>
              <a:off x="4427951" y="-6263"/>
              <a:ext cx="2655517" cy="4227534"/>
            </a:xfrm>
            <a:custGeom>
              <a:avLst/>
              <a:gdLst>
                <a:gd name="connsiteX0" fmla="*/ 2655517 w 2655517"/>
                <a:gd name="connsiteY0" fmla="*/ 0 h 4227534"/>
                <a:gd name="connsiteX1" fmla="*/ 2461364 w 2655517"/>
                <a:gd name="connsiteY1" fmla="*/ 0 h 4227534"/>
                <a:gd name="connsiteX2" fmla="*/ 0 w 2655517"/>
                <a:gd name="connsiteY2" fmla="*/ 4227534 h 4227534"/>
                <a:gd name="connsiteX3" fmla="*/ 212942 w 2655517"/>
                <a:gd name="connsiteY3" fmla="*/ 4227534 h 4227534"/>
                <a:gd name="connsiteX4" fmla="*/ 2655517 w 2655517"/>
                <a:gd name="connsiteY4" fmla="*/ 0 h 4227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5517" h="4227534">
                  <a:moveTo>
                    <a:pt x="2655517" y="0"/>
                  </a:moveTo>
                  <a:lnTo>
                    <a:pt x="2461364" y="0"/>
                  </a:lnTo>
                  <a:lnTo>
                    <a:pt x="0" y="4227534"/>
                  </a:lnTo>
                  <a:lnTo>
                    <a:pt x="212942" y="4227534"/>
                  </a:lnTo>
                  <a:lnTo>
                    <a:pt x="2655517" y="0"/>
                  </a:lnTo>
                  <a:close/>
                </a:path>
              </a:pathLst>
            </a:custGeom>
            <a:solidFill>
              <a:schemeClr val="accent1">
                <a:alpha val="3622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 name="Title 1">
            <a:extLst>
              <a:ext uri="{FF2B5EF4-FFF2-40B4-BE49-F238E27FC236}">
                <a16:creationId xmlns:a16="http://schemas.microsoft.com/office/drawing/2014/main" id="{78D2CCFA-69DC-4E4B-A2E0-97483561E5CC}"/>
              </a:ext>
            </a:extLst>
          </p:cNvPr>
          <p:cNvSpPr>
            <a:spLocks noGrp="1"/>
          </p:cNvSpPr>
          <p:nvPr>
            <p:ph type="title"/>
          </p:nvPr>
        </p:nvSpPr>
        <p:spPr>
          <a:xfrm>
            <a:off x="500744" y="475042"/>
            <a:ext cx="6981469" cy="678844"/>
          </a:xfrm>
          <a:prstGeom prst="rect">
            <a:avLst/>
          </a:prstGeom>
        </p:spPr>
        <p:txBody>
          <a:bodyPr/>
          <a:lstStyle>
            <a:lvl1pPr>
              <a:defRPr sz="3200" b="1" i="0">
                <a:solidFill>
                  <a:schemeClr val="accent1"/>
                </a:solidFill>
                <a:latin typeface="Barlow SemiBold" pitchFamily="2" charset="77"/>
              </a:defRPr>
            </a:lvl1pPr>
          </a:lstStyle>
          <a:p>
            <a:r>
              <a:rPr lang="en-US"/>
              <a:t>Click to edit Master title style</a:t>
            </a:r>
          </a:p>
        </p:txBody>
      </p:sp>
      <p:sp>
        <p:nvSpPr>
          <p:cNvPr id="21" name="Text Placeholder 20">
            <a:extLst>
              <a:ext uri="{FF2B5EF4-FFF2-40B4-BE49-F238E27FC236}">
                <a16:creationId xmlns:a16="http://schemas.microsoft.com/office/drawing/2014/main" id="{3CD87193-A108-1E42-B003-75EC4EC67B22}"/>
              </a:ext>
            </a:extLst>
          </p:cNvPr>
          <p:cNvSpPr>
            <a:spLocks noGrp="1"/>
          </p:cNvSpPr>
          <p:nvPr>
            <p:ph type="body" sz="quarter" idx="11"/>
          </p:nvPr>
        </p:nvSpPr>
        <p:spPr>
          <a:xfrm>
            <a:off x="7883047" y="3665051"/>
            <a:ext cx="3815421" cy="341632"/>
          </a:xfrm>
          <a:prstGeom prst="rect">
            <a:avLst/>
          </a:prstGeom>
          <a:noFill/>
        </p:spPr>
        <p:txBody>
          <a:bodyPr wrap="square" lIns="90000" rtlCol="0">
            <a:spAutoFit/>
          </a:bodyPr>
          <a:lstStyle>
            <a:lvl1pPr marL="0" indent="0" algn="r">
              <a:buNone/>
              <a:defRPr lang="en-US" sz="1800" b="1" i="0">
                <a:solidFill>
                  <a:schemeClr val="bg1"/>
                </a:solidFill>
                <a:latin typeface="Barlow SemiBold" pitchFamily="2" charset="77"/>
              </a:defRPr>
            </a:lvl1pPr>
          </a:lstStyle>
          <a:p>
            <a:pPr marL="0" lvl="0" algn="r" defTabSz="609585"/>
            <a:r>
              <a:rPr lang="en-US"/>
              <a:t>Click to edit Master text styles</a:t>
            </a:r>
          </a:p>
        </p:txBody>
      </p:sp>
      <p:sp>
        <p:nvSpPr>
          <p:cNvPr id="24" name="Picture Placeholder 23">
            <a:extLst>
              <a:ext uri="{FF2B5EF4-FFF2-40B4-BE49-F238E27FC236}">
                <a16:creationId xmlns:a16="http://schemas.microsoft.com/office/drawing/2014/main" id="{D3FADC29-76A7-D549-B3AA-3616F48F3CA1}"/>
              </a:ext>
            </a:extLst>
          </p:cNvPr>
          <p:cNvSpPr>
            <a:spLocks noGrp="1"/>
          </p:cNvSpPr>
          <p:nvPr>
            <p:ph type="pic" sz="quarter" idx="12"/>
          </p:nvPr>
        </p:nvSpPr>
        <p:spPr>
          <a:xfrm>
            <a:off x="9962367" y="1778696"/>
            <a:ext cx="1628384" cy="1247920"/>
          </a:xfrm>
          <a:prstGeom prst="rect">
            <a:avLst/>
          </a:prstGeom>
        </p:spPr>
        <p:txBody>
          <a:bodyPr wrap="square" lIns="216000" tIns="216000" rIns="216000" bIns="216000" anchor="ctr" anchorCtr="1">
            <a:normAutofit/>
          </a:bodyPr>
          <a:lstStyle>
            <a:lvl1pPr marL="0" indent="0">
              <a:buNone/>
              <a:defRPr sz="2400" b="0" i="0">
                <a:latin typeface="Barlow Light" pitchFamily="2" charset="77"/>
              </a:defRPr>
            </a:lvl1pPr>
          </a:lstStyle>
          <a:p>
            <a:endParaRPr lang="en-US"/>
          </a:p>
        </p:txBody>
      </p:sp>
      <p:sp>
        <p:nvSpPr>
          <p:cNvPr id="16" name="Content Placeholder 12">
            <a:extLst>
              <a:ext uri="{FF2B5EF4-FFF2-40B4-BE49-F238E27FC236}">
                <a16:creationId xmlns:a16="http://schemas.microsoft.com/office/drawing/2014/main" id="{686B9FB5-75E0-AD43-A940-28A4CAECF8DE}"/>
              </a:ext>
            </a:extLst>
          </p:cNvPr>
          <p:cNvSpPr>
            <a:spLocks noGrp="1"/>
          </p:cNvSpPr>
          <p:nvPr>
            <p:ph sz="quarter" idx="10"/>
          </p:nvPr>
        </p:nvSpPr>
        <p:spPr>
          <a:xfrm>
            <a:off x="522515" y="1295401"/>
            <a:ext cx="6996680" cy="43317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lnTo>
                  <a:pt x="3418710" y="2829155"/>
                </a:lnTo>
                <a:lnTo>
                  <a:pt x="0" y="2829155"/>
                </a:lnTo>
                <a:lnTo>
                  <a:pt x="0" y="0"/>
                </a:lnTo>
                <a:close/>
              </a:path>
            </a:pathLst>
          </a:custGeom>
        </p:spPr>
        <p:txBody>
          <a:bodyPr/>
          <a:lstStyle>
            <a:lvl1pPr marL="0" indent="0">
              <a:lnSpc>
                <a:spcPct val="110000"/>
              </a:lnSpc>
              <a:spcBef>
                <a:spcPts val="0"/>
              </a:spcBef>
              <a:spcAft>
                <a:spcPts val="1333"/>
              </a:spcAft>
              <a:buNone/>
              <a:defRPr sz="1467" b="0" i="0">
                <a:solidFill>
                  <a:schemeClr val="tx2"/>
                </a:solidFill>
                <a:latin typeface="Barlow Light" pitchFamily="2" charset="77"/>
              </a:defRPr>
            </a:lvl1pPr>
            <a:lvl2pPr marL="184146" indent="-173562">
              <a:lnSpc>
                <a:spcPct val="110000"/>
              </a:lnSpc>
              <a:spcBef>
                <a:spcPts val="0"/>
              </a:spcBef>
              <a:spcAft>
                <a:spcPts val="533"/>
              </a:spcAft>
              <a:buFont typeface="Arial" panose="020B0604020202020204" pitchFamily="34" charset="0"/>
              <a:buChar char="•"/>
              <a:tabLst/>
              <a:defRPr sz="1467" b="0" i="0">
                <a:solidFill>
                  <a:schemeClr val="tx2"/>
                </a:solidFill>
                <a:latin typeface="Barlow Light" pitchFamily="2" charset="77"/>
              </a:defRPr>
            </a:lvl2pPr>
            <a:lvl3pPr marL="914377" indent="0">
              <a:buNone/>
              <a:defRPr sz="1333" b="0" i="0">
                <a:solidFill>
                  <a:schemeClr val="tx2"/>
                </a:solidFill>
                <a:latin typeface="Barlow Light" pitchFamily="2" charset="77"/>
              </a:defRPr>
            </a:lvl3pPr>
            <a:lvl4pPr marL="1371566" indent="0">
              <a:buNone/>
              <a:defRPr sz="1200" b="0" i="0">
                <a:solidFill>
                  <a:schemeClr val="tx2"/>
                </a:solidFill>
                <a:latin typeface="Barlow Light" pitchFamily="2" charset="77"/>
              </a:defRPr>
            </a:lvl4pPr>
            <a:lvl5pPr marL="1828754" indent="0">
              <a:buNone/>
              <a:defRPr sz="1200" b="0" i="0">
                <a:solidFill>
                  <a:schemeClr val="tx2"/>
                </a:solidFill>
                <a:latin typeface="Barlow Light" pitchFamily="2" charset="77"/>
              </a:defRPr>
            </a:lvl5pPr>
          </a:lstStyle>
          <a:p>
            <a:pPr lvl="0"/>
            <a:r>
              <a:rPr lang="en-US"/>
              <a:t>Click to edit Master text styles</a:t>
            </a:r>
          </a:p>
          <a:p>
            <a:pPr lvl="1"/>
            <a:r>
              <a:rPr lang="en-US"/>
              <a:t>Second level</a:t>
            </a:r>
          </a:p>
        </p:txBody>
      </p:sp>
      <p:sp>
        <p:nvSpPr>
          <p:cNvPr id="14" name="Rectangle 13">
            <a:extLst>
              <a:ext uri="{FF2B5EF4-FFF2-40B4-BE49-F238E27FC236}">
                <a16:creationId xmlns:a16="http://schemas.microsoft.com/office/drawing/2014/main" id="{EB4A933D-15D1-1F4A-AB51-0466F0A84D61}"/>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718D7A60-CEF6-B340-BB01-517A77A09D89}"/>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8" name="Graphic 17">
            <a:extLst>
              <a:ext uri="{FF2B5EF4-FFF2-40B4-BE49-F238E27FC236}">
                <a16:creationId xmlns:a16="http://schemas.microsoft.com/office/drawing/2014/main" id="{978100D3-458C-324B-9A8C-492B40339E7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19" name="Footer Placeholder 4">
            <a:extLst>
              <a:ext uri="{FF2B5EF4-FFF2-40B4-BE49-F238E27FC236}">
                <a16:creationId xmlns:a16="http://schemas.microsoft.com/office/drawing/2014/main" id="{F013D8F7-7F8B-364A-BA23-89518035A5AA}"/>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20" name="Slide Number Placeholder 5">
            <a:extLst>
              <a:ext uri="{FF2B5EF4-FFF2-40B4-BE49-F238E27FC236}">
                <a16:creationId xmlns:a16="http://schemas.microsoft.com/office/drawing/2014/main" id="{AB21F0E1-D69B-7C4E-A025-096FFAA6C823}"/>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11133263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body text w graphic - pink">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9F71EA3-E042-7F48-BD1E-12DE61069F73}"/>
              </a:ext>
            </a:extLst>
          </p:cNvPr>
          <p:cNvGrpSpPr/>
          <p:nvPr userDrawn="1"/>
        </p:nvGrpSpPr>
        <p:grpSpPr>
          <a:xfrm>
            <a:off x="5828779" y="-8351"/>
            <a:ext cx="6363221" cy="6245865"/>
            <a:chOff x="4371584" y="-6263"/>
            <a:chExt cx="4772416" cy="4672208"/>
          </a:xfrm>
        </p:grpSpPr>
        <p:sp>
          <p:nvSpPr>
            <p:cNvPr id="7" name="Freeform 6">
              <a:extLst>
                <a:ext uri="{FF2B5EF4-FFF2-40B4-BE49-F238E27FC236}">
                  <a16:creationId xmlns:a16="http://schemas.microsoft.com/office/drawing/2014/main" id="{1C209DEB-8CAA-C146-90FB-5FFC7ED503CC}"/>
                </a:ext>
              </a:extLst>
            </p:cNvPr>
            <p:cNvSpPr/>
            <p:nvPr userDrawn="1"/>
          </p:nvSpPr>
          <p:spPr>
            <a:xfrm>
              <a:off x="4371584" y="-6263"/>
              <a:ext cx="4772416" cy="4672208"/>
            </a:xfrm>
            <a:custGeom>
              <a:avLst/>
              <a:gdLst>
                <a:gd name="connsiteX0" fmla="*/ 4759890 w 4835046"/>
                <a:gd name="connsiteY0" fmla="*/ 0 h 4684734"/>
                <a:gd name="connsiteX1" fmla="*/ 2699358 w 4835046"/>
                <a:gd name="connsiteY1" fmla="*/ 0 h 4684734"/>
                <a:gd name="connsiteX2" fmla="*/ 0 w 4835046"/>
                <a:gd name="connsiteY2" fmla="*/ 4684734 h 4684734"/>
                <a:gd name="connsiteX3" fmla="*/ 4772416 w 4835046"/>
                <a:gd name="connsiteY3" fmla="*/ 4684734 h 4684734"/>
                <a:gd name="connsiteX4" fmla="*/ 4772416 w 4835046"/>
                <a:gd name="connsiteY4" fmla="*/ 6263 h 4684734"/>
                <a:gd name="connsiteX5" fmla="*/ 4835046 w 4835046"/>
                <a:gd name="connsiteY5" fmla="*/ 6263 h 4684734"/>
                <a:gd name="connsiteX6" fmla="*/ 4759890 w 4835046"/>
                <a:gd name="connsiteY6" fmla="*/ 0 h 4684734"/>
                <a:gd name="connsiteX0" fmla="*/ 4759890 w 4772416"/>
                <a:gd name="connsiteY0" fmla="*/ 0 h 4684734"/>
                <a:gd name="connsiteX1" fmla="*/ 2699358 w 4772416"/>
                <a:gd name="connsiteY1" fmla="*/ 0 h 4684734"/>
                <a:gd name="connsiteX2" fmla="*/ 0 w 4772416"/>
                <a:gd name="connsiteY2" fmla="*/ 4684734 h 4684734"/>
                <a:gd name="connsiteX3" fmla="*/ 4772416 w 4772416"/>
                <a:gd name="connsiteY3" fmla="*/ 4684734 h 4684734"/>
                <a:gd name="connsiteX4" fmla="*/ 4772416 w 4772416"/>
                <a:gd name="connsiteY4" fmla="*/ 6263 h 4684734"/>
                <a:gd name="connsiteX5" fmla="*/ 4759890 w 4772416"/>
                <a:gd name="connsiteY5" fmla="*/ 0 h 468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2416" h="4684734">
                  <a:moveTo>
                    <a:pt x="4759890" y="0"/>
                  </a:moveTo>
                  <a:lnTo>
                    <a:pt x="2699358" y="0"/>
                  </a:lnTo>
                  <a:lnTo>
                    <a:pt x="0" y="4684734"/>
                  </a:lnTo>
                  <a:lnTo>
                    <a:pt x="4772416" y="4684734"/>
                  </a:lnTo>
                  <a:lnTo>
                    <a:pt x="4772416" y="6263"/>
                  </a:lnTo>
                  <a:lnTo>
                    <a:pt x="475989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Freeform 14">
              <a:extLst>
                <a:ext uri="{FF2B5EF4-FFF2-40B4-BE49-F238E27FC236}">
                  <a16:creationId xmlns:a16="http://schemas.microsoft.com/office/drawing/2014/main" id="{3FA283DC-570E-1147-915B-83ACF37C6083}"/>
                </a:ext>
              </a:extLst>
            </p:cNvPr>
            <p:cNvSpPr/>
            <p:nvPr userDrawn="1"/>
          </p:nvSpPr>
          <p:spPr>
            <a:xfrm>
              <a:off x="4427951" y="-6263"/>
              <a:ext cx="2655517" cy="4227534"/>
            </a:xfrm>
            <a:custGeom>
              <a:avLst/>
              <a:gdLst>
                <a:gd name="connsiteX0" fmla="*/ 2655517 w 2655517"/>
                <a:gd name="connsiteY0" fmla="*/ 0 h 4227534"/>
                <a:gd name="connsiteX1" fmla="*/ 2461364 w 2655517"/>
                <a:gd name="connsiteY1" fmla="*/ 0 h 4227534"/>
                <a:gd name="connsiteX2" fmla="*/ 0 w 2655517"/>
                <a:gd name="connsiteY2" fmla="*/ 4227534 h 4227534"/>
                <a:gd name="connsiteX3" fmla="*/ 212942 w 2655517"/>
                <a:gd name="connsiteY3" fmla="*/ 4227534 h 4227534"/>
                <a:gd name="connsiteX4" fmla="*/ 2655517 w 2655517"/>
                <a:gd name="connsiteY4" fmla="*/ 0 h 4227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5517" h="4227534">
                  <a:moveTo>
                    <a:pt x="2655517" y="0"/>
                  </a:moveTo>
                  <a:lnTo>
                    <a:pt x="2461364" y="0"/>
                  </a:lnTo>
                  <a:lnTo>
                    <a:pt x="0" y="4227534"/>
                  </a:lnTo>
                  <a:lnTo>
                    <a:pt x="212942" y="4227534"/>
                  </a:lnTo>
                  <a:lnTo>
                    <a:pt x="2655517" y="0"/>
                  </a:lnTo>
                  <a:close/>
                </a:path>
              </a:pathLst>
            </a:custGeom>
            <a:solidFill>
              <a:schemeClr val="accent2">
                <a:alpha val="3622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 name="Title 1">
            <a:extLst>
              <a:ext uri="{FF2B5EF4-FFF2-40B4-BE49-F238E27FC236}">
                <a16:creationId xmlns:a16="http://schemas.microsoft.com/office/drawing/2014/main" id="{78D2CCFA-69DC-4E4B-A2E0-97483561E5CC}"/>
              </a:ext>
            </a:extLst>
          </p:cNvPr>
          <p:cNvSpPr>
            <a:spLocks noGrp="1"/>
          </p:cNvSpPr>
          <p:nvPr>
            <p:ph type="title"/>
          </p:nvPr>
        </p:nvSpPr>
        <p:spPr>
          <a:xfrm>
            <a:off x="500744" y="475042"/>
            <a:ext cx="6981469" cy="678844"/>
          </a:xfrm>
          <a:prstGeom prst="rect">
            <a:avLst/>
          </a:prstGeom>
        </p:spPr>
        <p:txBody>
          <a:bodyPr/>
          <a:lstStyle>
            <a:lvl1pPr>
              <a:defRPr sz="3200" b="1" i="0">
                <a:solidFill>
                  <a:schemeClr val="accent1"/>
                </a:solidFill>
                <a:latin typeface="Barlow SemiBold" pitchFamily="2" charset="77"/>
              </a:defRPr>
            </a:lvl1pPr>
          </a:lstStyle>
          <a:p>
            <a:r>
              <a:rPr lang="en-US"/>
              <a:t>Click to edit Master title style</a:t>
            </a:r>
          </a:p>
        </p:txBody>
      </p:sp>
      <p:sp>
        <p:nvSpPr>
          <p:cNvPr id="13" name="Content Placeholder 12">
            <a:extLst>
              <a:ext uri="{FF2B5EF4-FFF2-40B4-BE49-F238E27FC236}">
                <a16:creationId xmlns:a16="http://schemas.microsoft.com/office/drawing/2014/main" id="{4BE652F7-8490-A54B-BDDB-FC2847D2A9F4}"/>
              </a:ext>
            </a:extLst>
          </p:cNvPr>
          <p:cNvSpPr>
            <a:spLocks noGrp="1"/>
          </p:cNvSpPr>
          <p:nvPr>
            <p:ph sz="quarter" idx="10"/>
          </p:nvPr>
        </p:nvSpPr>
        <p:spPr>
          <a:xfrm>
            <a:off x="522515" y="1295401"/>
            <a:ext cx="6996680" cy="43317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lnTo>
                  <a:pt x="3418710" y="2829155"/>
                </a:lnTo>
                <a:lnTo>
                  <a:pt x="0" y="2829155"/>
                </a:lnTo>
                <a:lnTo>
                  <a:pt x="0" y="0"/>
                </a:lnTo>
                <a:close/>
              </a:path>
            </a:pathLst>
          </a:custGeom>
        </p:spPr>
        <p:txBody>
          <a:bodyPr/>
          <a:lstStyle>
            <a:lvl1pPr marL="0" indent="0">
              <a:lnSpc>
                <a:spcPct val="110000"/>
              </a:lnSpc>
              <a:spcBef>
                <a:spcPts val="0"/>
              </a:spcBef>
              <a:spcAft>
                <a:spcPts val="1333"/>
              </a:spcAft>
              <a:buNone/>
              <a:defRPr sz="1467" b="0" i="0">
                <a:solidFill>
                  <a:schemeClr val="tx2"/>
                </a:solidFill>
                <a:latin typeface="Barlow Light" pitchFamily="2" charset="77"/>
              </a:defRPr>
            </a:lvl1pPr>
            <a:lvl2pPr marL="184146" indent="-173562">
              <a:lnSpc>
                <a:spcPct val="110000"/>
              </a:lnSpc>
              <a:spcBef>
                <a:spcPts val="0"/>
              </a:spcBef>
              <a:spcAft>
                <a:spcPts val="533"/>
              </a:spcAft>
              <a:buFont typeface="Arial" panose="020B0604020202020204" pitchFamily="34" charset="0"/>
              <a:buChar char="•"/>
              <a:tabLst/>
              <a:defRPr sz="1467" b="0" i="0">
                <a:solidFill>
                  <a:schemeClr val="tx2"/>
                </a:solidFill>
                <a:latin typeface="Barlow Light" pitchFamily="2" charset="77"/>
              </a:defRPr>
            </a:lvl2pPr>
            <a:lvl3pPr marL="914377" indent="0">
              <a:buNone/>
              <a:defRPr sz="1333" b="0" i="0">
                <a:solidFill>
                  <a:schemeClr val="tx2"/>
                </a:solidFill>
                <a:latin typeface="Barlow Light" pitchFamily="2" charset="77"/>
              </a:defRPr>
            </a:lvl3pPr>
            <a:lvl4pPr marL="1371566" indent="0">
              <a:buNone/>
              <a:defRPr sz="1200" b="0" i="0">
                <a:solidFill>
                  <a:schemeClr val="tx2"/>
                </a:solidFill>
                <a:latin typeface="Barlow Light" pitchFamily="2" charset="77"/>
              </a:defRPr>
            </a:lvl4pPr>
            <a:lvl5pPr marL="1828754" indent="0">
              <a:buNone/>
              <a:defRPr sz="1200" b="0" i="0">
                <a:solidFill>
                  <a:schemeClr val="tx2"/>
                </a:solidFill>
                <a:latin typeface="Barlow Light" pitchFamily="2" charset="77"/>
              </a:defRPr>
            </a:lvl5pPr>
          </a:lstStyle>
          <a:p>
            <a:pPr lvl="0"/>
            <a:r>
              <a:rPr lang="en-US"/>
              <a:t>Click to edit Master text styles</a:t>
            </a:r>
          </a:p>
          <a:p>
            <a:pPr lvl="1"/>
            <a:r>
              <a:rPr lang="en-US"/>
              <a:t>Second level</a:t>
            </a:r>
          </a:p>
        </p:txBody>
      </p:sp>
      <p:sp>
        <p:nvSpPr>
          <p:cNvPr id="21" name="Text Placeholder 20">
            <a:extLst>
              <a:ext uri="{FF2B5EF4-FFF2-40B4-BE49-F238E27FC236}">
                <a16:creationId xmlns:a16="http://schemas.microsoft.com/office/drawing/2014/main" id="{3CD87193-A108-1E42-B003-75EC4EC67B22}"/>
              </a:ext>
            </a:extLst>
          </p:cNvPr>
          <p:cNvSpPr>
            <a:spLocks noGrp="1"/>
          </p:cNvSpPr>
          <p:nvPr>
            <p:ph type="body" sz="quarter" idx="11"/>
          </p:nvPr>
        </p:nvSpPr>
        <p:spPr>
          <a:xfrm>
            <a:off x="7883047" y="3665051"/>
            <a:ext cx="3815421" cy="341632"/>
          </a:xfrm>
          <a:prstGeom prst="rect">
            <a:avLst/>
          </a:prstGeom>
          <a:noFill/>
        </p:spPr>
        <p:txBody>
          <a:bodyPr wrap="square" rtlCol="0">
            <a:spAutoFit/>
          </a:bodyPr>
          <a:lstStyle>
            <a:lvl1pPr marL="0" indent="0" algn="r">
              <a:buNone/>
              <a:defRPr lang="en-US" sz="1800" b="1" i="0">
                <a:solidFill>
                  <a:schemeClr val="bg1"/>
                </a:solidFill>
                <a:latin typeface="Barlow SemiBold" pitchFamily="2" charset="77"/>
              </a:defRPr>
            </a:lvl1pPr>
          </a:lstStyle>
          <a:p>
            <a:pPr marL="0" lvl="0" algn="r" defTabSz="609585"/>
            <a:r>
              <a:rPr lang="en-US"/>
              <a:t>Click to edit Master text styles</a:t>
            </a:r>
          </a:p>
        </p:txBody>
      </p:sp>
      <p:sp>
        <p:nvSpPr>
          <p:cNvPr id="24" name="Picture Placeholder 23">
            <a:extLst>
              <a:ext uri="{FF2B5EF4-FFF2-40B4-BE49-F238E27FC236}">
                <a16:creationId xmlns:a16="http://schemas.microsoft.com/office/drawing/2014/main" id="{D3FADC29-76A7-D549-B3AA-3616F48F3CA1}"/>
              </a:ext>
            </a:extLst>
          </p:cNvPr>
          <p:cNvSpPr>
            <a:spLocks noGrp="1"/>
          </p:cNvSpPr>
          <p:nvPr>
            <p:ph type="pic" sz="quarter" idx="12"/>
          </p:nvPr>
        </p:nvSpPr>
        <p:spPr>
          <a:xfrm>
            <a:off x="9962367" y="1778697"/>
            <a:ext cx="1620035" cy="1241521"/>
          </a:xfrm>
          <a:prstGeom prst="rect">
            <a:avLst/>
          </a:prstGeom>
        </p:spPr>
        <p:txBody>
          <a:bodyPr wrap="square" lIns="216000" tIns="216000" rIns="216000" bIns="216000" anchor="ctr" anchorCtr="1">
            <a:normAutofit/>
          </a:bodyPr>
          <a:lstStyle>
            <a:lvl1pPr>
              <a:defRPr lang="en-US" sz="2400" b="0" i="0">
                <a:latin typeface="Barlow Light" pitchFamily="2" charset="77"/>
              </a:defRPr>
            </a:lvl1pPr>
          </a:lstStyle>
          <a:p>
            <a:pPr marL="0" lvl="0" indent="0">
              <a:buNone/>
            </a:pPr>
            <a:endParaRPr lang="en-US"/>
          </a:p>
        </p:txBody>
      </p:sp>
      <p:sp>
        <p:nvSpPr>
          <p:cNvPr id="14" name="Rectangle 13">
            <a:extLst>
              <a:ext uri="{FF2B5EF4-FFF2-40B4-BE49-F238E27FC236}">
                <a16:creationId xmlns:a16="http://schemas.microsoft.com/office/drawing/2014/main" id="{CBA15C3F-4780-1246-92CB-79EA00BED9B2}"/>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Rectangle 15">
            <a:extLst>
              <a:ext uri="{FF2B5EF4-FFF2-40B4-BE49-F238E27FC236}">
                <a16:creationId xmlns:a16="http://schemas.microsoft.com/office/drawing/2014/main" id="{D36B2E07-896E-ED46-AA36-E8936AA8BFAD}"/>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Graphic 16">
            <a:extLst>
              <a:ext uri="{FF2B5EF4-FFF2-40B4-BE49-F238E27FC236}">
                <a16:creationId xmlns:a16="http://schemas.microsoft.com/office/drawing/2014/main" id="{AB88E991-A01C-8543-A4C2-6F5E0AC736C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18" name="Footer Placeholder 4">
            <a:extLst>
              <a:ext uri="{FF2B5EF4-FFF2-40B4-BE49-F238E27FC236}">
                <a16:creationId xmlns:a16="http://schemas.microsoft.com/office/drawing/2014/main" id="{53062082-0391-FE41-8ECB-940E2AA8E419}"/>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19" name="Slide Number Placeholder 5">
            <a:extLst>
              <a:ext uri="{FF2B5EF4-FFF2-40B4-BE49-F238E27FC236}">
                <a16:creationId xmlns:a16="http://schemas.microsoft.com/office/drawing/2014/main" id="{5CF5159B-4239-2B49-A41B-145ED9DC2BC8}"/>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2506217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body text w graphic - teal">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1EC2E8C-C5AB-B640-BA7A-DBA4E4C4B513}"/>
              </a:ext>
            </a:extLst>
          </p:cNvPr>
          <p:cNvGrpSpPr/>
          <p:nvPr userDrawn="1"/>
        </p:nvGrpSpPr>
        <p:grpSpPr>
          <a:xfrm>
            <a:off x="5828779" y="-24605"/>
            <a:ext cx="6363221" cy="6262120"/>
            <a:chOff x="4371584" y="-6263"/>
            <a:chExt cx="4772416" cy="4672208"/>
          </a:xfrm>
        </p:grpSpPr>
        <p:sp>
          <p:nvSpPr>
            <p:cNvPr id="7" name="Freeform 6">
              <a:extLst>
                <a:ext uri="{FF2B5EF4-FFF2-40B4-BE49-F238E27FC236}">
                  <a16:creationId xmlns:a16="http://schemas.microsoft.com/office/drawing/2014/main" id="{1C209DEB-8CAA-C146-90FB-5FFC7ED503CC}"/>
                </a:ext>
              </a:extLst>
            </p:cNvPr>
            <p:cNvSpPr/>
            <p:nvPr userDrawn="1"/>
          </p:nvSpPr>
          <p:spPr>
            <a:xfrm>
              <a:off x="4371584" y="-6263"/>
              <a:ext cx="4772416" cy="4672208"/>
            </a:xfrm>
            <a:custGeom>
              <a:avLst/>
              <a:gdLst>
                <a:gd name="connsiteX0" fmla="*/ 4759890 w 4835046"/>
                <a:gd name="connsiteY0" fmla="*/ 0 h 4684734"/>
                <a:gd name="connsiteX1" fmla="*/ 2699358 w 4835046"/>
                <a:gd name="connsiteY1" fmla="*/ 0 h 4684734"/>
                <a:gd name="connsiteX2" fmla="*/ 0 w 4835046"/>
                <a:gd name="connsiteY2" fmla="*/ 4684734 h 4684734"/>
                <a:gd name="connsiteX3" fmla="*/ 4772416 w 4835046"/>
                <a:gd name="connsiteY3" fmla="*/ 4684734 h 4684734"/>
                <a:gd name="connsiteX4" fmla="*/ 4772416 w 4835046"/>
                <a:gd name="connsiteY4" fmla="*/ 6263 h 4684734"/>
                <a:gd name="connsiteX5" fmla="*/ 4835046 w 4835046"/>
                <a:gd name="connsiteY5" fmla="*/ 6263 h 4684734"/>
                <a:gd name="connsiteX6" fmla="*/ 4759890 w 4835046"/>
                <a:gd name="connsiteY6" fmla="*/ 0 h 4684734"/>
                <a:gd name="connsiteX0" fmla="*/ 4759890 w 4772416"/>
                <a:gd name="connsiteY0" fmla="*/ 0 h 4684734"/>
                <a:gd name="connsiteX1" fmla="*/ 2699358 w 4772416"/>
                <a:gd name="connsiteY1" fmla="*/ 0 h 4684734"/>
                <a:gd name="connsiteX2" fmla="*/ 0 w 4772416"/>
                <a:gd name="connsiteY2" fmla="*/ 4684734 h 4684734"/>
                <a:gd name="connsiteX3" fmla="*/ 4772416 w 4772416"/>
                <a:gd name="connsiteY3" fmla="*/ 4684734 h 4684734"/>
                <a:gd name="connsiteX4" fmla="*/ 4772416 w 4772416"/>
                <a:gd name="connsiteY4" fmla="*/ 6263 h 4684734"/>
                <a:gd name="connsiteX5" fmla="*/ 4759890 w 4772416"/>
                <a:gd name="connsiteY5" fmla="*/ 0 h 468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2416" h="4684734">
                  <a:moveTo>
                    <a:pt x="4759890" y="0"/>
                  </a:moveTo>
                  <a:lnTo>
                    <a:pt x="2699358" y="0"/>
                  </a:lnTo>
                  <a:lnTo>
                    <a:pt x="0" y="4684734"/>
                  </a:lnTo>
                  <a:lnTo>
                    <a:pt x="4772416" y="4684734"/>
                  </a:lnTo>
                  <a:lnTo>
                    <a:pt x="4772416" y="6263"/>
                  </a:lnTo>
                  <a:lnTo>
                    <a:pt x="475989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Freeform 14">
              <a:extLst>
                <a:ext uri="{FF2B5EF4-FFF2-40B4-BE49-F238E27FC236}">
                  <a16:creationId xmlns:a16="http://schemas.microsoft.com/office/drawing/2014/main" id="{3FA283DC-570E-1147-915B-83ACF37C6083}"/>
                </a:ext>
              </a:extLst>
            </p:cNvPr>
            <p:cNvSpPr/>
            <p:nvPr userDrawn="1"/>
          </p:nvSpPr>
          <p:spPr>
            <a:xfrm>
              <a:off x="4427951" y="-6263"/>
              <a:ext cx="2655517" cy="4227534"/>
            </a:xfrm>
            <a:custGeom>
              <a:avLst/>
              <a:gdLst>
                <a:gd name="connsiteX0" fmla="*/ 2655517 w 2655517"/>
                <a:gd name="connsiteY0" fmla="*/ 0 h 4227534"/>
                <a:gd name="connsiteX1" fmla="*/ 2461364 w 2655517"/>
                <a:gd name="connsiteY1" fmla="*/ 0 h 4227534"/>
                <a:gd name="connsiteX2" fmla="*/ 0 w 2655517"/>
                <a:gd name="connsiteY2" fmla="*/ 4227534 h 4227534"/>
                <a:gd name="connsiteX3" fmla="*/ 212942 w 2655517"/>
                <a:gd name="connsiteY3" fmla="*/ 4227534 h 4227534"/>
                <a:gd name="connsiteX4" fmla="*/ 2655517 w 2655517"/>
                <a:gd name="connsiteY4" fmla="*/ 0 h 4227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5517" h="4227534">
                  <a:moveTo>
                    <a:pt x="2655517" y="0"/>
                  </a:moveTo>
                  <a:lnTo>
                    <a:pt x="2461364" y="0"/>
                  </a:lnTo>
                  <a:lnTo>
                    <a:pt x="0" y="4227534"/>
                  </a:lnTo>
                  <a:lnTo>
                    <a:pt x="212942" y="4227534"/>
                  </a:lnTo>
                  <a:lnTo>
                    <a:pt x="2655517" y="0"/>
                  </a:lnTo>
                  <a:close/>
                </a:path>
              </a:pathLst>
            </a:custGeom>
            <a:solidFill>
              <a:schemeClr val="accent3">
                <a:alpha val="3622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 name="Title 1">
            <a:extLst>
              <a:ext uri="{FF2B5EF4-FFF2-40B4-BE49-F238E27FC236}">
                <a16:creationId xmlns:a16="http://schemas.microsoft.com/office/drawing/2014/main" id="{78D2CCFA-69DC-4E4B-A2E0-97483561E5CC}"/>
              </a:ext>
            </a:extLst>
          </p:cNvPr>
          <p:cNvSpPr>
            <a:spLocks noGrp="1"/>
          </p:cNvSpPr>
          <p:nvPr>
            <p:ph type="title"/>
          </p:nvPr>
        </p:nvSpPr>
        <p:spPr>
          <a:xfrm>
            <a:off x="500744" y="475042"/>
            <a:ext cx="6981469" cy="678844"/>
          </a:xfrm>
          <a:prstGeom prst="rect">
            <a:avLst/>
          </a:prstGeom>
        </p:spPr>
        <p:txBody>
          <a:bodyPr/>
          <a:lstStyle>
            <a:lvl1pPr>
              <a:defRPr sz="3200" b="1" i="0">
                <a:solidFill>
                  <a:schemeClr val="accent1"/>
                </a:solidFill>
                <a:latin typeface="Barlow SemiBold" pitchFamily="2" charset="77"/>
              </a:defRPr>
            </a:lvl1pPr>
          </a:lstStyle>
          <a:p>
            <a:r>
              <a:rPr lang="en-US"/>
              <a:t>Click to edit Master title style</a:t>
            </a:r>
          </a:p>
        </p:txBody>
      </p:sp>
      <p:sp>
        <p:nvSpPr>
          <p:cNvPr id="21" name="Text Placeholder 20">
            <a:extLst>
              <a:ext uri="{FF2B5EF4-FFF2-40B4-BE49-F238E27FC236}">
                <a16:creationId xmlns:a16="http://schemas.microsoft.com/office/drawing/2014/main" id="{3CD87193-A108-1E42-B003-75EC4EC67B22}"/>
              </a:ext>
            </a:extLst>
          </p:cNvPr>
          <p:cNvSpPr>
            <a:spLocks noGrp="1"/>
          </p:cNvSpPr>
          <p:nvPr>
            <p:ph type="body" sz="quarter" idx="11"/>
          </p:nvPr>
        </p:nvSpPr>
        <p:spPr>
          <a:xfrm>
            <a:off x="7883047" y="3665051"/>
            <a:ext cx="3815421" cy="341632"/>
          </a:xfrm>
          <a:prstGeom prst="rect">
            <a:avLst/>
          </a:prstGeom>
          <a:noFill/>
        </p:spPr>
        <p:txBody>
          <a:bodyPr wrap="square" rtlCol="0">
            <a:spAutoFit/>
          </a:bodyPr>
          <a:lstStyle>
            <a:lvl1pPr marL="0" indent="0" algn="r">
              <a:buNone/>
              <a:defRPr lang="en-US" sz="1800" b="1" i="0">
                <a:solidFill>
                  <a:schemeClr val="bg1"/>
                </a:solidFill>
                <a:latin typeface="Barlow SemiBold" pitchFamily="2" charset="77"/>
              </a:defRPr>
            </a:lvl1pPr>
          </a:lstStyle>
          <a:p>
            <a:pPr marL="0" lvl="0" algn="r" defTabSz="609585"/>
            <a:r>
              <a:rPr lang="en-US"/>
              <a:t>Click to edit Master text styles</a:t>
            </a:r>
          </a:p>
        </p:txBody>
      </p:sp>
      <p:sp>
        <p:nvSpPr>
          <p:cNvPr id="24" name="Picture Placeholder 23">
            <a:extLst>
              <a:ext uri="{FF2B5EF4-FFF2-40B4-BE49-F238E27FC236}">
                <a16:creationId xmlns:a16="http://schemas.microsoft.com/office/drawing/2014/main" id="{D3FADC29-76A7-D549-B3AA-3616F48F3CA1}"/>
              </a:ext>
            </a:extLst>
          </p:cNvPr>
          <p:cNvSpPr>
            <a:spLocks noGrp="1"/>
          </p:cNvSpPr>
          <p:nvPr>
            <p:ph type="pic" sz="quarter" idx="12"/>
          </p:nvPr>
        </p:nvSpPr>
        <p:spPr>
          <a:xfrm>
            <a:off x="9945361" y="1778697"/>
            <a:ext cx="1645391" cy="1260953"/>
          </a:xfrm>
          <a:prstGeom prst="rect">
            <a:avLst/>
          </a:prstGeom>
        </p:spPr>
        <p:txBody>
          <a:bodyPr wrap="square" lIns="216000" tIns="216000" rIns="216000" bIns="216000" anchor="ctr" anchorCtr="1">
            <a:normAutofit/>
          </a:bodyPr>
          <a:lstStyle>
            <a:lvl1pPr marL="0" indent="0">
              <a:buNone/>
              <a:defRPr lang="en-US" sz="2400" b="0" i="0">
                <a:latin typeface="Barlow Light" pitchFamily="2" charset="77"/>
              </a:defRPr>
            </a:lvl1pPr>
          </a:lstStyle>
          <a:p>
            <a:pPr marL="228594" lvl="0" indent="-228594"/>
            <a:endParaRPr lang="en-US"/>
          </a:p>
        </p:txBody>
      </p:sp>
      <p:sp>
        <p:nvSpPr>
          <p:cNvPr id="16" name="Content Placeholder 12">
            <a:extLst>
              <a:ext uri="{FF2B5EF4-FFF2-40B4-BE49-F238E27FC236}">
                <a16:creationId xmlns:a16="http://schemas.microsoft.com/office/drawing/2014/main" id="{1267DD70-F125-D34F-87BF-7FFC5383C925}"/>
              </a:ext>
            </a:extLst>
          </p:cNvPr>
          <p:cNvSpPr>
            <a:spLocks noGrp="1"/>
          </p:cNvSpPr>
          <p:nvPr>
            <p:ph sz="quarter" idx="10"/>
          </p:nvPr>
        </p:nvSpPr>
        <p:spPr>
          <a:xfrm>
            <a:off x="522515" y="1295401"/>
            <a:ext cx="6996680" cy="43317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lnTo>
                  <a:pt x="3418710" y="2829155"/>
                </a:lnTo>
                <a:lnTo>
                  <a:pt x="0" y="2829155"/>
                </a:lnTo>
                <a:lnTo>
                  <a:pt x="0" y="0"/>
                </a:lnTo>
                <a:close/>
              </a:path>
            </a:pathLst>
          </a:custGeom>
        </p:spPr>
        <p:txBody>
          <a:bodyPr/>
          <a:lstStyle>
            <a:lvl1pPr marL="0" indent="0">
              <a:lnSpc>
                <a:spcPct val="110000"/>
              </a:lnSpc>
              <a:spcBef>
                <a:spcPts val="0"/>
              </a:spcBef>
              <a:spcAft>
                <a:spcPts val="1333"/>
              </a:spcAft>
              <a:buNone/>
              <a:defRPr sz="1467" b="0" i="0">
                <a:solidFill>
                  <a:schemeClr val="tx2"/>
                </a:solidFill>
                <a:latin typeface="Barlow Light" pitchFamily="2" charset="77"/>
              </a:defRPr>
            </a:lvl1pPr>
            <a:lvl2pPr marL="184146" indent="-173562">
              <a:lnSpc>
                <a:spcPct val="110000"/>
              </a:lnSpc>
              <a:spcBef>
                <a:spcPts val="0"/>
              </a:spcBef>
              <a:spcAft>
                <a:spcPts val="533"/>
              </a:spcAft>
              <a:buFont typeface="Arial" panose="020B0604020202020204" pitchFamily="34" charset="0"/>
              <a:buChar char="•"/>
              <a:tabLst/>
              <a:defRPr sz="1467" b="0" i="0">
                <a:solidFill>
                  <a:schemeClr val="tx2"/>
                </a:solidFill>
                <a:latin typeface="Barlow Light" pitchFamily="2" charset="77"/>
              </a:defRPr>
            </a:lvl2pPr>
            <a:lvl3pPr marL="914377" indent="0">
              <a:buNone/>
              <a:defRPr sz="1333" b="0" i="0">
                <a:solidFill>
                  <a:schemeClr val="tx2"/>
                </a:solidFill>
                <a:latin typeface="Barlow Light" pitchFamily="2" charset="77"/>
              </a:defRPr>
            </a:lvl3pPr>
            <a:lvl4pPr marL="1371566" indent="0">
              <a:buNone/>
              <a:defRPr sz="1200" b="0" i="0">
                <a:solidFill>
                  <a:schemeClr val="tx2"/>
                </a:solidFill>
                <a:latin typeface="Barlow Light" pitchFamily="2" charset="77"/>
              </a:defRPr>
            </a:lvl4pPr>
            <a:lvl5pPr marL="1828754" indent="0">
              <a:buNone/>
              <a:defRPr sz="1200" b="0" i="0">
                <a:solidFill>
                  <a:schemeClr val="tx2"/>
                </a:solidFill>
                <a:latin typeface="Barlow Light" pitchFamily="2" charset="77"/>
              </a:defRPr>
            </a:lvl5pPr>
          </a:lstStyle>
          <a:p>
            <a:pPr lvl="0"/>
            <a:r>
              <a:rPr lang="en-US"/>
              <a:t>Click to edit Master text styles</a:t>
            </a:r>
          </a:p>
          <a:p>
            <a:pPr lvl="1"/>
            <a:r>
              <a:rPr lang="en-US"/>
              <a:t>Second level</a:t>
            </a:r>
          </a:p>
        </p:txBody>
      </p:sp>
      <p:sp>
        <p:nvSpPr>
          <p:cNvPr id="14" name="Rectangle 13">
            <a:extLst>
              <a:ext uri="{FF2B5EF4-FFF2-40B4-BE49-F238E27FC236}">
                <a16:creationId xmlns:a16="http://schemas.microsoft.com/office/drawing/2014/main" id="{C01E110D-9E0C-724A-A0E4-6D6AB9E58C87}"/>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A012D02F-0E40-F242-A136-4511454E0473}"/>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8" name="Graphic 17">
            <a:extLst>
              <a:ext uri="{FF2B5EF4-FFF2-40B4-BE49-F238E27FC236}">
                <a16:creationId xmlns:a16="http://schemas.microsoft.com/office/drawing/2014/main" id="{25713855-FB30-4B45-A355-6FA63892CB5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19" name="Footer Placeholder 4">
            <a:extLst>
              <a:ext uri="{FF2B5EF4-FFF2-40B4-BE49-F238E27FC236}">
                <a16:creationId xmlns:a16="http://schemas.microsoft.com/office/drawing/2014/main" id="{250ED990-EDE7-5142-AABC-2B798DADF950}"/>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20" name="Slide Number Placeholder 5">
            <a:extLst>
              <a:ext uri="{FF2B5EF4-FFF2-40B4-BE49-F238E27FC236}">
                <a16:creationId xmlns:a16="http://schemas.microsoft.com/office/drawing/2014/main" id="{192DD38E-100E-8945-92C6-74DB7A9D2716}"/>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881246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body text with picture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CCFA-69DC-4E4B-A2E0-97483561E5CC}"/>
              </a:ext>
            </a:extLst>
          </p:cNvPr>
          <p:cNvSpPr>
            <a:spLocks noGrp="1"/>
          </p:cNvSpPr>
          <p:nvPr>
            <p:ph type="title"/>
          </p:nvPr>
        </p:nvSpPr>
        <p:spPr>
          <a:xfrm>
            <a:off x="500745" y="475042"/>
            <a:ext cx="6302828" cy="678844"/>
          </a:xfrm>
          <a:prstGeom prst="rect">
            <a:avLst/>
          </a:prstGeom>
        </p:spPr>
        <p:txBody>
          <a:bodyPr/>
          <a:lstStyle>
            <a:lvl1pPr>
              <a:defRPr sz="3200" b="1" i="0">
                <a:solidFill>
                  <a:schemeClr val="accent1"/>
                </a:solidFill>
                <a:latin typeface="Barlow SemiBold" pitchFamily="2" charset="77"/>
              </a:defRPr>
            </a:lvl1pPr>
          </a:lstStyle>
          <a:p>
            <a:r>
              <a:rPr lang="en-US"/>
              <a:t>Click to edit Master title style</a:t>
            </a:r>
          </a:p>
        </p:txBody>
      </p:sp>
      <p:sp>
        <p:nvSpPr>
          <p:cNvPr id="18" name="Picture Placeholder 17">
            <a:extLst>
              <a:ext uri="{FF2B5EF4-FFF2-40B4-BE49-F238E27FC236}">
                <a16:creationId xmlns:a16="http://schemas.microsoft.com/office/drawing/2014/main" id="{0DC3AAE3-8CA4-E245-B30D-2D1847D7F783}"/>
              </a:ext>
            </a:extLst>
          </p:cNvPr>
          <p:cNvSpPr>
            <a:spLocks noGrp="1"/>
          </p:cNvSpPr>
          <p:nvPr>
            <p:ph type="pic" sz="quarter" idx="11"/>
          </p:nvPr>
        </p:nvSpPr>
        <p:spPr>
          <a:xfrm>
            <a:off x="7432109" y="-2"/>
            <a:ext cx="4759891" cy="6225843"/>
          </a:xfrm>
          <a:prstGeom prst="rect">
            <a:avLst/>
          </a:prstGeom>
        </p:spPr>
        <p:txBody>
          <a:bodyPr/>
          <a:lstStyle>
            <a:lvl1pPr marL="0" indent="0">
              <a:buNone/>
              <a:defRPr/>
            </a:lvl1pPr>
          </a:lstStyle>
          <a:p>
            <a:endParaRPr lang="en-US"/>
          </a:p>
        </p:txBody>
      </p:sp>
      <p:sp>
        <p:nvSpPr>
          <p:cNvPr id="12" name="Content Placeholder 12">
            <a:extLst>
              <a:ext uri="{FF2B5EF4-FFF2-40B4-BE49-F238E27FC236}">
                <a16:creationId xmlns:a16="http://schemas.microsoft.com/office/drawing/2014/main" id="{11C9554E-1278-8A49-8FC3-C5467746B14D}"/>
              </a:ext>
            </a:extLst>
          </p:cNvPr>
          <p:cNvSpPr>
            <a:spLocks noGrp="1"/>
          </p:cNvSpPr>
          <p:nvPr>
            <p:ph sz="quarter" idx="10"/>
          </p:nvPr>
        </p:nvSpPr>
        <p:spPr>
          <a:xfrm>
            <a:off x="522515" y="1295401"/>
            <a:ext cx="6302828" cy="43317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5244956 w 5247510"/>
              <a:gd name="connsiteY2" fmla="*/ 2825752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cubicBezTo>
                  <a:pt x="5246659" y="946093"/>
                  <a:pt x="5245807" y="1885922"/>
                  <a:pt x="5244956" y="2825752"/>
                </a:cubicBezTo>
                <a:lnTo>
                  <a:pt x="0" y="2829155"/>
                </a:lnTo>
                <a:lnTo>
                  <a:pt x="0" y="0"/>
                </a:lnTo>
                <a:close/>
              </a:path>
            </a:pathLst>
          </a:custGeom>
        </p:spPr>
        <p:txBody>
          <a:bodyPr/>
          <a:lstStyle>
            <a:lvl1pPr marL="0" indent="0">
              <a:lnSpc>
                <a:spcPct val="110000"/>
              </a:lnSpc>
              <a:spcBef>
                <a:spcPts val="0"/>
              </a:spcBef>
              <a:spcAft>
                <a:spcPts val="1333"/>
              </a:spcAft>
              <a:buNone/>
              <a:defRPr sz="1467" b="0" i="0">
                <a:solidFill>
                  <a:schemeClr val="tx2"/>
                </a:solidFill>
                <a:latin typeface="Barlow Light" pitchFamily="2" charset="77"/>
              </a:defRPr>
            </a:lvl1pPr>
            <a:lvl2pPr marL="184146" indent="-173562">
              <a:lnSpc>
                <a:spcPct val="110000"/>
              </a:lnSpc>
              <a:spcBef>
                <a:spcPts val="0"/>
              </a:spcBef>
              <a:spcAft>
                <a:spcPts val="533"/>
              </a:spcAft>
              <a:buFont typeface="Arial" panose="020B0604020202020204" pitchFamily="34" charset="0"/>
              <a:buChar char="•"/>
              <a:tabLst/>
              <a:defRPr sz="1467" b="0" i="0">
                <a:solidFill>
                  <a:schemeClr val="tx2"/>
                </a:solidFill>
                <a:latin typeface="Barlow Light" pitchFamily="2" charset="77"/>
              </a:defRPr>
            </a:lvl2pPr>
            <a:lvl3pPr marL="914377" indent="0">
              <a:buNone/>
              <a:defRPr sz="1333" b="0" i="0">
                <a:solidFill>
                  <a:schemeClr val="tx2"/>
                </a:solidFill>
                <a:latin typeface="Barlow Light" pitchFamily="2" charset="77"/>
              </a:defRPr>
            </a:lvl3pPr>
            <a:lvl4pPr marL="1371566" indent="0">
              <a:buNone/>
              <a:defRPr sz="1200" b="0" i="0">
                <a:solidFill>
                  <a:schemeClr val="tx2"/>
                </a:solidFill>
                <a:latin typeface="Barlow Light" pitchFamily="2" charset="77"/>
              </a:defRPr>
            </a:lvl4pPr>
            <a:lvl5pPr marL="1828754" indent="0">
              <a:buNone/>
              <a:defRPr sz="1200" b="0" i="0">
                <a:solidFill>
                  <a:schemeClr val="tx2"/>
                </a:solidFill>
                <a:latin typeface="Barlow Light" pitchFamily="2" charset="77"/>
              </a:defRPr>
            </a:lvl5pPr>
          </a:lstStyle>
          <a:p>
            <a:pPr lvl="0"/>
            <a:r>
              <a:rPr lang="en-US"/>
              <a:t>Click to edit Master text styles</a:t>
            </a:r>
          </a:p>
          <a:p>
            <a:pPr lvl="1"/>
            <a:r>
              <a:rPr lang="en-US"/>
              <a:t>Second level</a:t>
            </a:r>
          </a:p>
        </p:txBody>
      </p:sp>
      <p:sp>
        <p:nvSpPr>
          <p:cNvPr id="13" name="Rectangle 12">
            <a:extLst>
              <a:ext uri="{FF2B5EF4-FFF2-40B4-BE49-F238E27FC236}">
                <a16:creationId xmlns:a16="http://schemas.microsoft.com/office/drawing/2014/main" id="{1B0AD8CB-C7E1-8143-A983-3DA7FED735A3}"/>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Rectangle 13">
            <a:extLst>
              <a:ext uri="{FF2B5EF4-FFF2-40B4-BE49-F238E27FC236}">
                <a16:creationId xmlns:a16="http://schemas.microsoft.com/office/drawing/2014/main" id="{37A766EF-92BF-7E4E-8A4A-8DF0B61B4D71}"/>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5" name="Graphic 14">
            <a:extLst>
              <a:ext uri="{FF2B5EF4-FFF2-40B4-BE49-F238E27FC236}">
                <a16:creationId xmlns:a16="http://schemas.microsoft.com/office/drawing/2014/main" id="{B9538083-7D47-C24A-B521-4637B78AF7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16" name="Footer Placeholder 4">
            <a:extLst>
              <a:ext uri="{FF2B5EF4-FFF2-40B4-BE49-F238E27FC236}">
                <a16:creationId xmlns:a16="http://schemas.microsoft.com/office/drawing/2014/main" id="{C7E64661-9C52-3C49-86BE-A24970C1ECEC}"/>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17" name="Slide Number Placeholder 5">
            <a:extLst>
              <a:ext uri="{FF2B5EF4-FFF2-40B4-BE49-F238E27FC236}">
                <a16:creationId xmlns:a16="http://schemas.microsoft.com/office/drawing/2014/main" id="{C9688836-72D3-4C46-8B49-09D061D9F192}"/>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3929467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body text with picture 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CCFA-69DC-4E4B-A2E0-97483561E5CC}"/>
              </a:ext>
            </a:extLst>
          </p:cNvPr>
          <p:cNvSpPr>
            <a:spLocks noGrp="1"/>
          </p:cNvSpPr>
          <p:nvPr>
            <p:ph type="title"/>
          </p:nvPr>
        </p:nvSpPr>
        <p:spPr>
          <a:xfrm>
            <a:off x="5900060" y="475042"/>
            <a:ext cx="5740417" cy="678844"/>
          </a:xfrm>
          <a:prstGeom prst="rect">
            <a:avLst/>
          </a:prstGeom>
        </p:spPr>
        <p:txBody>
          <a:bodyPr/>
          <a:lstStyle>
            <a:lvl1pPr>
              <a:defRPr sz="3200" b="1" i="0">
                <a:solidFill>
                  <a:schemeClr val="accent1"/>
                </a:solidFill>
                <a:latin typeface="Barlow SemiBold" pitchFamily="2" charset="77"/>
              </a:defRPr>
            </a:lvl1pPr>
          </a:lstStyle>
          <a:p>
            <a:r>
              <a:rPr lang="en-US"/>
              <a:t>Click to edit Master title style</a:t>
            </a:r>
          </a:p>
        </p:txBody>
      </p:sp>
      <p:sp>
        <p:nvSpPr>
          <p:cNvPr id="18" name="Picture Placeholder 17">
            <a:extLst>
              <a:ext uri="{FF2B5EF4-FFF2-40B4-BE49-F238E27FC236}">
                <a16:creationId xmlns:a16="http://schemas.microsoft.com/office/drawing/2014/main" id="{0DC3AAE3-8CA4-E245-B30D-2D1847D7F783}"/>
              </a:ext>
            </a:extLst>
          </p:cNvPr>
          <p:cNvSpPr>
            <a:spLocks noGrp="1"/>
          </p:cNvSpPr>
          <p:nvPr>
            <p:ph type="pic" sz="quarter" idx="11"/>
          </p:nvPr>
        </p:nvSpPr>
        <p:spPr>
          <a:xfrm>
            <a:off x="617951" y="643003"/>
            <a:ext cx="4759891" cy="5152373"/>
          </a:xfrm>
          <a:prstGeom prst="rect">
            <a:avLst/>
          </a:prstGeom>
        </p:spPr>
        <p:txBody>
          <a:bodyPr/>
          <a:lstStyle>
            <a:lvl1pPr marL="0" indent="0">
              <a:buNone/>
              <a:defRPr/>
            </a:lvl1pPr>
          </a:lstStyle>
          <a:p>
            <a:endParaRPr lang="en-US"/>
          </a:p>
        </p:txBody>
      </p:sp>
      <p:sp>
        <p:nvSpPr>
          <p:cNvPr id="12" name="Content Placeholder 12">
            <a:extLst>
              <a:ext uri="{FF2B5EF4-FFF2-40B4-BE49-F238E27FC236}">
                <a16:creationId xmlns:a16="http://schemas.microsoft.com/office/drawing/2014/main" id="{23E2BF89-33A0-D943-B099-4E51DB990AF3}"/>
              </a:ext>
            </a:extLst>
          </p:cNvPr>
          <p:cNvSpPr>
            <a:spLocks noGrp="1"/>
          </p:cNvSpPr>
          <p:nvPr>
            <p:ph sz="quarter" idx="12"/>
          </p:nvPr>
        </p:nvSpPr>
        <p:spPr>
          <a:xfrm>
            <a:off x="5900060" y="1295401"/>
            <a:ext cx="5740417" cy="43317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5244956 w 5247510"/>
              <a:gd name="connsiteY2" fmla="*/ 2825752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cubicBezTo>
                  <a:pt x="5246659" y="946093"/>
                  <a:pt x="5245807" y="1885922"/>
                  <a:pt x="5244956" y="2825752"/>
                </a:cubicBezTo>
                <a:lnTo>
                  <a:pt x="0" y="2829155"/>
                </a:lnTo>
                <a:lnTo>
                  <a:pt x="0" y="0"/>
                </a:lnTo>
                <a:close/>
              </a:path>
            </a:pathLst>
          </a:custGeom>
        </p:spPr>
        <p:txBody>
          <a:bodyPr/>
          <a:lstStyle>
            <a:lvl1pPr marL="0" indent="0">
              <a:lnSpc>
                <a:spcPct val="110000"/>
              </a:lnSpc>
              <a:spcBef>
                <a:spcPts val="0"/>
              </a:spcBef>
              <a:spcAft>
                <a:spcPts val="1333"/>
              </a:spcAft>
              <a:buNone/>
              <a:defRPr sz="1467" b="0" i="0">
                <a:solidFill>
                  <a:schemeClr val="tx2"/>
                </a:solidFill>
                <a:latin typeface="Barlow Light" pitchFamily="2" charset="77"/>
              </a:defRPr>
            </a:lvl1pPr>
            <a:lvl2pPr marL="184146" indent="-173562">
              <a:lnSpc>
                <a:spcPct val="110000"/>
              </a:lnSpc>
              <a:spcBef>
                <a:spcPts val="0"/>
              </a:spcBef>
              <a:spcAft>
                <a:spcPts val="533"/>
              </a:spcAft>
              <a:buFont typeface="Arial" panose="020B0604020202020204" pitchFamily="34" charset="0"/>
              <a:buChar char="•"/>
              <a:tabLst/>
              <a:defRPr sz="1467" b="0" i="0">
                <a:solidFill>
                  <a:schemeClr val="tx2"/>
                </a:solidFill>
                <a:latin typeface="Barlow Light" pitchFamily="2" charset="77"/>
              </a:defRPr>
            </a:lvl2pPr>
            <a:lvl3pPr marL="914377" indent="0">
              <a:buNone/>
              <a:defRPr sz="1333" b="0" i="0">
                <a:solidFill>
                  <a:schemeClr val="tx2"/>
                </a:solidFill>
                <a:latin typeface="Barlow Light" pitchFamily="2" charset="77"/>
              </a:defRPr>
            </a:lvl3pPr>
            <a:lvl4pPr marL="1371566" indent="0">
              <a:buNone/>
              <a:defRPr sz="1200" b="0" i="0">
                <a:solidFill>
                  <a:schemeClr val="tx2"/>
                </a:solidFill>
                <a:latin typeface="Barlow Light" pitchFamily="2" charset="77"/>
              </a:defRPr>
            </a:lvl4pPr>
            <a:lvl5pPr marL="1828754" indent="0">
              <a:buNone/>
              <a:defRPr sz="1200" b="0" i="0">
                <a:solidFill>
                  <a:schemeClr val="tx2"/>
                </a:solidFill>
                <a:latin typeface="Barlow Light" pitchFamily="2" charset="77"/>
              </a:defRPr>
            </a:lvl5pPr>
          </a:lstStyle>
          <a:p>
            <a:pPr lvl="0"/>
            <a:r>
              <a:rPr lang="en-US"/>
              <a:t>Click to edit Master text styles</a:t>
            </a:r>
          </a:p>
          <a:p>
            <a:pPr lvl="1"/>
            <a:r>
              <a:rPr lang="en-US"/>
              <a:t>Second level</a:t>
            </a:r>
          </a:p>
        </p:txBody>
      </p:sp>
      <p:sp>
        <p:nvSpPr>
          <p:cNvPr id="13" name="Rectangle 12">
            <a:extLst>
              <a:ext uri="{FF2B5EF4-FFF2-40B4-BE49-F238E27FC236}">
                <a16:creationId xmlns:a16="http://schemas.microsoft.com/office/drawing/2014/main" id="{CBB0087F-87CC-8D47-A88C-3855D5EE0C59}"/>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Rectangle 13">
            <a:extLst>
              <a:ext uri="{FF2B5EF4-FFF2-40B4-BE49-F238E27FC236}">
                <a16:creationId xmlns:a16="http://schemas.microsoft.com/office/drawing/2014/main" id="{6DDA3E51-3F7A-424D-AFBB-F9D892FEEB3D}"/>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5" name="Graphic 14">
            <a:extLst>
              <a:ext uri="{FF2B5EF4-FFF2-40B4-BE49-F238E27FC236}">
                <a16:creationId xmlns:a16="http://schemas.microsoft.com/office/drawing/2014/main" id="{565AA9F9-8535-1F48-8654-6D979B06F3B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16" name="Footer Placeholder 4">
            <a:extLst>
              <a:ext uri="{FF2B5EF4-FFF2-40B4-BE49-F238E27FC236}">
                <a16:creationId xmlns:a16="http://schemas.microsoft.com/office/drawing/2014/main" id="{BCA1FD40-F3E2-344F-9D26-980771885EA6}"/>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17" name="Slide Number Placeholder 5">
            <a:extLst>
              <a:ext uri="{FF2B5EF4-FFF2-40B4-BE49-F238E27FC236}">
                <a16:creationId xmlns:a16="http://schemas.microsoft.com/office/drawing/2014/main" id="{5E1E7B8F-7EA9-9E42-AD61-4F6E522C037E}"/>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314656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lus four bloc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E9A62-464C-F741-BD12-374759268D38}"/>
              </a:ext>
            </a:extLst>
          </p:cNvPr>
          <p:cNvSpPr>
            <a:spLocks noGrp="1"/>
          </p:cNvSpPr>
          <p:nvPr>
            <p:ph type="title"/>
          </p:nvPr>
        </p:nvSpPr>
        <p:spPr>
          <a:xfrm>
            <a:off x="500743" y="475042"/>
            <a:ext cx="11123411" cy="1325033"/>
          </a:xfrm>
          <a:prstGeom prst="rect">
            <a:avLst/>
          </a:prstGeom>
        </p:spPr>
        <p:txBody>
          <a:bodyPr/>
          <a:lstStyle>
            <a:lvl1pPr>
              <a:defRPr lang="en-US" sz="3200" b="1" i="0">
                <a:solidFill>
                  <a:schemeClr val="accent1"/>
                </a:solidFill>
                <a:latin typeface="Barlow SemiBold" pitchFamily="2" charset="77"/>
              </a:defRPr>
            </a:lvl1pPr>
          </a:lstStyle>
          <a:p>
            <a:pPr lvl="0"/>
            <a:r>
              <a:rPr lang="en-US"/>
              <a:t>Click to edit Master title style</a:t>
            </a:r>
          </a:p>
        </p:txBody>
      </p:sp>
      <p:sp>
        <p:nvSpPr>
          <p:cNvPr id="28" name="Rectangle 27">
            <a:extLst>
              <a:ext uri="{FF2B5EF4-FFF2-40B4-BE49-F238E27FC236}">
                <a16:creationId xmlns:a16="http://schemas.microsoft.com/office/drawing/2014/main" id="{B3A46B40-00EF-0D40-811F-62EFDBA091B2}"/>
              </a:ext>
            </a:extLst>
          </p:cNvPr>
          <p:cNvSpPr/>
          <p:nvPr userDrawn="1"/>
        </p:nvSpPr>
        <p:spPr>
          <a:xfrm>
            <a:off x="3444658" y="1979112"/>
            <a:ext cx="2480153"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Picture Placeholder 13">
            <a:extLst>
              <a:ext uri="{FF2B5EF4-FFF2-40B4-BE49-F238E27FC236}">
                <a16:creationId xmlns:a16="http://schemas.microsoft.com/office/drawing/2014/main" id="{CBD83C5B-CA37-9A40-9DDB-C1928C762589}"/>
              </a:ext>
            </a:extLst>
          </p:cNvPr>
          <p:cNvSpPr>
            <a:spLocks noGrp="1"/>
          </p:cNvSpPr>
          <p:nvPr>
            <p:ph type="pic" sz="quarter" idx="30"/>
          </p:nvPr>
        </p:nvSpPr>
        <p:spPr>
          <a:xfrm>
            <a:off x="3729101" y="2229258"/>
            <a:ext cx="827591" cy="732637"/>
          </a:xfrm>
          <a:prstGeom prst="rect">
            <a:avLst/>
          </a:prstGeom>
        </p:spPr>
        <p:txBody>
          <a:bodyPr/>
          <a:lstStyle>
            <a:lvl1pPr marL="0" indent="0">
              <a:buNone/>
              <a:defRPr sz="1600"/>
            </a:lvl1pPr>
          </a:lstStyle>
          <a:p>
            <a:endParaRPr lang="en-US"/>
          </a:p>
        </p:txBody>
      </p:sp>
      <p:cxnSp>
        <p:nvCxnSpPr>
          <p:cNvPr id="30" name="Straight Connector 29">
            <a:extLst>
              <a:ext uri="{FF2B5EF4-FFF2-40B4-BE49-F238E27FC236}">
                <a16:creationId xmlns:a16="http://schemas.microsoft.com/office/drawing/2014/main" id="{B5568DE9-B4DD-2A4A-9BD0-6F387830186D}"/>
              </a:ext>
            </a:extLst>
          </p:cNvPr>
          <p:cNvCxnSpPr>
            <a:cxnSpLocks/>
          </p:cNvCxnSpPr>
          <p:nvPr userDrawn="1"/>
        </p:nvCxnSpPr>
        <p:spPr>
          <a:xfrm>
            <a:off x="3809304"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Text Placeholder 55">
            <a:extLst>
              <a:ext uri="{FF2B5EF4-FFF2-40B4-BE49-F238E27FC236}">
                <a16:creationId xmlns:a16="http://schemas.microsoft.com/office/drawing/2014/main" id="{E30EDF94-8E87-2E4B-98B4-7095BDA3AB46}"/>
              </a:ext>
            </a:extLst>
          </p:cNvPr>
          <p:cNvSpPr>
            <a:spLocks noGrp="1"/>
          </p:cNvSpPr>
          <p:nvPr>
            <p:ph type="body" sz="quarter" idx="31"/>
          </p:nvPr>
        </p:nvSpPr>
        <p:spPr>
          <a:xfrm>
            <a:off x="3680450" y="2961896"/>
            <a:ext cx="2112143" cy="495289"/>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b="1" i="0">
                <a:latin typeface="Barlow" pitchFamily="2" charset="77"/>
              </a:defRPr>
            </a:lvl2pPr>
            <a:lvl3pPr marL="914377" indent="0">
              <a:buNone/>
              <a:defRPr b="1" i="0">
                <a:latin typeface="Barlow" pitchFamily="2" charset="77"/>
              </a:defRPr>
            </a:lvl3pPr>
            <a:lvl4pPr marL="1371566" indent="0">
              <a:buNone/>
              <a:defRPr b="1" i="0">
                <a:latin typeface="Barlow" pitchFamily="2" charset="77"/>
              </a:defRPr>
            </a:lvl4pPr>
            <a:lvl5pPr marL="1828754" indent="0">
              <a:buNone/>
              <a:defRPr b="1" i="0">
                <a:latin typeface="Barlow" pitchFamily="2" charset="77"/>
              </a:defRPr>
            </a:lvl5pPr>
          </a:lstStyle>
          <a:p>
            <a:pPr lvl="0"/>
            <a:r>
              <a:rPr lang="en-US"/>
              <a:t>Click to edit Master text styles</a:t>
            </a:r>
          </a:p>
        </p:txBody>
      </p:sp>
      <p:sp>
        <p:nvSpPr>
          <p:cNvPr id="33" name="Text Placeholder 65">
            <a:extLst>
              <a:ext uri="{FF2B5EF4-FFF2-40B4-BE49-F238E27FC236}">
                <a16:creationId xmlns:a16="http://schemas.microsoft.com/office/drawing/2014/main" id="{8167C1FD-52B1-644B-A1BF-3583E1C46F08}"/>
              </a:ext>
            </a:extLst>
          </p:cNvPr>
          <p:cNvSpPr>
            <a:spLocks noGrp="1"/>
          </p:cNvSpPr>
          <p:nvPr>
            <p:ph type="body" sz="quarter" idx="32"/>
          </p:nvPr>
        </p:nvSpPr>
        <p:spPr>
          <a:xfrm>
            <a:off x="3688393" y="3766246"/>
            <a:ext cx="2095848" cy="559409"/>
          </a:xfrm>
          <a:prstGeom prst="rect">
            <a:avLst/>
          </a:prstGeom>
        </p:spPr>
        <p:txBody>
          <a:bodyPr/>
          <a:lstStyle>
            <a:lvl1pPr marL="0" indent="0">
              <a:lnSpc>
                <a:spcPct val="11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34" name="Rectangle 33">
            <a:extLst>
              <a:ext uri="{FF2B5EF4-FFF2-40B4-BE49-F238E27FC236}">
                <a16:creationId xmlns:a16="http://schemas.microsoft.com/office/drawing/2014/main" id="{E40A18B5-EE83-254A-B5AF-85B904C424B7}"/>
              </a:ext>
            </a:extLst>
          </p:cNvPr>
          <p:cNvSpPr/>
          <p:nvPr userDrawn="1"/>
        </p:nvSpPr>
        <p:spPr>
          <a:xfrm>
            <a:off x="6263014" y="1979112"/>
            <a:ext cx="2480153"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Picture Placeholder 13">
            <a:extLst>
              <a:ext uri="{FF2B5EF4-FFF2-40B4-BE49-F238E27FC236}">
                <a16:creationId xmlns:a16="http://schemas.microsoft.com/office/drawing/2014/main" id="{8B95BBAF-B841-0F45-A494-3FDAC1DB9269}"/>
              </a:ext>
            </a:extLst>
          </p:cNvPr>
          <p:cNvSpPr>
            <a:spLocks noGrp="1"/>
          </p:cNvSpPr>
          <p:nvPr>
            <p:ph type="pic" sz="quarter" idx="33"/>
          </p:nvPr>
        </p:nvSpPr>
        <p:spPr>
          <a:xfrm>
            <a:off x="6537715" y="2229258"/>
            <a:ext cx="827591" cy="732637"/>
          </a:xfrm>
          <a:prstGeom prst="rect">
            <a:avLst/>
          </a:prstGeom>
        </p:spPr>
        <p:txBody>
          <a:bodyPr/>
          <a:lstStyle>
            <a:lvl1pPr marL="0" indent="0">
              <a:buNone/>
              <a:defRPr sz="1600"/>
            </a:lvl1pPr>
          </a:lstStyle>
          <a:p>
            <a:endParaRPr lang="en-US"/>
          </a:p>
        </p:txBody>
      </p:sp>
      <p:cxnSp>
        <p:nvCxnSpPr>
          <p:cNvPr id="38" name="Straight Connector 37">
            <a:extLst>
              <a:ext uri="{FF2B5EF4-FFF2-40B4-BE49-F238E27FC236}">
                <a16:creationId xmlns:a16="http://schemas.microsoft.com/office/drawing/2014/main" id="{3E320540-9850-8543-8D92-698FA2E4DC95}"/>
              </a:ext>
            </a:extLst>
          </p:cNvPr>
          <p:cNvCxnSpPr>
            <a:cxnSpLocks/>
          </p:cNvCxnSpPr>
          <p:nvPr userDrawn="1"/>
        </p:nvCxnSpPr>
        <p:spPr>
          <a:xfrm>
            <a:off x="6617918"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Text Placeholder 55">
            <a:extLst>
              <a:ext uri="{FF2B5EF4-FFF2-40B4-BE49-F238E27FC236}">
                <a16:creationId xmlns:a16="http://schemas.microsoft.com/office/drawing/2014/main" id="{909BBB4F-A55E-2345-A125-8177DA5BC7DB}"/>
              </a:ext>
            </a:extLst>
          </p:cNvPr>
          <p:cNvSpPr>
            <a:spLocks noGrp="1"/>
          </p:cNvSpPr>
          <p:nvPr>
            <p:ph type="body" sz="quarter" idx="34"/>
          </p:nvPr>
        </p:nvSpPr>
        <p:spPr>
          <a:xfrm>
            <a:off x="6489065" y="2961896"/>
            <a:ext cx="2112143" cy="495289"/>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b="1" i="0">
                <a:latin typeface="Barlow" pitchFamily="2" charset="77"/>
              </a:defRPr>
            </a:lvl2pPr>
            <a:lvl3pPr marL="914377" indent="0">
              <a:buNone/>
              <a:defRPr b="1" i="0">
                <a:latin typeface="Barlow" pitchFamily="2" charset="77"/>
              </a:defRPr>
            </a:lvl3pPr>
            <a:lvl4pPr marL="1371566" indent="0">
              <a:buNone/>
              <a:defRPr b="1" i="0">
                <a:latin typeface="Barlow" pitchFamily="2" charset="77"/>
              </a:defRPr>
            </a:lvl4pPr>
            <a:lvl5pPr marL="1828754" indent="0">
              <a:buNone/>
              <a:defRPr b="1" i="0">
                <a:latin typeface="Barlow" pitchFamily="2" charset="77"/>
              </a:defRPr>
            </a:lvl5pPr>
          </a:lstStyle>
          <a:p>
            <a:pPr lvl="0"/>
            <a:r>
              <a:rPr lang="en-US"/>
              <a:t>Click to edit Master text styles</a:t>
            </a:r>
          </a:p>
        </p:txBody>
      </p:sp>
      <p:sp>
        <p:nvSpPr>
          <p:cNvPr id="42" name="Text Placeholder 65">
            <a:extLst>
              <a:ext uri="{FF2B5EF4-FFF2-40B4-BE49-F238E27FC236}">
                <a16:creationId xmlns:a16="http://schemas.microsoft.com/office/drawing/2014/main" id="{B113D70A-A70A-A54A-A91F-F49E070E91F5}"/>
              </a:ext>
            </a:extLst>
          </p:cNvPr>
          <p:cNvSpPr>
            <a:spLocks noGrp="1"/>
          </p:cNvSpPr>
          <p:nvPr>
            <p:ph type="body" sz="quarter" idx="35"/>
          </p:nvPr>
        </p:nvSpPr>
        <p:spPr>
          <a:xfrm>
            <a:off x="6497008" y="3766246"/>
            <a:ext cx="2095848" cy="559409"/>
          </a:xfrm>
          <a:prstGeom prst="rect">
            <a:avLst/>
          </a:prstGeom>
        </p:spPr>
        <p:txBody>
          <a:bodyPr/>
          <a:lstStyle>
            <a:lvl1pPr marL="0" indent="0">
              <a:lnSpc>
                <a:spcPct val="11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43" name="Rectangle 42">
            <a:extLst>
              <a:ext uri="{FF2B5EF4-FFF2-40B4-BE49-F238E27FC236}">
                <a16:creationId xmlns:a16="http://schemas.microsoft.com/office/drawing/2014/main" id="{4C64869D-34E4-0044-82D0-E70B733834CF}"/>
              </a:ext>
            </a:extLst>
          </p:cNvPr>
          <p:cNvSpPr/>
          <p:nvPr userDrawn="1"/>
        </p:nvSpPr>
        <p:spPr>
          <a:xfrm>
            <a:off x="9081370" y="1979112"/>
            <a:ext cx="2480153"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5" name="Picture Placeholder 13">
            <a:extLst>
              <a:ext uri="{FF2B5EF4-FFF2-40B4-BE49-F238E27FC236}">
                <a16:creationId xmlns:a16="http://schemas.microsoft.com/office/drawing/2014/main" id="{BC8A66F9-58A0-8540-9BBF-61F8325F5AB3}"/>
              </a:ext>
            </a:extLst>
          </p:cNvPr>
          <p:cNvSpPr>
            <a:spLocks noGrp="1"/>
          </p:cNvSpPr>
          <p:nvPr>
            <p:ph type="pic" sz="quarter" idx="36"/>
          </p:nvPr>
        </p:nvSpPr>
        <p:spPr>
          <a:xfrm>
            <a:off x="9356071" y="2229258"/>
            <a:ext cx="827591" cy="732637"/>
          </a:xfrm>
          <a:prstGeom prst="rect">
            <a:avLst/>
          </a:prstGeom>
        </p:spPr>
        <p:txBody>
          <a:bodyPr/>
          <a:lstStyle>
            <a:lvl1pPr marL="0" indent="0">
              <a:buNone/>
              <a:defRPr sz="1600"/>
            </a:lvl1pPr>
          </a:lstStyle>
          <a:p>
            <a:endParaRPr lang="en-US"/>
          </a:p>
        </p:txBody>
      </p:sp>
      <p:cxnSp>
        <p:nvCxnSpPr>
          <p:cNvPr id="46" name="Straight Connector 45">
            <a:extLst>
              <a:ext uri="{FF2B5EF4-FFF2-40B4-BE49-F238E27FC236}">
                <a16:creationId xmlns:a16="http://schemas.microsoft.com/office/drawing/2014/main" id="{200D76ED-13C3-164C-864F-4D0E9E7B0C25}"/>
              </a:ext>
            </a:extLst>
          </p:cNvPr>
          <p:cNvCxnSpPr>
            <a:cxnSpLocks/>
          </p:cNvCxnSpPr>
          <p:nvPr userDrawn="1"/>
        </p:nvCxnSpPr>
        <p:spPr>
          <a:xfrm>
            <a:off x="9436275"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Text Placeholder 55">
            <a:extLst>
              <a:ext uri="{FF2B5EF4-FFF2-40B4-BE49-F238E27FC236}">
                <a16:creationId xmlns:a16="http://schemas.microsoft.com/office/drawing/2014/main" id="{4381CA3F-DE75-A747-AAC6-47799C8A13E4}"/>
              </a:ext>
            </a:extLst>
          </p:cNvPr>
          <p:cNvSpPr>
            <a:spLocks noGrp="1"/>
          </p:cNvSpPr>
          <p:nvPr>
            <p:ph type="body" sz="quarter" idx="37"/>
          </p:nvPr>
        </p:nvSpPr>
        <p:spPr>
          <a:xfrm>
            <a:off x="9307421" y="2961896"/>
            <a:ext cx="2112143" cy="495289"/>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b="1" i="0">
                <a:latin typeface="Barlow" pitchFamily="2" charset="77"/>
              </a:defRPr>
            </a:lvl2pPr>
            <a:lvl3pPr marL="914377" indent="0">
              <a:buNone/>
              <a:defRPr b="1" i="0">
                <a:latin typeface="Barlow" pitchFamily="2" charset="77"/>
              </a:defRPr>
            </a:lvl3pPr>
            <a:lvl4pPr marL="1371566" indent="0">
              <a:buNone/>
              <a:defRPr b="1" i="0">
                <a:latin typeface="Barlow" pitchFamily="2" charset="77"/>
              </a:defRPr>
            </a:lvl4pPr>
            <a:lvl5pPr marL="1828754" indent="0">
              <a:buNone/>
              <a:defRPr b="1" i="0">
                <a:latin typeface="Barlow" pitchFamily="2" charset="77"/>
              </a:defRPr>
            </a:lvl5pPr>
          </a:lstStyle>
          <a:p>
            <a:pPr lvl="0"/>
            <a:r>
              <a:rPr lang="en-US"/>
              <a:t>Click to edit Master text styles</a:t>
            </a:r>
          </a:p>
        </p:txBody>
      </p:sp>
      <p:sp>
        <p:nvSpPr>
          <p:cNvPr id="50" name="Text Placeholder 65">
            <a:extLst>
              <a:ext uri="{FF2B5EF4-FFF2-40B4-BE49-F238E27FC236}">
                <a16:creationId xmlns:a16="http://schemas.microsoft.com/office/drawing/2014/main" id="{758FCBC4-89DF-F045-9023-1A497954C553}"/>
              </a:ext>
            </a:extLst>
          </p:cNvPr>
          <p:cNvSpPr>
            <a:spLocks noGrp="1"/>
          </p:cNvSpPr>
          <p:nvPr>
            <p:ph type="body" sz="quarter" idx="38"/>
          </p:nvPr>
        </p:nvSpPr>
        <p:spPr>
          <a:xfrm>
            <a:off x="9315364" y="3766246"/>
            <a:ext cx="2095848" cy="559409"/>
          </a:xfrm>
          <a:prstGeom prst="rect">
            <a:avLst/>
          </a:prstGeom>
        </p:spPr>
        <p:txBody>
          <a:bodyPr/>
          <a:lstStyle>
            <a:lvl1pPr marL="0" indent="0">
              <a:lnSpc>
                <a:spcPct val="11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35" name="Rectangle 34">
            <a:extLst>
              <a:ext uri="{FF2B5EF4-FFF2-40B4-BE49-F238E27FC236}">
                <a16:creationId xmlns:a16="http://schemas.microsoft.com/office/drawing/2014/main" id="{BEC55D82-F4D3-9643-933F-7FF62D6A0F8A}"/>
              </a:ext>
            </a:extLst>
          </p:cNvPr>
          <p:cNvSpPr/>
          <p:nvPr userDrawn="1"/>
        </p:nvSpPr>
        <p:spPr>
          <a:xfrm>
            <a:off x="626302" y="1979112"/>
            <a:ext cx="2480153"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6" name="Picture Placeholder 13">
            <a:extLst>
              <a:ext uri="{FF2B5EF4-FFF2-40B4-BE49-F238E27FC236}">
                <a16:creationId xmlns:a16="http://schemas.microsoft.com/office/drawing/2014/main" id="{BC1C9491-2682-F447-A5B8-C42DBC306A6A}"/>
              </a:ext>
            </a:extLst>
          </p:cNvPr>
          <p:cNvSpPr>
            <a:spLocks noGrp="1"/>
          </p:cNvSpPr>
          <p:nvPr>
            <p:ph type="pic" sz="quarter" idx="39"/>
          </p:nvPr>
        </p:nvSpPr>
        <p:spPr>
          <a:xfrm>
            <a:off x="910745" y="2229258"/>
            <a:ext cx="827591" cy="732637"/>
          </a:xfrm>
          <a:prstGeom prst="rect">
            <a:avLst/>
          </a:prstGeom>
        </p:spPr>
        <p:txBody>
          <a:bodyPr/>
          <a:lstStyle>
            <a:lvl1pPr marL="0" indent="0">
              <a:buNone/>
              <a:defRPr sz="1600"/>
            </a:lvl1pPr>
          </a:lstStyle>
          <a:p>
            <a:endParaRPr lang="en-US"/>
          </a:p>
        </p:txBody>
      </p:sp>
      <p:cxnSp>
        <p:nvCxnSpPr>
          <p:cNvPr id="39" name="Straight Connector 38">
            <a:extLst>
              <a:ext uri="{FF2B5EF4-FFF2-40B4-BE49-F238E27FC236}">
                <a16:creationId xmlns:a16="http://schemas.microsoft.com/office/drawing/2014/main" id="{981D8686-EA20-1049-9253-2CC559DBA2E6}"/>
              </a:ext>
            </a:extLst>
          </p:cNvPr>
          <p:cNvCxnSpPr>
            <a:cxnSpLocks/>
          </p:cNvCxnSpPr>
          <p:nvPr userDrawn="1"/>
        </p:nvCxnSpPr>
        <p:spPr>
          <a:xfrm>
            <a:off x="990948"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Text Placeholder 55">
            <a:extLst>
              <a:ext uri="{FF2B5EF4-FFF2-40B4-BE49-F238E27FC236}">
                <a16:creationId xmlns:a16="http://schemas.microsoft.com/office/drawing/2014/main" id="{79C12A93-DC3E-C84A-8EB4-3C93ABC619AE}"/>
              </a:ext>
            </a:extLst>
          </p:cNvPr>
          <p:cNvSpPr>
            <a:spLocks noGrp="1"/>
          </p:cNvSpPr>
          <p:nvPr>
            <p:ph type="body" sz="quarter" idx="40"/>
          </p:nvPr>
        </p:nvSpPr>
        <p:spPr>
          <a:xfrm>
            <a:off x="862094" y="2961896"/>
            <a:ext cx="2112143" cy="495289"/>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b="1" i="0">
                <a:latin typeface="Barlow" pitchFamily="2" charset="77"/>
              </a:defRPr>
            </a:lvl2pPr>
            <a:lvl3pPr marL="914377" indent="0">
              <a:buNone/>
              <a:defRPr b="1" i="0">
                <a:latin typeface="Barlow" pitchFamily="2" charset="77"/>
              </a:defRPr>
            </a:lvl3pPr>
            <a:lvl4pPr marL="1371566" indent="0">
              <a:buNone/>
              <a:defRPr b="1" i="0">
                <a:latin typeface="Barlow" pitchFamily="2" charset="77"/>
              </a:defRPr>
            </a:lvl4pPr>
            <a:lvl5pPr marL="1828754" indent="0">
              <a:buNone/>
              <a:defRPr b="1" i="0">
                <a:latin typeface="Barlow" pitchFamily="2" charset="77"/>
              </a:defRPr>
            </a:lvl5pPr>
          </a:lstStyle>
          <a:p>
            <a:pPr lvl="0"/>
            <a:r>
              <a:rPr lang="en-US"/>
              <a:t>Click to edit Master text styles</a:t>
            </a:r>
          </a:p>
        </p:txBody>
      </p:sp>
      <p:sp>
        <p:nvSpPr>
          <p:cNvPr id="44" name="Text Placeholder 65">
            <a:extLst>
              <a:ext uri="{FF2B5EF4-FFF2-40B4-BE49-F238E27FC236}">
                <a16:creationId xmlns:a16="http://schemas.microsoft.com/office/drawing/2014/main" id="{913A1C80-0ACA-B241-BF25-CDAF375E7BC5}"/>
              </a:ext>
            </a:extLst>
          </p:cNvPr>
          <p:cNvSpPr>
            <a:spLocks noGrp="1"/>
          </p:cNvSpPr>
          <p:nvPr>
            <p:ph type="body" sz="quarter" idx="41"/>
          </p:nvPr>
        </p:nvSpPr>
        <p:spPr>
          <a:xfrm>
            <a:off x="870037" y="3766246"/>
            <a:ext cx="2095848" cy="559409"/>
          </a:xfrm>
          <a:prstGeom prst="rect">
            <a:avLst/>
          </a:prstGeom>
        </p:spPr>
        <p:txBody>
          <a:bodyPr/>
          <a:lstStyle>
            <a:lvl1pPr marL="0" indent="0">
              <a:lnSpc>
                <a:spcPct val="11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32" name="Rectangle 31">
            <a:extLst>
              <a:ext uri="{FF2B5EF4-FFF2-40B4-BE49-F238E27FC236}">
                <a16:creationId xmlns:a16="http://schemas.microsoft.com/office/drawing/2014/main" id="{0C2BE2D0-B452-3048-BEC0-6AD8852DC954}"/>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Rectangle 50">
            <a:extLst>
              <a:ext uri="{FF2B5EF4-FFF2-40B4-BE49-F238E27FC236}">
                <a16:creationId xmlns:a16="http://schemas.microsoft.com/office/drawing/2014/main" id="{5D62683E-06C4-0B45-9DD6-5335EFC5583C}"/>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52" name="Graphic 51">
            <a:extLst>
              <a:ext uri="{FF2B5EF4-FFF2-40B4-BE49-F238E27FC236}">
                <a16:creationId xmlns:a16="http://schemas.microsoft.com/office/drawing/2014/main" id="{4D816FBC-3BAD-4640-9750-4ED9D92013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53" name="Footer Placeholder 4">
            <a:extLst>
              <a:ext uri="{FF2B5EF4-FFF2-40B4-BE49-F238E27FC236}">
                <a16:creationId xmlns:a16="http://schemas.microsoft.com/office/drawing/2014/main" id="{0C4841C8-99D5-F245-A537-B44F2FA9984B}"/>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54" name="Slide Number Placeholder 5">
            <a:extLst>
              <a:ext uri="{FF2B5EF4-FFF2-40B4-BE49-F238E27FC236}">
                <a16:creationId xmlns:a16="http://schemas.microsoft.com/office/drawing/2014/main" id="{08D815E9-D8B0-5742-A9C5-E43F78F2DDE9}"/>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148105805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lus three blocks">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DEB150F-DD6D-7F4C-91E5-435DFD55612A}"/>
              </a:ext>
            </a:extLst>
          </p:cNvPr>
          <p:cNvSpPr/>
          <p:nvPr userDrawn="1"/>
        </p:nvSpPr>
        <p:spPr>
          <a:xfrm>
            <a:off x="4378095" y="1979112"/>
            <a:ext cx="3437699"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1" name="Picture Placeholder 21">
            <a:extLst>
              <a:ext uri="{FF2B5EF4-FFF2-40B4-BE49-F238E27FC236}">
                <a16:creationId xmlns:a16="http://schemas.microsoft.com/office/drawing/2014/main" id="{2457E945-C661-0542-90D1-17BF009F48DB}"/>
              </a:ext>
            </a:extLst>
          </p:cNvPr>
          <p:cNvSpPr>
            <a:spLocks noGrp="1"/>
          </p:cNvSpPr>
          <p:nvPr>
            <p:ph type="pic" sz="quarter" idx="31"/>
          </p:nvPr>
        </p:nvSpPr>
        <p:spPr>
          <a:xfrm>
            <a:off x="4676767" y="2229199"/>
            <a:ext cx="842723" cy="735296"/>
          </a:xfrm>
          <a:prstGeom prst="rect">
            <a:avLst/>
          </a:prstGeom>
        </p:spPr>
        <p:txBody>
          <a:bodyPr/>
          <a:lstStyle>
            <a:lvl1pPr marL="0" indent="0">
              <a:buNone/>
              <a:defRPr sz="1600"/>
            </a:lvl1pPr>
          </a:lstStyle>
          <a:p>
            <a:endParaRPr lang="en-US"/>
          </a:p>
        </p:txBody>
      </p:sp>
      <p:cxnSp>
        <p:nvCxnSpPr>
          <p:cNvPr id="33" name="Straight Connector 32">
            <a:extLst>
              <a:ext uri="{FF2B5EF4-FFF2-40B4-BE49-F238E27FC236}">
                <a16:creationId xmlns:a16="http://schemas.microsoft.com/office/drawing/2014/main" id="{E1587CBE-21CD-244A-B560-884ED7DA498F}"/>
              </a:ext>
            </a:extLst>
          </p:cNvPr>
          <p:cNvCxnSpPr>
            <a:cxnSpLocks/>
          </p:cNvCxnSpPr>
          <p:nvPr userDrawn="1"/>
        </p:nvCxnSpPr>
        <p:spPr>
          <a:xfrm>
            <a:off x="4764217"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Text Placeholder 59">
            <a:extLst>
              <a:ext uri="{FF2B5EF4-FFF2-40B4-BE49-F238E27FC236}">
                <a16:creationId xmlns:a16="http://schemas.microsoft.com/office/drawing/2014/main" id="{90D1896A-A291-7243-95EC-BAA4A8BD0415}"/>
              </a:ext>
            </a:extLst>
          </p:cNvPr>
          <p:cNvSpPr>
            <a:spLocks noGrp="1"/>
          </p:cNvSpPr>
          <p:nvPr>
            <p:ph type="body" sz="quarter" idx="32"/>
          </p:nvPr>
        </p:nvSpPr>
        <p:spPr>
          <a:xfrm>
            <a:off x="4650234" y="2973859"/>
            <a:ext cx="2880407" cy="483325"/>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sz="1267" b="1" i="0">
                <a:latin typeface="Barlow" pitchFamily="2" charset="77"/>
              </a:defRPr>
            </a:lvl2pPr>
            <a:lvl3pPr marL="914377" indent="0">
              <a:buNone/>
              <a:defRPr sz="1267" b="1" i="0">
                <a:latin typeface="Barlow" pitchFamily="2" charset="77"/>
              </a:defRPr>
            </a:lvl3pPr>
            <a:lvl4pPr marL="1371566" indent="0">
              <a:buNone/>
              <a:defRPr sz="1267" b="1" i="0">
                <a:latin typeface="Barlow" pitchFamily="2" charset="77"/>
              </a:defRPr>
            </a:lvl4pPr>
            <a:lvl5pPr marL="1828754" indent="0">
              <a:buNone/>
              <a:defRPr sz="1267" b="1" i="0">
                <a:latin typeface="Barlow" pitchFamily="2" charset="77"/>
              </a:defRPr>
            </a:lvl5pPr>
          </a:lstStyle>
          <a:p>
            <a:pPr lvl="0"/>
            <a:r>
              <a:rPr lang="en-US"/>
              <a:t>Click to edit Master text styles</a:t>
            </a:r>
          </a:p>
        </p:txBody>
      </p:sp>
      <p:sp>
        <p:nvSpPr>
          <p:cNvPr id="37" name="Text Placeholder 67">
            <a:extLst>
              <a:ext uri="{FF2B5EF4-FFF2-40B4-BE49-F238E27FC236}">
                <a16:creationId xmlns:a16="http://schemas.microsoft.com/office/drawing/2014/main" id="{B64D8F16-02AC-CA43-BFBB-8A0DF0541A7F}"/>
              </a:ext>
            </a:extLst>
          </p:cNvPr>
          <p:cNvSpPr>
            <a:spLocks noGrp="1"/>
          </p:cNvSpPr>
          <p:nvPr>
            <p:ph type="body" sz="quarter" idx="33"/>
          </p:nvPr>
        </p:nvSpPr>
        <p:spPr>
          <a:xfrm>
            <a:off x="4624952" y="3749253"/>
            <a:ext cx="2905689" cy="534648"/>
          </a:xfrm>
          <a:prstGeom prst="rect">
            <a:avLst/>
          </a:prstGeom>
        </p:spPr>
        <p:txBody>
          <a:bodyPr/>
          <a:lstStyle>
            <a:lvl1pPr marL="0" indent="0">
              <a:lnSpc>
                <a:spcPct val="10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2" name="Title 1">
            <a:extLst>
              <a:ext uri="{FF2B5EF4-FFF2-40B4-BE49-F238E27FC236}">
                <a16:creationId xmlns:a16="http://schemas.microsoft.com/office/drawing/2014/main" id="{B7DE9A62-464C-F741-BD12-374759268D38}"/>
              </a:ext>
            </a:extLst>
          </p:cNvPr>
          <p:cNvSpPr>
            <a:spLocks noGrp="1"/>
          </p:cNvSpPr>
          <p:nvPr>
            <p:ph type="title"/>
          </p:nvPr>
        </p:nvSpPr>
        <p:spPr>
          <a:xfrm>
            <a:off x="500743" y="475042"/>
            <a:ext cx="11123411" cy="1325033"/>
          </a:xfrm>
          <a:prstGeom prst="rect">
            <a:avLst/>
          </a:prstGeom>
        </p:spPr>
        <p:txBody>
          <a:bodyPr/>
          <a:lstStyle>
            <a:lvl1pPr>
              <a:defRPr lang="en-US" sz="3200" b="1" i="0">
                <a:solidFill>
                  <a:schemeClr val="accent1"/>
                </a:solidFill>
                <a:latin typeface="Barlow SemiBold" pitchFamily="2" charset="77"/>
              </a:defRPr>
            </a:lvl1pPr>
          </a:lstStyle>
          <a:p>
            <a:pPr lvl="0"/>
            <a:r>
              <a:rPr lang="en-US"/>
              <a:t>Click to edit Master title style</a:t>
            </a:r>
          </a:p>
        </p:txBody>
      </p:sp>
      <p:sp>
        <p:nvSpPr>
          <p:cNvPr id="20" name="Rectangle 19">
            <a:extLst>
              <a:ext uri="{FF2B5EF4-FFF2-40B4-BE49-F238E27FC236}">
                <a16:creationId xmlns:a16="http://schemas.microsoft.com/office/drawing/2014/main" id="{07340C0F-2ACF-2742-9941-D017227A138A}"/>
              </a:ext>
            </a:extLst>
          </p:cNvPr>
          <p:cNvSpPr/>
          <p:nvPr userDrawn="1"/>
        </p:nvSpPr>
        <p:spPr>
          <a:xfrm>
            <a:off x="626303" y="1979112"/>
            <a:ext cx="3437699"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Picture Placeholder 21">
            <a:extLst>
              <a:ext uri="{FF2B5EF4-FFF2-40B4-BE49-F238E27FC236}">
                <a16:creationId xmlns:a16="http://schemas.microsoft.com/office/drawing/2014/main" id="{9F58A0AF-1672-FC43-B4BC-3FC4BE10CD8C}"/>
              </a:ext>
            </a:extLst>
          </p:cNvPr>
          <p:cNvSpPr>
            <a:spLocks noGrp="1"/>
          </p:cNvSpPr>
          <p:nvPr>
            <p:ph type="pic" sz="quarter" idx="13"/>
          </p:nvPr>
        </p:nvSpPr>
        <p:spPr>
          <a:xfrm>
            <a:off x="924975" y="2229199"/>
            <a:ext cx="842723" cy="735296"/>
          </a:xfrm>
          <a:prstGeom prst="rect">
            <a:avLst/>
          </a:prstGeom>
        </p:spPr>
        <p:txBody>
          <a:bodyPr/>
          <a:lstStyle>
            <a:lvl1pPr marL="0" indent="0">
              <a:buNone/>
              <a:defRPr sz="1600"/>
            </a:lvl1pPr>
          </a:lstStyle>
          <a:p>
            <a:endParaRPr lang="en-US"/>
          </a:p>
        </p:txBody>
      </p:sp>
      <p:cxnSp>
        <p:nvCxnSpPr>
          <p:cNvPr id="27" name="Straight Connector 26">
            <a:extLst>
              <a:ext uri="{FF2B5EF4-FFF2-40B4-BE49-F238E27FC236}">
                <a16:creationId xmlns:a16="http://schemas.microsoft.com/office/drawing/2014/main" id="{8DE4A079-36DC-DA47-8F6A-49A4A0BC59BD}"/>
              </a:ext>
            </a:extLst>
          </p:cNvPr>
          <p:cNvCxnSpPr>
            <a:cxnSpLocks/>
          </p:cNvCxnSpPr>
          <p:nvPr userDrawn="1"/>
        </p:nvCxnSpPr>
        <p:spPr>
          <a:xfrm>
            <a:off x="1012425"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Text Placeholder 59">
            <a:extLst>
              <a:ext uri="{FF2B5EF4-FFF2-40B4-BE49-F238E27FC236}">
                <a16:creationId xmlns:a16="http://schemas.microsoft.com/office/drawing/2014/main" id="{0DD4A10C-C57B-FA4C-81EC-30D5344174A2}"/>
              </a:ext>
            </a:extLst>
          </p:cNvPr>
          <p:cNvSpPr>
            <a:spLocks noGrp="1"/>
          </p:cNvSpPr>
          <p:nvPr>
            <p:ph type="body" sz="quarter" idx="26"/>
          </p:nvPr>
        </p:nvSpPr>
        <p:spPr>
          <a:xfrm>
            <a:off x="898443" y="2973859"/>
            <a:ext cx="2866877" cy="483325"/>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sz="1267" b="1" i="0">
                <a:latin typeface="Barlow" pitchFamily="2" charset="77"/>
              </a:defRPr>
            </a:lvl2pPr>
            <a:lvl3pPr marL="914377" indent="0">
              <a:buNone/>
              <a:defRPr sz="1267" b="1" i="0">
                <a:latin typeface="Barlow" pitchFamily="2" charset="77"/>
              </a:defRPr>
            </a:lvl3pPr>
            <a:lvl4pPr marL="1371566" indent="0">
              <a:buNone/>
              <a:defRPr sz="1267" b="1" i="0">
                <a:latin typeface="Barlow" pitchFamily="2" charset="77"/>
              </a:defRPr>
            </a:lvl4pPr>
            <a:lvl5pPr marL="1828754" indent="0">
              <a:buNone/>
              <a:defRPr sz="1267" b="1" i="0">
                <a:latin typeface="Barlow" pitchFamily="2" charset="77"/>
              </a:defRPr>
            </a:lvl5pPr>
          </a:lstStyle>
          <a:p>
            <a:pPr lvl="0"/>
            <a:r>
              <a:rPr lang="en-US"/>
              <a:t>Click to edit Master text styles</a:t>
            </a:r>
          </a:p>
        </p:txBody>
      </p:sp>
      <p:sp>
        <p:nvSpPr>
          <p:cNvPr id="68" name="Text Placeholder 67">
            <a:extLst>
              <a:ext uri="{FF2B5EF4-FFF2-40B4-BE49-F238E27FC236}">
                <a16:creationId xmlns:a16="http://schemas.microsoft.com/office/drawing/2014/main" id="{758DD78A-C08B-6B4D-B583-BC6421AA1F34}"/>
              </a:ext>
            </a:extLst>
          </p:cNvPr>
          <p:cNvSpPr>
            <a:spLocks noGrp="1"/>
          </p:cNvSpPr>
          <p:nvPr>
            <p:ph type="body" sz="quarter" idx="30"/>
          </p:nvPr>
        </p:nvSpPr>
        <p:spPr>
          <a:xfrm>
            <a:off x="873160" y="3749253"/>
            <a:ext cx="2892161" cy="534648"/>
          </a:xfrm>
          <a:prstGeom prst="rect">
            <a:avLst/>
          </a:prstGeom>
        </p:spPr>
        <p:txBody>
          <a:bodyPr/>
          <a:lstStyle>
            <a:lvl1pPr marL="0" indent="0">
              <a:lnSpc>
                <a:spcPct val="10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38" name="Rectangle 37">
            <a:extLst>
              <a:ext uri="{FF2B5EF4-FFF2-40B4-BE49-F238E27FC236}">
                <a16:creationId xmlns:a16="http://schemas.microsoft.com/office/drawing/2014/main" id="{780673EA-23A7-A946-B3CF-5A453E9BA20B}"/>
              </a:ext>
            </a:extLst>
          </p:cNvPr>
          <p:cNvSpPr/>
          <p:nvPr userDrawn="1"/>
        </p:nvSpPr>
        <p:spPr>
          <a:xfrm>
            <a:off x="8129887" y="1979112"/>
            <a:ext cx="3437699"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0" name="Picture Placeholder 21">
            <a:extLst>
              <a:ext uri="{FF2B5EF4-FFF2-40B4-BE49-F238E27FC236}">
                <a16:creationId xmlns:a16="http://schemas.microsoft.com/office/drawing/2014/main" id="{49A0DF4B-F024-C84C-AA61-788F9DFB3262}"/>
              </a:ext>
            </a:extLst>
          </p:cNvPr>
          <p:cNvSpPr>
            <a:spLocks noGrp="1"/>
          </p:cNvSpPr>
          <p:nvPr>
            <p:ph type="pic" sz="quarter" idx="34"/>
          </p:nvPr>
        </p:nvSpPr>
        <p:spPr>
          <a:xfrm>
            <a:off x="8428559" y="2229199"/>
            <a:ext cx="842723" cy="735296"/>
          </a:xfrm>
          <a:prstGeom prst="rect">
            <a:avLst/>
          </a:prstGeom>
        </p:spPr>
        <p:txBody>
          <a:bodyPr/>
          <a:lstStyle>
            <a:lvl1pPr marL="0" indent="0">
              <a:buNone/>
              <a:defRPr sz="1600"/>
            </a:lvl1pPr>
          </a:lstStyle>
          <a:p>
            <a:endParaRPr lang="en-US"/>
          </a:p>
        </p:txBody>
      </p:sp>
      <p:cxnSp>
        <p:nvCxnSpPr>
          <p:cNvPr id="42" name="Straight Connector 41">
            <a:extLst>
              <a:ext uri="{FF2B5EF4-FFF2-40B4-BE49-F238E27FC236}">
                <a16:creationId xmlns:a16="http://schemas.microsoft.com/office/drawing/2014/main" id="{24696895-D374-7F4E-AC2F-B6932A694E2E}"/>
              </a:ext>
            </a:extLst>
          </p:cNvPr>
          <p:cNvCxnSpPr>
            <a:cxnSpLocks/>
          </p:cNvCxnSpPr>
          <p:nvPr userDrawn="1"/>
        </p:nvCxnSpPr>
        <p:spPr>
          <a:xfrm>
            <a:off x="8516009"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3" name="Text Placeholder 59">
            <a:extLst>
              <a:ext uri="{FF2B5EF4-FFF2-40B4-BE49-F238E27FC236}">
                <a16:creationId xmlns:a16="http://schemas.microsoft.com/office/drawing/2014/main" id="{DAFA1A2F-80C0-DB45-ACE6-74888FBB3382}"/>
              </a:ext>
            </a:extLst>
          </p:cNvPr>
          <p:cNvSpPr>
            <a:spLocks noGrp="1"/>
          </p:cNvSpPr>
          <p:nvPr>
            <p:ph type="body" sz="quarter" idx="35"/>
          </p:nvPr>
        </p:nvSpPr>
        <p:spPr>
          <a:xfrm>
            <a:off x="8402027" y="2973859"/>
            <a:ext cx="2891531" cy="483325"/>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sz="1267" b="1" i="0">
                <a:latin typeface="Barlow" pitchFamily="2" charset="77"/>
              </a:defRPr>
            </a:lvl2pPr>
            <a:lvl3pPr marL="914377" indent="0">
              <a:buNone/>
              <a:defRPr sz="1267" b="1" i="0">
                <a:latin typeface="Barlow" pitchFamily="2" charset="77"/>
              </a:defRPr>
            </a:lvl3pPr>
            <a:lvl4pPr marL="1371566" indent="0">
              <a:buNone/>
              <a:defRPr sz="1267" b="1" i="0">
                <a:latin typeface="Barlow" pitchFamily="2" charset="77"/>
              </a:defRPr>
            </a:lvl4pPr>
            <a:lvl5pPr marL="1828754" indent="0">
              <a:buNone/>
              <a:defRPr sz="1267" b="1" i="0">
                <a:latin typeface="Barlow" pitchFamily="2" charset="77"/>
              </a:defRPr>
            </a:lvl5pPr>
          </a:lstStyle>
          <a:p>
            <a:pPr lvl="0"/>
            <a:r>
              <a:rPr lang="en-US"/>
              <a:t>Click to edit Master text styles</a:t>
            </a:r>
          </a:p>
        </p:txBody>
      </p:sp>
      <p:sp>
        <p:nvSpPr>
          <p:cNvPr id="45" name="Text Placeholder 67">
            <a:extLst>
              <a:ext uri="{FF2B5EF4-FFF2-40B4-BE49-F238E27FC236}">
                <a16:creationId xmlns:a16="http://schemas.microsoft.com/office/drawing/2014/main" id="{76F2C7E2-93F6-4041-AA4B-6B7C0330B5E3}"/>
              </a:ext>
            </a:extLst>
          </p:cNvPr>
          <p:cNvSpPr>
            <a:spLocks noGrp="1"/>
          </p:cNvSpPr>
          <p:nvPr>
            <p:ph type="body" sz="quarter" idx="36"/>
          </p:nvPr>
        </p:nvSpPr>
        <p:spPr>
          <a:xfrm>
            <a:off x="8376743" y="3749253"/>
            <a:ext cx="2916815" cy="534648"/>
          </a:xfrm>
          <a:prstGeom prst="rect">
            <a:avLst/>
          </a:prstGeom>
        </p:spPr>
        <p:txBody>
          <a:bodyPr/>
          <a:lstStyle>
            <a:lvl1pPr marL="0" indent="0">
              <a:lnSpc>
                <a:spcPct val="10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23" name="Rectangle 22">
            <a:extLst>
              <a:ext uri="{FF2B5EF4-FFF2-40B4-BE49-F238E27FC236}">
                <a16:creationId xmlns:a16="http://schemas.microsoft.com/office/drawing/2014/main" id="{2B2071AE-6778-8C46-8B84-66888902A16E}"/>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ectangle 23">
            <a:extLst>
              <a:ext uri="{FF2B5EF4-FFF2-40B4-BE49-F238E27FC236}">
                <a16:creationId xmlns:a16="http://schemas.microsoft.com/office/drawing/2014/main" id="{827F0D71-342B-164C-A33C-817FB364EE9A}"/>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5" name="Graphic 24">
            <a:extLst>
              <a:ext uri="{FF2B5EF4-FFF2-40B4-BE49-F238E27FC236}">
                <a16:creationId xmlns:a16="http://schemas.microsoft.com/office/drawing/2014/main" id="{162BFDFB-355A-9343-8586-22903FAFDFA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26" name="Footer Placeholder 4">
            <a:extLst>
              <a:ext uri="{FF2B5EF4-FFF2-40B4-BE49-F238E27FC236}">
                <a16:creationId xmlns:a16="http://schemas.microsoft.com/office/drawing/2014/main" id="{3BF226E0-7F3E-2A45-8E07-8A847C814112}"/>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28" name="Slide Number Placeholder 5">
            <a:extLst>
              <a:ext uri="{FF2B5EF4-FFF2-40B4-BE49-F238E27FC236}">
                <a16:creationId xmlns:a16="http://schemas.microsoft.com/office/drawing/2014/main" id="{1568680C-3DBF-9046-A7BE-55AD98ED5AE4}"/>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312513478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lus two bloc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E9A62-464C-F741-BD12-374759268D38}"/>
              </a:ext>
            </a:extLst>
          </p:cNvPr>
          <p:cNvSpPr>
            <a:spLocks noGrp="1"/>
          </p:cNvSpPr>
          <p:nvPr>
            <p:ph type="title"/>
          </p:nvPr>
        </p:nvSpPr>
        <p:spPr>
          <a:xfrm>
            <a:off x="500743" y="475042"/>
            <a:ext cx="11123411" cy="1325033"/>
          </a:xfrm>
          <a:prstGeom prst="rect">
            <a:avLst/>
          </a:prstGeom>
        </p:spPr>
        <p:txBody>
          <a:bodyPr/>
          <a:lstStyle>
            <a:lvl1pPr>
              <a:defRPr lang="en-US" sz="3200" b="1" i="0">
                <a:solidFill>
                  <a:schemeClr val="accent1"/>
                </a:solidFill>
                <a:latin typeface="Barlow SemiBold" pitchFamily="2" charset="77"/>
              </a:defRPr>
            </a:lvl1pPr>
          </a:lstStyle>
          <a:p>
            <a:pPr lvl="0"/>
            <a:r>
              <a:rPr lang="en-US"/>
              <a:t>Click to edit Master title style</a:t>
            </a:r>
          </a:p>
        </p:txBody>
      </p:sp>
      <p:sp>
        <p:nvSpPr>
          <p:cNvPr id="18" name="Rectangle 17">
            <a:extLst>
              <a:ext uri="{FF2B5EF4-FFF2-40B4-BE49-F238E27FC236}">
                <a16:creationId xmlns:a16="http://schemas.microsoft.com/office/drawing/2014/main" id="{E50A59C9-748C-DC4C-BD6E-D377DE2ACDA4}"/>
              </a:ext>
            </a:extLst>
          </p:cNvPr>
          <p:cNvSpPr/>
          <p:nvPr userDrawn="1"/>
        </p:nvSpPr>
        <p:spPr>
          <a:xfrm>
            <a:off x="1683917" y="1979112"/>
            <a:ext cx="4260292"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Picture Placeholder 21">
            <a:extLst>
              <a:ext uri="{FF2B5EF4-FFF2-40B4-BE49-F238E27FC236}">
                <a16:creationId xmlns:a16="http://schemas.microsoft.com/office/drawing/2014/main" id="{340A83AC-9202-E141-8A65-C61DFAD75BD1}"/>
              </a:ext>
            </a:extLst>
          </p:cNvPr>
          <p:cNvSpPr>
            <a:spLocks noGrp="1"/>
          </p:cNvSpPr>
          <p:nvPr>
            <p:ph type="pic" sz="quarter" idx="13"/>
          </p:nvPr>
        </p:nvSpPr>
        <p:spPr>
          <a:xfrm>
            <a:off x="1982589" y="2229199"/>
            <a:ext cx="842723" cy="735296"/>
          </a:xfrm>
          <a:prstGeom prst="rect">
            <a:avLst/>
          </a:prstGeom>
        </p:spPr>
        <p:txBody>
          <a:bodyPr/>
          <a:lstStyle>
            <a:lvl1pPr marL="0" indent="0">
              <a:buNone/>
              <a:defRPr sz="1600"/>
            </a:lvl1pPr>
          </a:lstStyle>
          <a:p>
            <a:endParaRPr lang="en-US"/>
          </a:p>
        </p:txBody>
      </p:sp>
      <p:cxnSp>
        <p:nvCxnSpPr>
          <p:cNvPr id="20" name="Straight Connector 19">
            <a:extLst>
              <a:ext uri="{FF2B5EF4-FFF2-40B4-BE49-F238E27FC236}">
                <a16:creationId xmlns:a16="http://schemas.microsoft.com/office/drawing/2014/main" id="{625BD393-541A-EB4A-A21F-0262AF2A1E72}"/>
              </a:ext>
            </a:extLst>
          </p:cNvPr>
          <p:cNvCxnSpPr>
            <a:cxnSpLocks/>
          </p:cNvCxnSpPr>
          <p:nvPr userDrawn="1"/>
        </p:nvCxnSpPr>
        <p:spPr>
          <a:xfrm>
            <a:off x="2070040"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Text Placeholder 59">
            <a:extLst>
              <a:ext uri="{FF2B5EF4-FFF2-40B4-BE49-F238E27FC236}">
                <a16:creationId xmlns:a16="http://schemas.microsoft.com/office/drawing/2014/main" id="{9EC79840-7852-CF4E-A038-4C459AB68F30}"/>
              </a:ext>
            </a:extLst>
          </p:cNvPr>
          <p:cNvSpPr>
            <a:spLocks noGrp="1"/>
          </p:cNvSpPr>
          <p:nvPr>
            <p:ph type="body" sz="quarter" idx="26"/>
          </p:nvPr>
        </p:nvSpPr>
        <p:spPr>
          <a:xfrm>
            <a:off x="1956058" y="2973859"/>
            <a:ext cx="3669885" cy="483325"/>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sz="1267" b="1" i="0">
                <a:latin typeface="Barlow" pitchFamily="2" charset="77"/>
              </a:defRPr>
            </a:lvl2pPr>
            <a:lvl3pPr marL="914377" indent="0">
              <a:buNone/>
              <a:defRPr sz="1267" b="1" i="0">
                <a:latin typeface="Barlow" pitchFamily="2" charset="77"/>
              </a:defRPr>
            </a:lvl3pPr>
            <a:lvl4pPr marL="1371566" indent="0">
              <a:buNone/>
              <a:defRPr sz="1267" b="1" i="0">
                <a:latin typeface="Barlow" pitchFamily="2" charset="77"/>
              </a:defRPr>
            </a:lvl4pPr>
            <a:lvl5pPr marL="1828754" indent="0">
              <a:buNone/>
              <a:defRPr sz="1267" b="1" i="0">
                <a:latin typeface="Barlow" pitchFamily="2" charset="77"/>
              </a:defRPr>
            </a:lvl5pPr>
          </a:lstStyle>
          <a:p>
            <a:pPr lvl="0"/>
            <a:r>
              <a:rPr lang="en-US"/>
              <a:t>Click to edit Master text styles</a:t>
            </a:r>
          </a:p>
        </p:txBody>
      </p:sp>
      <p:sp>
        <p:nvSpPr>
          <p:cNvPr id="22" name="Text Placeholder 67">
            <a:extLst>
              <a:ext uri="{FF2B5EF4-FFF2-40B4-BE49-F238E27FC236}">
                <a16:creationId xmlns:a16="http://schemas.microsoft.com/office/drawing/2014/main" id="{E3668B6F-0B8E-C347-B487-50169938EE18}"/>
              </a:ext>
            </a:extLst>
          </p:cNvPr>
          <p:cNvSpPr>
            <a:spLocks noGrp="1"/>
          </p:cNvSpPr>
          <p:nvPr>
            <p:ph type="body" sz="quarter" idx="30"/>
          </p:nvPr>
        </p:nvSpPr>
        <p:spPr>
          <a:xfrm>
            <a:off x="1930774" y="3749253"/>
            <a:ext cx="3695169" cy="534648"/>
          </a:xfrm>
          <a:prstGeom prst="rect">
            <a:avLst/>
          </a:prstGeom>
        </p:spPr>
        <p:txBody>
          <a:bodyPr/>
          <a:lstStyle>
            <a:lvl1pPr marL="0" indent="0">
              <a:lnSpc>
                <a:spcPct val="10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26" name="Rectangle 25">
            <a:extLst>
              <a:ext uri="{FF2B5EF4-FFF2-40B4-BE49-F238E27FC236}">
                <a16:creationId xmlns:a16="http://schemas.microsoft.com/office/drawing/2014/main" id="{E6B7F743-4380-264D-AE53-3826C92C1A47}"/>
              </a:ext>
            </a:extLst>
          </p:cNvPr>
          <p:cNvSpPr/>
          <p:nvPr userDrawn="1"/>
        </p:nvSpPr>
        <p:spPr>
          <a:xfrm>
            <a:off x="6247793" y="1979112"/>
            <a:ext cx="4260292" cy="2647168"/>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Picture Placeholder 21">
            <a:extLst>
              <a:ext uri="{FF2B5EF4-FFF2-40B4-BE49-F238E27FC236}">
                <a16:creationId xmlns:a16="http://schemas.microsoft.com/office/drawing/2014/main" id="{EC2B114E-B77C-994E-A770-804A7C9658BE}"/>
              </a:ext>
            </a:extLst>
          </p:cNvPr>
          <p:cNvSpPr>
            <a:spLocks noGrp="1"/>
          </p:cNvSpPr>
          <p:nvPr>
            <p:ph type="pic" sz="quarter" idx="31"/>
          </p:nvPr>
        </p:nvSpPr>
        <p:spPr>
          <a:xfrm>
            <a:off x="6546465" y="2229199"/>
            <a:ext cx="842723" cy="735296"/>
          </a:xfrm>
          <a:prstGeom prst="rect">
            <a:avLst/>
          </a:prstGeom>
        </p:spPr>
        <p:txBody>
          <a:bodyPr/>
          <a:lstStyle>
            <a:lvl1pPr marL="0" indent="0">
              <a:buNone/>
              <a:defRPr sz="1600"/>
            </a:lvl1pPr>
          </a:lstStyle>
          <a:p>
            <a:endParaRPr lang="en-US"/>
          </a:p>
        </p:txBody>
      </p:sp>
      <p:cxnSp>
        <p:nvCxnSpPr>
          <p:cNvPr id="28" name="Straight Connector 27">
            <a:extLst>
              <a:ext uri="{FF2B5EF4-FFF2-40B4-BE49-F238E27FC236}">
                <a16:creationId xmlns:a16="http://schemas.microsoft.com/office/drawing/2014/main" id="{87ED18C0-2032-A144-84EE-824400C882C7}"/>
              </a:ext>
            </a:extLst>
          </p:cNvPr>
          <p:cNvCxnSpPr>
            <a:cxnSpLocks/>
          </p:cNvCxnSpPr>
          <p:nvPr userDrawn="1"/>
        </p:nvCxnSpPr>
        <p:spPr>
          <a:xfrm>
            <a:off x="6633916" y="3555603"/>
            <a:ext cx="38830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 Placeholder 59">
            <a:extLst>
              <a:ext uri="{FF2B5EF4-FFF2-40B4-BE49-F238E27FC236}">
                <a16:creationId xmlns:a16="http://schemas.microsoft.com/office/drawing/2014/main" id="{7CEFDB90-E59E-6147-9DAD-B006595BB96E}"/>
              </a:ext>
            </a:extLst>
          </p:cNvPr>
          <p:cNvSpPr>
            <a:spLocks noGrp="1"/>
          </p:cNvSpPr>
          <p:nvPr>
            <p:ph type="body" sz="quarter" idx="32"/>
          </p:nvPr>
        </p:nvSpPr>
        <p:spPr>
          <a:xfrm>
            <a:off x="6519933" y="2973859"/>
            <a:ext cx="3716009" cy="483325"/>
          </a:xfrm>
          <a:prstGeom prst="rect">
            <a:avLst/>
          </a:prstGeom>
        </p:spPr>
        <p:txBody>
          <a:bodyPr anchor="b" anchorCtr="0"/>
          <a:lstStyle>
            <a:lvl1pPr marL="0" indent="0">
              <a:lnSpc>
                <a:spcPct val="100000"/>
              </a:lnSpc>
              <a:spcBef>
                <a:spcPts val="0"/>
              </a:spcBef>
              <a:buNone/>
              <a:defRPr sz="1267" b="1" i="0">
                <a:latin typeface="Barlow" pitchFamily="2" charset="77"/>
              </a:defRPr>
            </a:lvl1pPr>
            <a:lvl2pPr marL="457189" indent="0">
              <a:buNone/>
              <a:defRPr sz="1267" b="1" i="0">
                <a:latin typeface="Barlow" pitchFamily="2" charset="77"/>
              </a:defRPr>
            </a:lvl2pPr>
            <a:lvl3pPr marL="914377" indent="0">
              <a:buNone/>
              <a:defRPr sz="1267" b="1" i="0">
                <a:latin typeface="Barlow" pitchFamily="2" charset="77"/>
              </a:defRPr>
            </a:lvl3pPr>
            <a:lvl4pPr marL="1371566" indent="0">
              <a:buNone/>
              <a:defRPr sz="1267" b="1" i="0">
                <a:latin typeface="Barlow" pitchFamily="2" charset="77"/>
              </a:defRPr>
            </a:lvl4pPr>
            <a:lvl5pPr marL="1828754" indent="0">
              <a:buNone/>
              <a:defRPr sz="1267" b="1" i="0">
                <a:latin typeface="Barlow" pitchFamily="2" charset="77"/>
              </a:defRPr>
            </a:lvl5pPr>
          </a:lstStyle>
          <a:p>
            <a:pPr lvl="0"/>
            <a:r>
              <a:rPr lang="en-US"/>
              <a:t>Click to edit Master text styles</a:t>
            </a:r>
          </a:p>
        </p:txBody>
      </p:sp>
      <p:sp>
        <p:nvSpPr>
          <p:cNvPr id="33" name="Text Placeholder 67">
            <a:extLst>
              <a:ext uri="{FF2B5EF4-FFF2-40B4-BE49-F238E27FC236}">
                <a16:creationId xmlns:a16="http://schemas.microsoft.com/office/drawing/2014/main" id="{EEB527A9-AFFF-D84D-9F31-3B1F8C3A65E4}"/>
              </a:ext>
            </a:extLst>
          </p:cNvPr>
          <p:cNvSpPr>
            <a:spLocks noGrp="1"/>
          </p:cNvSpPr>
          <p:nvPr>
            <p:ph type="body" sz="quarter" idx="33"/>
          </p:nvPr>
        </p:nvSpPr>
        <p:spPr>
          <a:xfrm>
            <a:off x="6494650" y="3749253"/>
            <a:ext cx="3741292" cy="534648"/>
          </a:xfrm>
          <a:prstGeom prst="rect">
            <a:avLst/>
          </a:prstGeom>
        </p:spPr>
        <p:txBody>
          <a:bodyPr/>
          <a:lstStyle>
            <a:lvl1pPr marL="0" indent="0">
              <a:lnSpc>
                <a:spcPct val="100000"/>
              </a:lnSpc>
              <a:buNone/>
              <a:defRPr sz="1133" b="0" i="0">
                <a:latin typeface="Barlow Light" pitchFamily="2" charset="77"/>
              </a:defRPr>
            </a:lvl1pPr>
            <a:lvl2pPr marL="457189" indent="0">
              <a:buNone/>
              <a:defRPr sz="1200" b="0" i="0">
                <a:latin typeface="Barlow Light" pitchFamily="2" charset="77"/>
              </a:defRPr>
            </a:lvl2pPr>
            <a:lvl3pPr marL="914377" indent="0">
              <a:buNone/>
              <a:defRPr sz="1200" b="0" i="0">
                <a:latin typeface="Barlow Light" pitchFamily="2" charset="77"/>
              </a:defRPr>
            </a:lvl3pPr>
            <a:lvl4pPr marL="1371566" indent="0">
              <a:buNone/>
              <a:defRPr sz="1200" b="0" i="0">
                <a:latin typeface="Barlow Light" pitchFamily="2" charset="77"/>
              </a:defRPr>
            </a:lvl4pPr>
            <a:lvl5pPr marL="1828754" indent="0">
              <a:buNone/>
              <a:defRPr sz="1200" b="0" i="0">
                <a:latin typeface="Barlow Light" pitchFamily="2" charset="77"/>
              </a:defRPr>
            </a:lvl5pPr>
          </a:lstStyle>
          <a:p>
            <a:pPr lvl="0"/>
            <a:r>
              <a:rPr lang="en-US"/>
              <a:t>Click to edit Master text styles</a:t>
            </a:r>
          </a:p>
        </p:txBody>
      </p:sp>
      <p:sp>
        <p:nvSpPr>
          <p:cNvPr id="23" name="Rectangle 22">
            <a:extLst>
              <a:ext uri="{FF2B5EF4-FFF2-40B4-BE49-F238E27FC236}">
                <a16:creationId xmlns:a16="http://schemas.microsoft.com/office/drawing/2014/main" id="{A8D332AE-05CD-CA4C-A866-34CD31C5B053}"/>
              </a:ext>
            </a:extLst>
          </p:cNvPr>
          <p:cNvSpPr/>
          <p:nvPr userDrawn="1"/>
        </p:nvSpPr>
        <p:spPr>
          <a:xfrm>
            <a:off x="0" y="6237515"/>
            <a:ext cx="12192000" cy="6204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ectangle 23">
            <a:extLst>
              <a:ext uri="{FF2B5EF4-FFF2-40B4-BE49-F238E27FC236}">
                <a16:creationId xmlns:a16="http://schemas.microsoft.com/office/drawing/2014/main" id="{7464BCFC-E0D3-984D-AEC4-E7C1CD26479F}"/>
              </a:ext>
            </a:extLst>
          </p:cNvPr>
          <p:cNvSpPr/>
          <p:nvPr userDrawn="1"/>
        </p:nvSpPr>
        <p:spPr>
          <a:xfrm>
            <a:off x="0" y="6237515"/>
            <a:ext cx="626301" cy="620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5" name="Graphic 24">
            <a:extLst>
              <a:ext uri="{FF2B5EF4-FFF2-40B4-BE49-F238E27FC236}">
                <a16:creationId xmlns:a16="http://schemas.microsoft.com/office/drawing/2014/main" id="{5ADC67C7-3416-3443-8B4A-53C0E4668FF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6447" y="6354910"/>
            <a:ext cx="315685" cy="394607"/>
          </a:xfrm>
          <a:prstGeom prst="rect">
            <a:avLst/>
          </a:prstGeom>
        </p:spPr>
      </p:pic>
      <p:sp>
        <p:nvSpPr>
          <p:cNvPr id="29" name="Footer Placeholder 4">
            <a:extLst>
              <a:ext uri="{FF2B5EF4-FFF2-40B4-BE49-F238E27FC236}">
                <a16:creationId xmlns:a16="http://schemas.microsoft.com/office/drawing/2014/main" id="{17BA3069-7E64-2048-AF4A-24BCEBEC3406}"/>
              </a:ext>
            </a:extLst>
          </p:cNvPr>
          <p:cNvSpPr>
            <a:spLocks noGrp="1"/>
          </p:cNvSpPr>
          <p:nvPr>
            <p:ph type="ftr" sz="quarter" idx="3"/>
          </p:nvPr>
        </p:nvSpPr>
        <p:spPr>
          <a:xfrm>
            <a:off x="750757" y="6376338"/>
            <a:ext cx="4114800" cy="297454"/>
          </a:xfrm>
          <a:prstGeom prst="rect">
            <a:avLst/>
          </a:prstGeom>
          <a:noFill/>
        </p:spPr>
        <p:txBody>
          <a:bodyPr wrap="square" rtlCol="0">
            <a:spAutoFit/>
          </a:bodyPr>
          <a:lstStyle>
            <a:lvl1pPr>
              <a:defRPr lang="en-US" sz="1333" b="1" i="0">
                <a:latin typeface="Barlow SemiBold" pitchFamily="2" charset="77"/>
              </a:defRPr>
            </a:lvl1pPr>
          </a:lstStyle>
          <a:p>
            <a:r>
              <a:rPr lang="en-CA"/>
              <a:t>CONFIDENTIAL</a:t>
            </a:r>
          </a:p>
        </p:txBody>
      </p:sp>
      <p:sp>
        <p:nvSpPr>
          <p:cNvPr id="30" name="Slide Number Placeholder 5">
            <a:extLst>
              <a:ext uri="{FF2B5EF4-FFF2-40B4-BE49-F238E27FC236}">
                <a16:creationId xmlns:a16="http://schemas.microsoft.com/office/drawing/2014/main" id="{BDF9AD9F-90E3-D844-8DA8-9D7CB23B3448}"/>
              </a:ext>
            </a:extLst>
          </p:cNvPr>
          <p:cNvSpPr>
            <a:spLocks noGrp="1"/>
          </p:cNvSpPr>
          <p:nvPr>
            <p:ph type="sldNum" sz="quarter" idx="4"/>
          </p:nvPr>
        </p:nvSpPr>
        <p:spPr>
          <a:xfrm>
            <a:off x="8610600" y="6356351"/>
            <a:ext cx="2743200" cy="338554"/>
          </a:xfrm>
          <a:prstGeom prst="rect">
            <a:avLst/>
          </a:prstGeom>
          <a:noFill/>
        </p:spPr>
        <p:txBody>
          <a:bodyPr wrap="square" lIns="0" rtlCol="0">
            <a:spAutoFit/>
          </a:bodyPr>
          <a:lstStyle>
            <a:lvl1pPr>
              <a:defRPr lang="en-US" sz="1600" b="1" i="0">
                <a:latin typeface="Barlow SemiBold" pitchFamily="2" charset="77"/>
              </a:defRPr>
            </a:lvl1pPr>
          </a:lstStyle>
          <a:p>
            <a:pPr algn="r"/>
            <a:fld id="{BB4F68FE-BCF1-704B-9962-E76C2089D4EB}" type="slidenum">
              <a:rPr lang="en-CA"/>
              <a:pPr algn="r"/>
              <a:t>‹#›</a:t>
            </a:fld>
            <a:endParaRPr lang="en-CA"/>
          </a:p>
        </p:txBody>
      </p:sp>
    </p:spTree>
    <p:extLst>
      <p:ext uri="{BB962C8B-B14F-4D97-AF65-F5344CB8AC3E}">
        <p14:creationId xmlns:p14="http://schemas.microsoft.com/office/powerpoint/2010/main" val="306840184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5488">
          <p15:clr>
            <a:srgbClr val="FBAE40"/>
          </p15:clr>
        </p15:guide>
        <p15:guide id="4" pos="29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ing slide purp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63DDE9-25B6-E848-9734-E78AF010B91F}"/>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8">
            <a:extLst>
              <a:ext uri="{FF2B5EF4-FFF2-40B4-BE49-F238E27FC236}">
                <a16:creationId xmlns:a16="http://schemas.microsoft.com/office/drawing/2014/main" id="{E399A1B6-7CA3-4243-93F7-77A2D2A33FB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627898" y="995854"/>
            <a:ext cx="4906943" cy="6308927"/>
          </a:xfrm>
          <a:prstGeom prst="rect">
            <a:avLst/>
          </a:prstGeom>
        </p:spPr>
      </p:pic>
      <p:sp>
        <p:nvSpPr>
          <p:cNvPr id="16" name="Text Placeholder 15">
            <a:extLst>
              <a:ext uri="{FF2B5EF4-FFF2-40B4-BE49-F238E27FC236}">
                <a16:creationId xmlns:a16="http://schemas.microsoft.com/office/drawing/2014/main" id="{893B850B-4EBF-F14D-890E-761E4C5D9E0B}"/>
              </a:ext>
            </a:extLst>
          </p:cNvPr>
          <p:cNvSpPr>
            <a:spLocks noGrp="1"/>
          </p:cNvSpPr>
          <p:nvPr>
            <p:ph type="body" sz="quarter" idx="10"/>
          </p:nvPr>
        </p:nvSpPr>
        <p:spPr>
          <a:xfrm>
            <a:off x="829712" y="1258705"/>
            <a:ext cx="6285072" cy="535531"/>
          </a:xfrm>
          <a:prstGeom prst="rect">
            <a:avLst/>
          </a:prstGeom>
          <a:noFill/>
        </p:spPr>
        <p:txBody>
          <a:bodyPr wrap="square" rtlCol="0">
            <a:spAutoFit/>
          </a:bodyPr>
          <a:lstStyle>
            <a:lvl1pPr marL="0" indent="0">
              <a:buNone/>
              <a:defRPr lang="en-US" sz="3200" b="1" i="0">
                <a:solidFill>
                  <a:schemeClr val="bg1"/>
                </a:solidFill>
                <a:latin typeface="Barlow SemiBold" pitchFamily="2" charset="77"/>
              </a:defRPr>
            </a:lvl1pPr>
            <a:lvl2pPr>
              <a:defRPr lang="en-US"/>
            </a:lvl2pPr>
            <a:lvl3pPr>
              <a:defRPr lang="en-US" sz="2400"/>
            </a:lvl3pPr>
            <a:lvl4pPr>
              <a:defRPr lang="en-US" sz="2400"/>
            </a:lvl4pPr>
            <a:lvl5pPr>
              <a:defRPr lang="en-US" sz="2400"/>
            </a:lvl5pPr>
          </a:lstStyle>
          <a:p>
            <a:pPr marL="0" lvl="0" defTabSz="609585"/>
            <a:r>
              <a:rPr lang="en-US"/>
              <a:t>Click to edit Master text styles</a:t>
            </a:r>
          </a:p>
        </p:txBody>
      </p:sp>
      <p:cxnSp>
        <p:nvCxnSpPr>
          <p:cNvPr id="18" name="Straight Connector 17">
            <a:extLst>
              <a:ext uri="{FF2B5EF4-FFF2-40B4-BE49-F238E27FC236}">
                <a16:creationId xmlns:a16="http://schemas.microsoft.com/office/drawing/2014/main" id="{6E5D2186-4AB4-8041-85D5-F0C3CE9A4D78}"/>
              </a:ext>
            </a:extLst>
          </p:cNvPr>
          <p:cNvCxnSpPr>
            <a:cxnSpLocks/>
          </p:cNvCxnSpPr>
          <p:nvPr userDrawn="1"/>
        </p:nvCxnSpPr>
        <p:spPr>
          <a:xfrm>
            <a:off x="914400" y="2102583"/>
            <a:ext cx="1230085"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6D588764-0335-4E4A-BE91-17D8835D3C33}"/>
              </a:ext>
            </a:extLst>
          </p:cNvPr>
          <p:cNvSpPr>
            <a:spLocks noGrp="1"/>
          </p:cNvSpPr>
          <p:nvPr>
            <p:ph type="body" sz="quarter" idx="11"/>
          </p:nvPr>
        </p:nvSpPr>
        <p:spPr>
          <a:xfrm>
            <a:off x="746483" y="2936473"/>
            <a:ext cx="9215528" cy="989692"/>
          </a:xfrm>
          <a:prstGeom prst="rect">
            <a:avLst/>
          </a:prstGeom>
        </p:spPr>
        <p:txBody>
          <a:bodyPr/>
          <a:lstStyle>
            <a:lvl1pPr marL="0" indent="0">
              <a:buNone/>
              <a:defRPr sz="5867" b="0" i="0">
                <a:solidFill>
                  <a:schemeClr val="bg1"/>
                </a:solidFill>
                <a:latin typeface="Barlow" pitchFamily="2" charset="77"/>
              </a:defRPr>
            </a:lvl1pPr>
            <a:lvl2pPr>
              <a:defRPr b="0" i="0">
                <a:latin typeface="Barlow Light" pitchFamily="2" charset="77"/>
              </a:defRPr>
            </a:lvl2pPr>
            <a:lvl3pPr>
              <a:defRPr b="0" i="0">
                <a:latin typeface="Barlow Light" pitchFamily="2" charset="77"/>
              </a:defRPr>
            </a:lvl3pPr>
            <a:lvl4pPr>
              <a:defRPr b="0" i="0">
                <a:latin typeface="Barlow Light" pitchFamily="2" charset="77"/>
              </a:defRPr>
            </a:lvl4pPr>
            <a:lvl5pPr>
              <a:defRPr b="0" i="0">
                <a:latin typeface="Barlow Light" pitchFamily="2" charset="77"/>
              </a:defRPr>
            </a:lvl5pPr>
          </a:lstStyle>
          <a:p>
            <a:pPr lvl="0"/>
            <a:r>
              <a:rPr lang="en-US"/>
              <a:t>Click to edit Master text</a:t>
            </a:r>
          </a:p>
        </p:txBody>
      </p:sp>
      <p:sp>
        <p:nvSpPr>
          <p:cNvPr id="26" name="Text Placeholder 25">
            <a:extLst>
              <a:ext uri="{FF2B5EF4-FFF2-40B4-BE49-F238E27FC236}">
                <a16:creationId xmlns:a16="http://schemas.microsoft.com/office/drawing/2014/main" id="{09B63535-3612-DB4E-89CF-793399CBE50E}"/>
              </a:ext>
            </a:extLst>
          </p:cNvPr>
          <p:cNvSpPr>
            <a:spLocks noGrp="1"/>
          </p:cNvSpPr>
          <p:nvPr>
            <p:ph type="body" sz="quarter" idx="12"/>
          </p:nvPr>
        </p:nvSpPr>
        <p:spPr>
          <a:xfrm>
            <a:off x="803309" y="3861311"/>
            <a:ext cx="5334444" cy="532493"/>
          </a:xfrm>
          <a:prstGeom prst="rect">
            <a:avLst/>
          </a:prstGeom>
        </p:spPr>
        <p:txBody>
          <a:bodyPr/>
          <a:lstStyle>
            <a:lvl1pPr marL="0" indent="0">
              <a:buNone/>
              <a:defRPr sz="2667" b="0" i="0">
                <a:solidFill>
                  <a:schemeClr val="bg1"/>
                </a:solidFill>
                <a:latin typeface="Barlow" pitchFamily="2" charset="77"/>
              </a:defRPr>
            </a:lvl1pPr>
          </a:lstStyle>
          <a:p>
            <a:pPr lvl="0"/>
            <a:r>
              <a:rPr lang="en-US"/>
              <a:t>Click to edit Master text styles</a:t>
            </a:r>
          </a:p>
        </p:txBody>
      </p:sp>
      <p:sp>
        <p:nvSpPr>
          <p:cNvPr id="20" name="TextBox 19">
            <a:extLst>
              <a:ext uri="{FF2B5EF4-FFF2-40B4-BE49-F238E27FC236}">
                <a16:creationId xmlns:a16="http://schemas.microsoft.com/office/drawing/2014/main" id="{5A9C9AC0-9DBC-184A-A5C8-DA35674EE291}"/>
              </a:ext>
            </a:extLst>
          </p:cNvPr>
          <p:cNvSpPr txBox="1"/>
          <p:nvPr userDrawn="1"/>
        </p:nvSpPr>
        <p:spPr>
          <a:xfrm>
            <a:off x="10983686" y="6357255"/>
            <a:ext cx="729343" cy="338554"/>
          </a:xfrm>
          <a:prstGeom prst="rect">
            <a:avLst/>
          </a:prstGeom>
          <a:noFill/>
        </p:spPr>
        <p:txBody>
          <a:bodyPr wrap="square" rtlCol="0">
            <a:spAutoFit/>
          </a:bodyPr>
          <a:lstStyle/>
          <a:p>
            <a:pPr algn="r"/>
            <a:fld id="{5E38ECB3-9377-1A4B-A4DE-52AFB3C97B68}" type="slidenum">
              <a:rPr lang="en-US" sz="1600" b="1" i="0">
                <a:solidFill>
                  <a:schemeClr val="bg1"/>
                </a:solidFill>
                <a:latin typeface="Barlow SemiBold" pitchFamily="2" charset="77"/>
              </a:rPr>
              <a:pPr algn="r"/>
              <a:t>‹#›</a:t>
            </a:fld>
            <a:endParaRPr lang="en-US" sz="1600" b="1" i="0">
              <a:solidFill>
                <a:schemeClr val="bg1"/>
              </a:solidFill>
              <a:latin typeface="Barlow SemiBold" pitchFamily="2" charset="77"/>
            </a:endParaRPr>
          </a:p>
        </p:txBody>
      </p:sp>
    </p:spTree>
    <p:extLst>
      <p:ext uri="{BB962C8B-B14F-4D97-AF65-F5344CB8AC3E}">
        <p14:creationId xmlns:p14="http://schemas.microsoft.com/office/powerpoint/2010/main" val="1650120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ing slide pi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63DDE9-25B6-E848-9734-E78AF010B91F}"/>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8">
            <a:extLst>
              <a:ext uri="{FF2B5EF4-FFF2-40B4-BE49-F238E27FC236}">
                <a16:creationId xmlns:a16="http://schemas.microsoft.com/office/drawing/2014/main" id="{3A8B86D8-467A-E04D-B785-0DF91E45136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627898" y="995854"/>
            <a:ext cx="4906943" cy="6308927"/>
          </a:xfrm>
          <a:prstGeom prst="rect">
            <a:avLst/>
          </a:prstGeom>
        </p:spPr>
      </p:pic>
      <p:sp>
        <p:nvSpPr>
          <p:cNvPr id="16" name="Text Placeholder 15">
            <a:extLst>
              <a:ext uri="{FF2B5EF4-FFF2-40B4-BE49-F238E27FC236}">
                <a16:creationId xmlns:a16="http://schemas.microsoft.com/office/drawing/2014/main" id="{893B850B-4EBF-F14D-890E-761E4C5D9E0B}"/>
              </a:ext>
            </a:extLst>
          </p:cNvPr>
          <p:cNvSpPr>
            <a:spLocks noGrp="1"/>
          </p:cNvSpPr>
          <p:nvPr>
            <p:ph type="body" sz="quarter" idx="10"/>
          </p:nvPr>
        </p:nvSpPr>
        <p:spPr>
          <a:xfrm>
            <a:off x="829712" y="1258705"/>
            <a:ext cx="6285072" cy="535531"/>
          </a:xfrm>
          <a:prstGeom prst="rect">
            <a:avLst/>
          </a:prstGeom>
          <a:noFill/>
        </p:spPr>
        <p:txBody>
          <a:bodyPr wrap="square" rtlCol="0">
            <a:spAutoFit/>
          </a:bodyPr>
          <a:lstStyle>
            <a:lvl1pPr marL="0" indent="0">
              <a:buNone/>
              <a:defRPr lang="en-US" sz="3200" b="1" i="0">
                <a:solidFill>
                  <a:schemeClr val="bg1"/>
                </a:solidFill>
                <a:latin typeface="Barlow SemiBold" pitchFamily="2" charset="77"/>
              </a:defRPr>
            </a:lvl1pPr>
            <a:lvl2pPr>
              <a:defRPr lang="en-US"/>
            </a:lvl2pPr>
            <a:lvl3pPr>
              <a:defRPr lang="en-US" sz="2400"/>
            </a:lvl3pPr>
            <a:lvl4pPr>
              <a:defRPr lang="en-US" sz="2400"/>
            </a:lvl4pPr>
            <a:lvl5pPr>
              <a:defRPr lang="en-US" sz="2400"/>
            </a:lvl5pPr>
          </a:lstStyle>
          <a:p>
            <a:pPr marL="0" lvl="0" defTabSz="609585"/>
            <a:r>
              <a:rPr lang="en-US"/>
              <a:t>Click to edit Master text styles</a:t>
            </a:r>
          </a:p>
        </p:txBody>
      </p:sp>
      <p:cxnSp>
        <p:nvCxnSpPr>
          <p:cNvPr id="18" name="Straight Connector 17">
            <a:extLst>
              <a:ext uri="{FF2B5EF4-FFF2-40B4-BE49-F238E27FC236}">
                <a16:creationId xmlns:a16="http://schemas.microsoft.com/office/drawing/2014/main" id="{6E5D2186-4AB4-8041-85D5-F0C3CE9A4D78}"/>
              </a:ext>
            </a:extLst>
          </p:cNvPr>
          <p:cNvCxnSpPr>
            <a:cxnSpLocks/>
          </p:cNvCxnSpPr>
          <p:nvPr userDrawn="1"/>
        </p:nvCxnSpPr>
        <p:spPr>
          <a:xfrm>
            <a:off x="914400" y="2102583"/>
            <a:ext cx="1230085"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6D588764-0335-4E4A-BE91-17D8835D3C33}"/>
              </a:ext>
            </a:extLst>
          </p:cNvPr>
          <p:cNvSpPr>
            <a:spLocks noGrp="1"/>
          </p:cNvSpPr>
          <p:nvPr>
            <p:ph type="body" sz="quarter" idx="11"/>
          </p:nvPr>
        </p:nvSpPr>
        <p:spPr>
          <a:xfrm>
            <a:off x="746483" y="2936473"/>
            <a:ext cx="8652820" cy="989692"/>
          </a:xfrm>
          <a:prstGeom prst="rect">
            <a:avLst/>
          </a:prstGeom>
        </p:spPr>
        <p:txBody>
          <a:bodyPr/>
          <a:lstStyle>
            <a:lvl1pPr marL="0" indent="0">
              <a:buNone/>
              <a:defRPr sz="5867" b="0" i="0">
                <a:solidFill>
                  <a:schemeClr val="bg1"/>
                </a:solidFill>
                <a:latin typeface="Barlow" pitchFamily="2" charset="77"/>
              </a:defRPr>
            </a:lvl1pPr>
            <a:lvl2pPr>
              <a:defRPr b="0" i="0">
                <a:latin typeface="Barlow Light" pitchFamily="2" charset="77"/>
              </a:defRPr>
            </a:lvl2pPr>
            <a:lvl3pPr>
              <a:defRPr b="0" i="0">
                <a:latin typeface="Barlow Light" pitchFamily="2" charset="77"/>
              </a:defRPr>
            </a:lvl3pPr>
            <a:lvl4pPr>
              <a:defRPr b="0" i="0">
                <a:latin typeface="Barlow Light" pitchFamily="2" charset="77"/>
              </a:defRPr>
            </a:lvl4pPr>
            <a:lvl5pPr>
              <a:defRPr b="0" i="0">
                <a:latin typeface="Barlow Light" pitchFamily="2" charset="77"/>
              </a:defRPr>
            </a:lvl5pPr>
          </a:lstStyle>
          <a:p>
            <a:pPr lvl="0"/>
            <a:r>
              <a:rPr lang="en-US"/>
              <a:t>Click to edit Master text</a:t>
            </a:r>
          </a:p>
        </p:txBody>
      </p:sp>
      <p:sp>
        <p:nvSpPr>
          <p:cNvPr id="26" name="Text Placeholder 25">
            <a:extLst>
              <a:ext uri="{FF2B5EF4-FFF2-40B4-BE49-F238E27FC236}">
                <a16:creationId xmlns:a16="http://schemas.microsoft.com/office/drawing/2014/main" id="{09B63535-3612-DB4E-89CF-793399CBE50E}"/>
              </a:ext>
            </a:extLst>
          </p:cNvPr>
          <p:cNvSpPr>
            <a:spLocks noGrp="1"/>
          </p:cNvSpPr>
          <p:nvPr>
            <p:ph type="body" sz="quarter" idx="12"/>
          </p:nvPr>
        </p:nvSpPr>
        <p:spPr>
          <a:xfrm>
            <a:off x="803309" y="3861311"/>
            <a:ext cx="5334444" cy="532493"/>
          </a:xfrm>
          <a:prstGeom prst="rect">
            <a:avLst/>
          </a:prstGeom>
        </p:spPr>
        <p:txBody>
          <a:bodyPr/>
          <a:lstStyle>
            <a:lvl1pPr marL="0" indent="0">
              <a:buNone/>
              <a:defRPr sz="2667" b="0" i="0">
                <a:solidFill>
                  <a:schemeClr val="bg1"/>
                </a:solidFill>
                <a:latin typeface="Barlow" pitchFamily="2" charset="77"/>
              </a:defRPr>
            </a:lvl1pPr>
          </a:lstStyle>
          <a:p>
            <a:pPr lvl="0"/>
            <a:r>
              <a:rPr lang="en-US"/>
              <a:t>Click to edit Master text styles</a:t>
            </a:r>
          </a:p>
        </p:txBody>
      </p:sp>
      <p:sp>
        <p:nvSpPr>
          <p:cNvPr id="20" name="TextBox 19">
            <a:extLst>
              <a:ext uri="{FF2B5EF4-FFF2-40B4-BE49-F238E27FC236}">
                <a16:creationId xmlns:a16="http://schemas.microsoft.com/office/drawing/2014/main" id="{5A9C9AC0-9DBC-184A-A5C8-DA35674EE291}"/>
              </a:ext>
            </a:extLst>
          </p:cNvPr>
          <p:cNvSpPr txBox="1"/>
          <p:nvPr userDrawn="1"/>
        </p:nvSpPr>
        <p:spPr>
          <a:xfrm>
            <a:off x="10983686" y="6357255"/>
            <a:ext cx="729343" cy="338554"/>
          </a:xfrm>
          <a:prstGeom prst="rect">
            <a:avLst/>
          </a:prstGeom>
          <a:noFill/>
        </p:spPr>
        <p:txBody>
          <a:bodyPr wrap="square" rtlCol="0">
            <a:spAutoFit/>
          </a:bodyPr>
          <a:lstStyle/>
          <a:p>
            <a:pPr algn="r"/>
            <a:fld id="{5E38ECB3-9377-1A4B-A4DE-52AFB3C97B68}" type="slidenum">
              <a:rPr lang="en-US" sz="1600" b="1" i="0">
                <a:solidFill>
                  <a:schemeClr val="bg1"/>
                </a:solidFill>
                <a:latin typeface="Barlow SemiBold" pitchFamily="2" charset="77"/>
              </a:rPr>
              <a:pPr algn="r"/>
              <a:t>‹#›</a:t>
            </a:fld>
            <a:endParaRPr lang="en-US" sz="1600" b="1" i="0">
              <a:solidFill>
                <a:schemeClr val="bg1"/>
              </a:solidFill>
              <a:latin typeface="Barlow SemiBold" pitchFamily="2" charset="77"/>
            </a:endParaRPr>
          </a:p>
        </p:txBody>
      </p:sp>
    </p:spTree>
    <p:extLst>
      <p:ext uri="{BB962C8B-B14F-4D97-AF65-F5344CB8AC3E}">
        <p14:creationId xmlns:p14="http://schemas.microsoft.com/office/powerpoint/2010/main" val="590891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ing slide dk-gre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63DDE9-25B6-E848-9734-E78AF010B91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8">
            <a:extLst>
              <a:ext uri="{FF2B5EF4-FFF2-40B4-BE49-F238E27FC236}">
                <a16:creationId xmlns:a16="http://schemas.microsoft.com/office/drawing/2014/main" id="{3CDD8FE3-1DCD-C74E-B934-0CB820C9BA4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627898" y="995854"/>
            <a:ext cx="4906943" cy="6308927"/>
          </a:xfrm>
          <a:prstGeom prst="rect">
            <a:avLst/>
          </a:prstGeom>
        </p:spPr>
      </p:pic>
      <p:sp>
        <p:nvSpPr>
          <p:cNvPr id="16" name="Text Placeholder 15">
            <a:extLst>
              <a:ext uri="{FF2B5EF4-FFF2-40B4-BE49-F238E27FC236}">
                <a16:creationId xmlns:a16="http://schemas.microsoft.com/office/drawing/2014/main" id="{893B850B-4EBF-F14D-890E-761E4C5D9E0B}"/>
              </a:ext>
            </a:extLst>
          </p:cNvPr>
          <p:cNvSpPr>
            <a:spLocks noGrp="1"/>
          </p:cNvSpPr>
          <p:nvPr>
            <p:ph type="body" sz="quarter" idx="10"/>
          </p:nvPr>
        </p:nvSpPr>
        <p:spPr>
          <a:xfrm>
            <a:off x="829712" y="1258705"/>
            <a:ext cx="6285072" cy="535531"/>
          </a:xfrm>
          <a:prstGeom prst="rect">
            <a:avLst/>
          </a:prstGeom>
          <a:noFill/>
        </p:spPr>
        <p:txBody>
          <a:bodyPr wrap="square" rtlCol="0">
            <a:spAutoFit/>
          </a:bodyPr>
          <a:lstStyle>
            <a:lvl1pPr marL="0" indent="0">
              <a:buNone/>
              <a:defRPr lang="en-US" sz="3200" b="1" i="0">
                <a:solidFill>
                  <a:schemeClr val="bg1"/>
                </a:solidFill>
                <a:latin typeface="Barlow SemiBold" pitchFamily="2" charset="77"/>
              </a:defRPr>
            </a:lvl1pPr>
            <a:lvl2pPr>
              <a:defRPr lang="en-US"/>
            </a:lvl2pPr>
            <a:lvl3pPr>
              <a:defRPr lang="en-US" sz="2400"/>
            </a:lvl3pPr>
            <a:lvl4pPr>
              <a:defRPr lang="en-US" sz="2400"/>
            </a:lvl4pPr>
            <a:lvl5pPr>
              <a:defRPr lang="en-US" sz="2400"/>
            </a:lvl5pPr>
          </a:lstStyle>
          <a:p>
            <a:pPr marL="0" lvl="0" defTabSz="609585"/>
            <a:r>
              <a:rPr lang="en-US"/>
              <a:t>Click to edit Master text styles</a:t>
            </a:r>
          </a:p>
        </p:txBody>
      </p:sp>
      <p:cxnSp>
        <p:nvCxnSpPr>
          <p:cNvPr id="18" name="Straight Connector 17">
            <a:extLst>
              <a:ext uri="{FF2B5EF4-FFF2-40B4-BE49-F238E27FC236}">
                <a16:creationId xmlns:a16="http://schemas.microsoft.com/office/drawing/2014/main" id="{6E5D2186-4AB4-8041-85D5-F0C3CE9A4D78}"/>
              </a:ext>
            </a:extLst>
          </p:cNvPr>
          <p:cNvCxnSpPr>
            <a:cxnSpLocks/>
          </p:cNvCxnSpPr>
          <p:nvPr userDrawn="1"/>
        </p:nvCxnSpPr>
        <p:spPr>
          <a:xfrm>
            <a:off x="914400" y="2102583"/>
            <a:ext cx="1230085"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6D588764-0335-4E4A-BE91-17D8835D3C33}"/>
              </a:ext>
            </a:extLst>
          </p:cNvPr>
          <p:cNvSpPr>
            <a:spLocks noGrp="1"/>
          </p:cNvSpPr>
          <p:nvPr>
            <p:ph type="body" sz="quarter" idx="11"/>
          </p:nvPr>
        </p:nvSpPr>
        <p:spPr>
          <a:xfrm>
            <a:off x="746484" y="2936473"/>
            <a:ext cx="8850809" cy="989692"/>
          </a:xfrm>
          <a:prstGeom prst="rect">
            <a:avLst/>
          </a:prstGeom>
        </p:spPr>
        <p:txBody>
          <a:bodyPr/>
          <a:lstStyle>
            <a:lvl1pPr marL="0" indent="0">
              <a:buNone/>
              <a:defRPr sz="5867" b="0" i="0">
                <a:solidFill>
                  <a:schemeClr val="bg1"/>
                </a:solidFill>
                <a:latin typeface="Barlow" pitchFamily="2" charset="77"/>
              </a:defRPr>
            </a:lvl1pPr>
            <a:lvl2pPr>
              <a:defRPr b="0" i="0">
                <a:latin typeface="Barlow Light" pitchFamily="2" charset="77"/>
              </a:defRPr>
            </a:lvl2pPr>
            <a:lvl3pPr>
              <a:defRPr b="0" i="0">
                <a:latin typeface="Barlow Light" pitchFamily="2" charset="77"/>
              </a:defRPr>
            </a:lvl3pPr>
            <a:lvl4pPr>
              <a:defRPr b="0" i="0">
                <a:latin typeface="Barlow Light" pitchFamily="2" charset="77"/>
              </a:defRPr>
            </a:lvl4pPr>
            <a:lvl5pPr>
              <a:defRPr b="0" i="0">
                <a:latin typeface="Barlow Light" pitchFamily="2" charset="77"/>
              </a:defRPr>
            </a:lvl5pPr>
          </a:lstStyle>
          <a:p>
            <a:pPr lvl="0"/>
            <a:r>
              <a:rPr lang="en-US"/>
              <a:t>Click to edit Master text</a:t>
            </a:r>
          </a:p>
        </p:txBody>
      </p:sp>
      <p:sp>
        <p:nvSpPr>
          <p:cNvPr id="26" name="Text Placeholder 25">
            <a:extLst>
              <a:ext uri="{FF2B5EF4-FFF2-40B4-BE49-F238E27FC236}">
                <a16:creationId xmlns:a16="http://schemas.microsoft.com/office/drawing/2014/main" id="{09B63535-3612-DB4E-89CF-793399CBE50E}"/>
              </a:ext>
            </a:extLst>
          </p:cNvPr>
          <p:cNvSpPr>
            <a:spLocks noGrp="1"/>
          </p:cNvSpPr>
          <p:nvPr>
            <p:ph type="body" sz="quarter" idx="12"/>
          </p:nvPr>
        </p:nvSpPr>
        <p:spPr>
          <a:xfrm>
            <a:off x="803309" y="3861311"/>
            <a:ext cx="5334444" cy="532493"/>
          </a:xfrm>
          <a:prstGeom prst="rect">
            <a:avLst/>
          </a:prstGeom>
        </p:spPr>
        <p:txBody>
          <a:bodyPr/>
          <a:lstStyle>
            <a:lvl1pPr marL="0" indent="0">
              <a:buNone/>
              <a:defRPr sz="2667" b="0" i="0">
                <a:solidFill>
                  <a:schemeClr val="bg1"/>
                </a:solidFill>
                <a:latin typeface="Barlow" pitchFamily="2" charset="77"/>
              </a:defRPr>
            </a:lvl1pPr>
          </a:lstStyle>
          <a:p>
            <a:pPr lvl="0"/>
            <a:r>
              <a:rPr lang="en-US"/>
              <a:t>Click to edit Master text styles</a:t>
            </a:r>
          </a:p>
        </p:txBody>
      </p:sp>
      <p:sp>
        <p:nvSpPr>
          <p:cNvPr id="20" name="TextBox 19">
            <a:extLst>
              <a:ext uri="{FF2B5EF4-FFF2-40B4-BE49-F238E27FC236}">
                <a16:creationId xmlns:a16="http://schemas.microsoft.com/office/drawing/2014/main" id="{5A9C9AC0-9DBC-184A-A5C8-DA35674EE291}"/>
              </a:ext>
            </a:extLst>
          </p:cNvPr>
          <p:cNvSpPr txBox="1"/>
          <p:nvPr userDrawn="1"/>
        </p:nvSpPr>
        <p:spPr>
          <a:xfrm>
            <a:off x="10983686" y="6357255"/>
            <a:ext cx="729343" cy="338554"/>
          </a:xfrm>
          <a:prstGeom prst="rect">
            <a:avLst/>
          </a:prstGeom>
          <a:noFill/>
        </p:spPr>
        <p:txBody>
          <a:bodyPr wrap="square" rtlCol="0">
            <a:spAutoFit/>
          </a:bodyPr>
          <a:lstStyle/>
          <a:p>
            <a:pPr algn="r"/>
            <a:fld id="{5E38ECB3-9377-1A4B-A4DE-52AFB3C97B68}" type="slidenum">
              <a:rPr lang="en-US" sz="1600" b="1" i="0">
                <a:solidFill>
                  <a:schemeClr val="bg1"/>
                </a:solidFill>
                <a:latin typeface="Barlow SemiBold" pitchFamily="2" charset="77"/>
              </a:rPr>
              <a:pPr algn="r"/>
              <a:t>‹#›</a:t>
            </a:fld>
            <a:endParaRPr lang="en-US" sz="1600" b="1" i="0">
              <a:solidFill>
                <a:schemeClr val="bg1"/>
              </a:solidFill>
              <a:latin typeface="Barlow SemiBold" pitchFamily="2" charset="77"/>
            </a:endParaRPr>
          </a:p>
        </p:txBody>
      </p:sp>
    </p:spTree>
    <p:extLst>
      <p:ext uri="{BB962C8B-B14F-4D97-AF65-F5344CB8AC3E}">
        <p14:creationId xmlns:p14="http://schemas.microsoft.com/office/powerpoint/2010/main" val="2716667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ing slide md-gre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63DDE9-25B6-E848-9734-E78AF010B91F}"/>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Graphic 3">
            <a:extLst>
              <a:ext uri="{FF2B5EF4-FFF2-40B4-BE49-F238E27FC236}">
                <a16:creationId xmlns:a16="http://schemas.microsoft.com/office/drawing/2014/main" id="{601263DD-4A4B-BA47-BDCB-024D24E87A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627898" y="995854"/>
            <a:ext cx="4906943" cy="6308927"/>
          </a:xfrm>
          <a:prstGeom prst="rect">
            <a:avLst/>
          </a:prstGeom>
        </p:spPr>
      </p:pic>
      <p:sp>
        <p:nvSpPr>
          <p:cNvPr id="16" name="Text Placeholder 15">
            <a:extLst>
              <a:ext uri="{FF2B5EF4-FFF2-40B4-BE49-F238E27FC236}">
                <a16:creationId xmlns:a16="http://schemas.microsoft.com/office/drawing/2014/main" id="{893B850B-4EBF-F14D-890E-761E4C5D9E0B}"/>
              </a:ext>
            </a:extLst>
          </p:cNvPr>
          <p:cNvSpPr>
            <a:spLocks noGrp="1"/>
          </p:cNvSpPr>
          <p:nvPr>
            <p:ph type="body" sz="quarter" idx="10"/>
          </p:nvPr>
        </p:nvSpPr>
        <p:spPr>
          <a:xfrm>
            <a:off x="829712" y="1258705"/>
            <a:ext cx="6285072" cy="535531"/>
          </a:xfrm>
          <a:prstGeom prst="rect">
            <a:avLst/>
          </a:prstGeom>
          <a:noFill/>
        </p:spPr>
        <p:txBody>
          <a:bodyPr wrap="square" rtlCol="0">
            <a:spAutoFit/>
          </a:bodyPr>
          <a:lstStyle>
            <a:lvl1pPr marL="0" indent="0">
              <a:buNone/>
              <a:defRPr lang="en-US" sz="3200" b="1" i="0">
                <a:solidFill>
                  <a:schemeClr val="bg1"/>
                </a:solidFill>
                <a:latin typeface="Barlow SemiBold" pitchFamily="2" charset="77"/>
              </a:defRPr>
            </a:lvl1pPr>
            <a:lvl2pPr>
              <a:defRPr lang="en-US"/>
            </a:lvl2pPr>
            <a:lvl3pPr>
              <a:defRPr lang="en-US" sz="2400"/>
            </a:lvl3pPr>
            <a:lvl4pPr>
              <a:defRPr lang="en-US" sz="2400"/>
            </a:lvl4pPr>
            <a:lvl5pPr>
              <a:defRPr lang="en-US" sz="2400"/>
            </a:lvl5pPr>
          </a:lstStyle>
          <a:p>
            <a:pPr marL="0" lvl="0" defTabSz="609585"/>
            <a:r>
              <a:rPr lang="en-US"/>
              <a:t>Click to edit Master text styles</a:t>
            </a:r>
          </a:p>
        </p:txBody>
      </p:sp>
      <p:cxnSp>
        <p:nvCxnSpPr>
          <p:cNvPr id="18" name="Straight Connector 17">
            <a:extLst>
              <a:ext uri="{FF2B5EF4-FFF2-40B4-BE49-F238E27FC236}">
                <a16:creationId xmlns:a16="http://schemas.microsoft.com/office/drawing/2014/main" id="{6E5D2186-4AB4-8041-85D5-F0C3CE9A4D78}"/>
              </a:ext>
            </a:extLst>
          </p:cNvPr>
          <p:cNvCxnSpPr>
            <a:cxnSpLocks/>
          </p:cNvCxnSpPr>
          <p:nvPr userDrawn="1"/>
        </p:nvCxnSpPr>
        <p:spPr>
          <a:xfrm>
            <a:off x="914400" y="2102583"/>
            <a:ext cx="1230085"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6D588764-0335-4E4A-BE91-17D8835D3C33}"/>
              </a:ext>
            </a:extLst>
          </p:cNvPr>
          <p:cNvSpPr>
            <a:spLocks noGrp="1"/>
          </p:cNvSpPr>
          <p:nvPr>
            <p:ph type="body" sz="quarter" idx="11"/>
          </p:nvPr>
        </p:nvSpPr>
        <p:spPr>
          <a:xfrm>
            <a:off x="746483" y="2936473"/>
            <a:ext cx="8392307" cy="989692"/>
          </a:xfrm>
          <a:prstGeom prst="rect">
            <a:avLst/>
          </a:prstGeom>
        </p:spPr>
        <p:txBody>
          <a:bodyPr/>
          <a:lstStyle>
            <a:lvl1pPr marL="0" indent="0">
              <a:buNone/>
              <a:defRPr sz="5867" b="0" i="0">
                <a:solidFill>
                  <a:schemeClr val="bg1"/>
                </a:solidFill>
                <a:latin typeface="Barlow" pitchFamily="2" charset="77"/>
              </a:defRPr>
            </a:lvl1pPr>
            <a:lvl2pPr>
              <a:defRPr b="0" i="0">
                <a:latin typeface="Barlow Light" pitchFamily="2" charset="77"/>
              </a:defRPr>
            </a:lvl2pPr>
            <a:lvl3pPr>
              <a:defRPr b="0" i="0">
                <a:latin typeface="Barlow Light" pitchFamily="2" charset="77"/>
              </a:defRPr>
            </a:lvl3pPr>
            <a:lvl4pPr>
              <a:defRPr b="0" i="0">
                <a:latin typeface="Barlow Light" pitchFamily="2" charset="77"/>
              </a:defRPr>
            </a:lvl4pPr>
            <a:lvl5pPr>
              <a:defRPr b="0" i="0">
                <a:latin typeface="Barlow Light" pitchFamily="2" charset="77"/>
              </a:defRPr>
            </a:lvl5pPr>
          </a:lstStyle>
          <a:p>
            <a:pPr lvl="0"/>
            <a:r>
              <a:rPr lang="en-US"/>
              <a:t>Click to edit Master text</a:t>
            </a:r>
          </a:p>
        </p:txBody>
      </p:sp>
      <p:sp>
        <p:nvSpPr>
          <p:cNvPr id="26" name="Text Placeholder 25">
            <a:extLst>
              <a:ext uri="{FF2B5EF4-FFF2-40B4-BE49-F238E27FC236}">
                <a16:creationId xmlns:a16="http://schemas.microsoft.com/office/drawing/2014/main" id="{09B63535-3612-DB4E-89CF-793399CBE50E}"/>
              </a:ext>
            </a:extLst>
          </p:cNvPr>
          <p:cNvSpPr>
            <a:spLocks noGrp="1"/>
          </p:cNvSpPr>
          <p:nvPr>
            <p:ph type="body" sz="quarter" idx="12"/>
          </p:nvPr>
        </p:nvSpPr>
        <p:spPr>
          <a:xfrm>
            <a:off x="803309" y="3861311"/>
            <a:ext cx="5334444" cy="532493"/>
          </a:xfrm>
          <a:prstGeom prst="rect">
            <a:avLst/>
          </a:prstGeom>
        </p:spPr>
        <p:txBody>
          <a:bodyPr/>
          <a:lstStyle>
            <a:lvl1pPr marL="0" indent="0">
              <a:buNone/>
              <a:defRPr sz="2667" b="0" i="0">
                <a:solidFill>
                  <a:schemeClr val="bg1"/>
                </a:solidFill>
                <a:latin typeface="Barlow" pitchFamily="2" charset="77"/>
              </a:defRPr>
            </a:lvl1pPr>
          </a:lstStyle>
          <a:p>
            <a:pPr lvl="0"/>
            <a:r>
              <a:rPr lang="en-US"/>
              <a:t>Click to edit Master text styles</a:t>
            </a:r>
          </a:p>
        </p:txBody>
      </p:sp>
      <p:sp>
        <p:nvSpPr>
          <p:cNvPr id="20" name="TextBox 19">
            <a:extLst>
              <a:ext uri="{FF2B5EF4-FFF2-40B4-BE49-F238E27FC236}">
                <a16:creationId xmlns:a16="http://schemas.microsoft.com/office/drawing/2014/main" id="{5A9C9AC0-9DBC-184A-A5C8-DA35674EE291}"/>
              </a:ext>
            </a:extLst>
          </p:cNvPr>
          <p:cNvSpPr txBox="1"/>
          <p:nvPr userDrawn="1"/>
        </p:nvSpPr>
        <p:spPr>
          <a:xfrm>
            <a:off x="10983686" y="6357255"/>
            <a:ext cx="729343" cy="338554"/>
          </a:xfrm>
          <a:prstGeom prst="rect">
            <a:avLst/>
          </a:prstGeom>
          <a:noFill/>
        </p:spPr>
        <p:txBody>
          <a:bodyPr wrap="square" rtlCol="0">
            <a:spAutoFit/>
          </a:bodyPr>
          <a:lstStyle/>
          <a:p>
            <a:pPr algn="r"/>
            <a:fld id="{5E38ECB3-9377-1A4B-A4DE-52AFB3C97B68}" type="slidenum">
              <a:rPr lang="en-US" sz="1600" b="1" i="0">
                <a:solidFill>
                  <a:schemeClr val="bg1"/>
                </a:solidFill>
                <a:latin typeface="Barlow SemiBold" pitchFamily="2" charset="77"/>
              </a:rPr>
              <a:pPr algn="r"/>
              <a:t>‹#›</a:t>
            </a:fld>
            <a:endParaRPr lang="en-US" sz="1600" b="1" i="0">
              <a:solidFill>
                <a:schemeClr val="bg1"/>
              </a:solidFill>
              <a:latin typeface="Barlow SemiBold" pitchFamily="2" charset="77"/>
            </a:endParaRPr>
          </a:p>
        </p:txBody>
      </p:sp>
    </p:spTree>
    <p:extLst>
      <p:ext uri="{BB962C8B-B14F-4D97-AF65-F5344CB8AC3E}">
        <p14:creationId xmlns:p14="http://schemas.microsoft.com/office/powerpoint/2010/main" val="3317173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4348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600200"/>
            <a:ext cx="7315200" cy="1600200"/>
          </a:xfrm>
          <a:prstGeom prst="rect">
            <a:avLst/>
          </a:prstGeom>
        </p:spPr>
        <p:txBody>
          <a:bodyPr wrap="square" rIns="457200" bIns="91440" anchor="b">
            <a:noAutofit/>
          </a:bodyPr>
          <a:lstStyle>
            <a:lvl1pPr>
              <a:defRPr sz="3200">
                <a:solidFill>
                  <a:schemeClr val="bg1"/>
                </a:solidFill>
              </a:defRPr>
            </a:lvl1pPr>
          </a:lstStyle>
          <a:p>
            <a:r>
              <a:rPr lang="en-US"/>
              <a:t>Presentation Title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3200401"/>
            <a:ext cx="7315200" cy="685801"/>
          </a:xfrm>
        </p:spPr>
        <p:txBody>
          <a:bodyPr wrap="square" tIns="91440" rIns="457200">
            <a:normAutofit/>
          </a:bodyPr>
          <a:lstStyle>
            <a:lvl1pPr marL="0" indent="0">
              <a:buNone/>
              <a:defRPr sz="18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PRESENTATION TYPE OR SUBTITLE</a:t>
            </a:r>
          </a:p>
        </p:txBody>
      </p:sp>
      <p:pic>
        <p:nvPicPr>
          <p:cNvPr id="9" name="Picture 8" descr="A picture containing text, clipart&#10;&#10;Description automatically generated">
            <a:extLst>
              <a:ext uri="{FF2B5EF4-FFF2-40B4-BE49-F238E27FC236}">
                <a16:creationId xmlns:a16="http://schemas.microsoft.com/office/drawing/2014/main" id="{DA41E3AB-7BB9-BE82-9EE4-8D91F211B47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 y="510276"/>
            <a:ext cx="1967419" cy="555189"/>
          </a:xfrm>
          <a:prstGeom prst="rect">
            <a:avLst/>
          </a:prstGeom>
        </p:spPr>
      </p:pic>
      <p:sp>
        <p:nvSpPr>
          <p:cNvPr id="10" name="Picture Placeholder 2">
            <a:extLst>
              <a:ext uri="{FF2B5EF4-FFF2-40B4-BE49-F238E27FC236}">
                <a16:creationId xmlns:a16="http://schemas.microsoft.com/office/drawing/2014/main" id="{61818627-D876-A32E-D884-DF528794D1B3}"/>
              </a:ext>
            </a:extLst>
          </p:cNvPr>
          <p:cNvSpPr>
            <a:spLocks noGrp="1"/>
          </p:cNvSpPr>
          <p:nvPr>
            <p:ph type="pic" idx="1"/>
          </p:nvPr>
        </p:nvSpPr>
        <p:spPr>
          <a:xfrm>
            <a:off x="8153400" y="0"/>
            <a:ext cx="4038600" cy="6858000"/>
          </a:xfrm>
          <a:solidFill>
            <a:schemeClr val="tx1"/>
          </a:solidFill>
        </p:spPr>
        <p:txBody>
          <a:bodyPr anchor="ctr"/>
          <a:lstStyle>
            <a:lvl1pPr marL="0" indent="0" algn="ctr">
              <a:buNone/>
              <a:defRPr sz="3200">
                <a:solidFill>
                  <a:schemeClr val="bg1"/>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09600" y="3886201"/>
            <a:ext cx="7315200" cy="1828801"/>
          </a:xfrm>
        </p:spPr>
        <p:txBody>
          <a:bodyPr wrap="square" tIns="91440" rIns="457200" bIns="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First Last Name</a:t>
            </a:r>
          </a:p>
          <a:p>
            <a:pPr lvl="0"/>
            <a:r>
              <a:rPr lang="en-US"/>
              <a:t>Speaker Title</a:t>
            </a:r>
          </a:p>
        </p:txBody>
      </p:sp>
      <p:sp>
        <p:nvSpPr>
          <p:cNvPr id="4" name="TextBox 3">
            <a:extLst>
              <a:ext uri="{FF2B5EF4-FFF2-40B4-BE49-F238E27FC236}">
                <a16:creationId xmlns:a16="http://schemas.microsoft.com/office/drawing/2014/main" id="{46AC7BB0-EB5C-7640-6353-FB7E6FC6D74D}"/>
              </a:ext>
            </a:extLst>
          </p:cNvPr>
          <p:cNvSpPr txBox="1"/>
          <p:nvPr userDrawn="1"/>
        </p:nvSpPr>
        <p:spPr>
          <a:xfrm>
            <a:off x="609600" y="989815"/>
            <a:ext cx="2286000" cy="246221"/>
          </a:xfrm>
          <a:prstGeom prst="rect">
            <a:avLst/>
          </a:prstGeom>
          <a:noFill/>
        </p:spPr>
        <p:txBody>
          <a:bodyPr wrap="square" lIns="0" tIns="0" rIns="0" rtlCol="0">
            <a:spAutoFit/>
          </a:bodyPr>
          <a:lstStyle/>
          <a:p>
            <a:r>
              <a:rPr lang="en-US" sz="1300" b="1">
                <a:solidFill>
                  <a:schemeClr val="bg1"/>
                </a:solidFill>
                <a:latin typeface="+mj-lt"/>
              </a:rPr>
              <a:t>Go Beyond Workflows™️</a:t>
            </a:r>
          </a:p>
        </p:txBody>
      </p:sp>
      <p:sp>
        <p:nvSpPr>
          <p:cNvPr id="7" name="Text Placeholder 3">
            <a:extLst>
              <a:ext uri="{FF2B5EF4-FFF2-40B4-BE49-F238E27FC236}">
                <a16:creationId xmlns:a16="http://schemas.microsoft.com/office/drawing/2014/main" id="{89F602FD-16C8-20B9-EE0A-D4AF278561FA}"/>
              </a:ext>
            </a:extLst>
          </p:cNvPr>
          <p:cNvSpPr>
            <a:spLocks noGrp="1"/>
          </p:cNvSpPr>
          <p:nvPr>
            <p:ph type="body" sz="half" idx="10" hasCustomPrompt="1"/>
          </p:nvPr>
        </p:nvSpPr>
        <p:spPr>
          <a:xfrm>
            <a:off x="609600" y="5715001"/>
            <a:ext cx="7315200" cy="457201"/>
          </a:xfrm>
        </p:spPr>
        <p:txBody>
          <a:bodyPr wrap="square" tIns="91440" rIns="457200">
            <a:normAutofit/>
          </a:bodyPr>
          <a:lstStyle>
            <a:lvl1pPr marL="0" indent="0">
              <a:buNone/>
              <a:defRPr sz="12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fld id="{66079D00-5ACF-5744-AB92-895B98C6A1D2}" type="datetime4">
              <a:rPr lang="en-US" smtClean="0"/>
              <a:t>April 15, 2023</a:t>
            </a:fld>
            <a:endParaRPr lang="en-US"/>
          </a:p>
        </p:txBody>
      </p:sp>
    </p:spTree>
    <p:extLst>
      <p:ext uri="{BB962C8B-B14F-4D97-AF65-F5344CB8AC3E}">
        <p14:creationId xmlns:p14="http://schemas.microsoft.com/office/powerpoint/2010/main" val="171578343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282C80A-69DD-75ED-8328-9904D213F01E}"/>
              </a:ext>
            </a:extLst>
          </p:cNvPr>
          <p:cNvSpPr>
            <a:spLocks noGrp="1"/>
          </p:cNvSpPr>
          <p:nvPr>
            <p:ph type="pic" sz="quarter" idx="19"/>
          </p:nvPr>
        </p:nvSpPr>
        <p:spPr>
          <a:xfrm>
            <a:off x="7010400" y="0"/>
            <a:ext cx="5181600" cy="6400800"/>
          </a:xfrm>
          <a:solidFill>
            <a:schemeClr val="tx1"/>
          </a:solidFill>
        </p:spPr>
        <p:txBody>
          <a:bodyPr/>
          <a:lstStyle>
            <a:lvl1pPr marL="0" indent="0" algn="ctr">
              <a:buNone/>
              <a:defRPr>
                <a:solidFill>
                  <a:schemeClr val="bg1"/>
                </a:solidFill>
              </a:defRPr>
            </a:lvl1pPr>
          </a:lstStyle>
          <a:p>
            <a:endParaRPr lang="en-US"/>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1" y="1828802"/>
            <a:ext cx="5943601" cy="4343399"/>
          </a:xfrm>
        </p:spPr>
        <p:txBody>
          <a:bodyPr tIns="182880" rIns="0">
            <a:normAutofit/>
          </a:bodyPr>
          <a:lstStyle>
            <a:lvl1pPr marL="0" indent="0">
              <a:lnSpc>
                <a:spcPct val="100000"/>
              </a:lnSpc>
              <a:buNone/>
              <a:defRPr sz="1800" b="1" i="0">
                <a:solidFill>
                  <a:schemeClr val="tx2"/>
                </a:solidFill>
                <a:latin typeface="+mn-lt"/>
                <a:ea typeface="Inter" panose="02000503000000020004" pitchFamily="2" charset="0"/>
                <a:cs typeface="Arial" panose="020B060402020202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Topic 1</a:t>
            </a:r>
          </a:p>
          <a:p>
            <a:pPr lvl="0"/>
            <a:endParaRPr lang="en-US"/>
          </a:p>
          <a:p>
            <a:pPr lvl="0"/>
            <a:r>
              <a:rPr lang="en-US"/>
              <a:t>Topic 2</a:t>
            </a:r>
          </a:p>
          <a:p>
            <a:pPr lvl="0"/>
            <a:endParaRPr lang="en-US"/>
          </a:p>
          <a:p>
            <a:pPr lvl="0"/>
            <a:r>
              <a:rPr lang="en-US"/>
              <a:t>Topic 3</a:t>
            </a:r>
          </a:p>
        </p:txBody>
      </p:sp>
      <p:sp>
        <p:nvSpPr>
          <p:cNvPr id="4" name="Text Placeholder 16">
            <a:extLst>
              <a:ext uri="{FF2B5EF4-FFF2-40B4-BE49-F238E27FC236}">
                <a16:creationId xmlns:a16="http://schemas.microsoft.com/office/drawing/2014/main" id="{F3BD6D1C-87EB-4D74-D690-208C0345835F}"/>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189" indent="0">
              <a:buNone/>
              <a:defRPr/>
            </a:lvl2pPr>
            <a:lvl3pPr marL="914377" indent="0">
              <a:buNone/>
              <a:defRPr/>
            </a:lvl3pPr>
            <a:lvl4pPr marL="1371566" indent="0">
              <a:buNone/>
              <a:defRPr/>
            </a:lvl4pPr>
            <a:lvl5pPr marL="1828754" indent="0">
              <a:buNone/>
              <a:defRPr/>
            </a:lvl5pPr>
          </a:lstStyle>
          <a:p>
            <a:pPr lvl="0"/>
            <a:r>
              <a:rPr lang="en-US"/>
              <a:t>Topic</a:t>
            </a:r>
          </a:p>
        </p:txBody>
      </p:sp>
      <p:sp>
        <p:nvSpPr>
          <p:cNvPr id="2" name="Title 1">
            <a:extLst>
              <a:ext uri="{FF2B5EF4-FFF2-40B4-BE49-F238E27FC236}">
                <a16:creationId xmlns:a16="http://schemas.microsoft.com/office/drawing/2014/main" id="{F0CAB7F9-6879-1236-314C-11627C7A9ED2}"/>
              </a:ext>
            </a:extLst>
          </p:cNvPr>
          <p:cNvSpPr>
            <a:spLocks noGrp="1"/>
          </p:cNvSpPr>
          <p:nvPr>
            <p:ph type="title" hasCustomPrompt="1"/>
          </p:nvPr>
        </p:nvSpPr>
        <p:spPr>
          <a:xfrm>
            <a:off x="609600" y="685800"/>
            <a:ext cx="5943600" cy="1143000"/>
          </a:xfrm>
          <a:prstGeom prst="rect">
            <a:avLst/>
          </a:prstGeom>
        </p:spPr>
        <p:txBody>
          <a:bodyPr/>
          <a:lstStyle>
            <a:lvl1pPr>
              <a:defRPr/>
            </a:lvl1pPr>
          </a:lstStyle>
          <a:p>
            <a:r>
              <a:rPr lang="en-US"/>
              <a:t>“Agenda” or Headline</a:t>
            </a:r>
          </a:p>
        </p:txBody>
      </p:sp>
    </p:spTree>
    <p:extLst>
      <p:ext uri="{BB962C8B-B14F-4D97-AF65-F5344CB8AC3E}">
        <p14:creationId xmlns:p14="http://schemas.microsoft.com/office/powerpoint/2010/main" val="1704344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eakers 3">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E8E0FF5-4F9E-DC49-A0F7-432C85EC7B77}"/>
              </a:ext>
            </a:extLst>
          </p:cNvPr>
          <p:cNvSpPr>
            <a:spLocks noGrp="1"/>
          </p:cNvSpPr>
          <p:nvPr>
            <p:ph type="pic" sz="quarter" idx="14" hasCustomPrompt="1"/>
          </p:nvPr>
        </p:nvSpPr>
        <p:spPr bwMode="invGray">
          <a:xfrm>
            <a:off x="1981200" y="1943101"/>
            <a:ext cx="1371600"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11" name="Picture Placeholder 26">
            <a:extLst>
              <a:ext uri="{FF2B5EF4-FFF2-40B4-BE49-F238E27FC236}">
                <a16:creationId xmlns:a16="http://schemas.microsoft.com/office/drawing/2014/main" id="{592ECBE6-56C9-744E-86E8-3F7F48BD6DD2}"/>
              </a:ext>
            </a:extLst>
          </p:cNvPr>
          <p:cNvSpPr>
            <a:spLocks noGrp="1"/>
          </p:cNvSpPr>
          <p:nvPr>
            <p:ph type="pic" sz="quarter" idx="17" hasCustomPrompt="1"/>
          </p:nvPr>
        </p:nvSpPr>
        <p:spPr bwMode="invGray">
          <a:xfrm>
            <a:off x="5638802" y="1943101"/>
            <a:ext cx="1371599"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23" name="Picture Placeholder 26">
            <a:extLst>
              <a:ext uri="{FF2B5EF4-FFF2-40B4-BE49-F238E27FC236}">
                <a16:creationId xmlns:a16="http://schemas.microsoft.com/office/drawing/2014/main" id="{C1B5F03B-87F7-CC4B-8310-C35AC00889A8}"/>
              </a:ext>
            </a:extLst>
          </p:cNvPr>
          <p:cNvSpPr>
            <a:spLocks noGrp="1"/>
          </p:cNvSpPr>
          <p:nvPr>
            <p:ph type="pic" sz="quarter" idx="20" hasCustomPrompt="1"/>
          </p:nvPr>
        </p:nvSpPr>
        <p:spPr bwMode="invGray">
          <a:xfrm>
            <a:off x="9296402" y="1943101"/>
            <a:ext cx="1371599"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29" name="Picture Placeholder 28">
            <a:extLst>
              <a:ext uri="{FF2B5EF4-FFF2-40B4-BE49-F238E27FC236}">
                <a16:creationId xmlns:a16="http://schemas.microsoft.com/office/drawing/2014/main" id="{EE4EDAD0-0380-4AB8-9844-156B9F5E95D8}"/>
              </a:ext>
            </a:extLst>
          </p:cNvPr>
          <p:cNvSpPr>
            <a:spLocks noGrp="1"/>
          </p:cNvSpPr>
          <p:nvPr>
            <p:ph type="pic" sz="quarter" idx="21" hasCustomPrompt="1"/>
          </p:nvPr>
        </p:nvSpPr>
        <p:spPr bwMode="invGray">
          <a:xfrm>
            <a:off x="609601" y="1943099"/>
            <a:ext cx="1257300" cy="1257300"/>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2" name="Title 1"/>
          <p:cNvSpPr>
            <a:spLocks noGrp="1"/>
          </p:cNvSpPr>
          <p:nvPr>
            <p:ph type="title" hasCustomPrompt="1"/>
          </p:nvPr>
        </p:nvSpPr>
        <p:spPr bwMode="invGray">
          <a:xfrm>
            <a:off x="609600" y="685800"/>
            <a:ext cx="10972800" cy="1143000"/>
          </a:xfrm>
          <a:prstGeom prst="rect">
            <a:avLst/>
          </a:prstGeom>
        </p:spPr>
        <p:txBody>
          <a:bodyPr vert="horz" wrap="square" lIns="0" tIns="0" rIns="0" bIns="0" rtlCol="0" anchor="ctr" anchorCtr="0">
            <a:noAutofit/>
          </a:bodyPr>
          <a:lstStyle>
            <a:lvl1pPr>
              <a:defRPr lang="en-US" dirty="0">
                <a:solidFill>
                  <a:srgbClr val="311E57"/>
                </a:solidFill>
              </a:defRPr>
            </a:lvl1pPr>
          </a:lstStyle>
          <a:p>
            <a:pPr lvl="0"/>
            <a:r>
              <a:rPr lang="en-US"/>
              <a:t>Headline</a:t>
            </a:r>
          </a:p>
        </p:txBody>
      </p:sp>
      <p:sp>
        <p:nvSpPr>
          <p:cNvPr id="6" name="Content Placeholder 5"/>
          <p:cNvSpPr>
            <a:spLocks noGrp="1"/>
          </p:cNvSpPr>
          <p:nvPr>
            <p:ph sz="quarter" idx="10" hasCustomPrompt="1"/>
          </p:nvPr>
        </p:nvSpPr>
        <p:spPr bwMode="invGray">
          <a:xfrm>
            <a:off x="609600" y="3429000"/>
            <a:ext cx="3200400" cy="2743200"/>
          </a:xfrm>
        </p:spPr>
        <p:txBody>
          <a:bodyPr wrap="square" tIns="0" bIns="0"/>
          <a:lstStyle>
            <a:lvl1pPr marL="0" indent="0">
              <a:lnSpc>
                <a:spcPct val="150000"/>
              </a:lnSpc>
              <a:spcBef>
                <a:spcPts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7" name="Content Placeholder 5"/>
          <p:cNvSpPr>
            <a:spLocks noGrp="1"/>
          </p:cNvSpPr>
          <p:nvPr>
            <p:ph sz="quarter" idx="11" hasCustomPrompt="1"/>
          </p:nvPr>
        </p:nvSpPr>
        <p:spPr bwMode="invGray">
          <a:xfrm>
            <a:off x="4267202" y="3429000"/>
            <a:ext cx="3200399" cy="2743200"/>
          </a:xfrm>
        </p:spPr>
        <p:txBody>
          <a:bodyPr wrap="square" tIns="0" bIns="0"/>
          <a:lstStyle>
            <a:lvl1pPr marL="0" indent="0">
              <a:lnSpc>
                <a:spcPct val="150000"/>
              </a:lnSpc>
              <a:spcBef>
                <a:spcPts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20" name="Content Placeholder 5">
            <a:extLst>
              <a:ext uri="{FF2B5EF4-FFF2-40B4-BE49-F238E27FC236}">
                <a16:creationId xmlns:a16="http://schemas.microsoft.com/office/drawing/2014/main" id="{AE3D3BFE-D8E4-744C-9DC7-45ED04ADA0EA}"/>
              </a:ext>
            </a:extLst>
          </p:cNvPr>
          <p:cNvSpPr>
            <a:spLocks noGrp="1"/>
          </p:cNvSpPr>
          <p:nvPr>
            <p:ph sz="quarter" idx="18" hasCustomPrompt="1"/>
          </p:nvPr>
        </p:nvSpPr>
        <p:spPr bwMode="invGray">
          <a:xfrm>
            <a:off x="7924803" y="3429000"/>
            <a:ext cx="3200399" cy="2743200"/>
          </a:xfrm>
        </p:spPr>
        <p:txBody>
          <a:bodyPr wrap="square" tIns="0" bIns="0"/>
          <a:lstStyle>
            <a:lvl1pPr marL="0" indent="0">
              <a:lnSpc>
                <a:spcPct val="150000"/>
              </a:lnSpc>
              <a:spcBef>
                <a:spcPts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30" name="Picture Placeholder 29">
            <a:extLst>
              <a:ext uri="{FF2B5EF4-FFF2-40B4-BE49-F238E27FC236}">
                <a16:creationId xmlns:a16="http://schemas.microsoft.com/office/drawing/2014/main" id="{A6C82BA8-A698-4282-BCA0-9CC104DC70B7}"/>
              </a:ext>
            </a:extLst>
          </p:cNvPr>
          <p:cNvSpPr>
            <a:spLocks noGrp="1"/>
          </p:cNvSpPr>
          <p:nvPr>
            <p:ph type="pic" sz="quarter" idx="22" hasCustomPrompt="1"/>
          </p:nvPr>
        </p:nvSpPr>
        <p:spPr bwMode="invGray">
          <a:xfrm>
            <a:off x="4267201" y="1943099"/>
            <a:ext cx="1257299" cy="1257299"/>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31" name="Picture Placeholder 30">
            <a:extLst>
              <a:ext uri="{FF2B5EF4-FFF2-40B4-BE49-F238E27FC236}">
                <a16:creationId xmlns:a16="http://schemas.microsoft.com/office/drawing/2014/main" id="{962560B6-FB4B-4B36-AB57-740126015B9A}"/>
              </a:ext>
            </a:extLst>
          </p:cNvPr>
          <p:cNvSpPr>
            <a:spLocks noGrp="1"/>
          </p:cNvSpPr>
          <p:nvPr>
            <p:ph type="pic" sz="quarter" idx="23" hasCustomPrompt="1"/>
          </p:nvPr>
        </p:nvSpPr>
        <p:spPr bwMode="invGray">
          <a:xfrm>
            <a:off x="7924802" y="1943101"/>
            <a:ext cx="1257297" cy="1257297"/>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Tree>
    <p:extLst>
      <p:ext uri="{BB962C8B-B14F-4D97-AF65-F5344CB8AC3E}">
        <p14:creationId xmlns:p14="http://schemas.microsoft.com/office/powerpoint/2010/main" val="3937074214"/>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0/70 Content 5">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0" y="2"/>
            <a:ext cx="42672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 name="Content Placeholder 2">
            <a:extLst>
              <a:ext uri="{FF2B5EF4-FFF2-40B4-BE49-F238E27FC236}">
                <a16:creationId xmlns:a16="http://schemas.microsoft.com/office/drawing/2014/main" id="{431C53DF-D7C9-27C3-5DAA-C43FC8B16B10}"/>
              </a:ext>
            </a:extLst>
          </p:cNvPr>
          <p:cNvSpPr>
            <a:spLocks noGrp="1"/>
          </p:cNvSpPr>
          <p:nvPr>
            <p:ph idx="10" hasCustomPrompt="1"/>
          </p:nvPr>
        </p:nvSpPr>
        <p:spPr>
          <a:xfrm>
            <a:off x="7472400" y="0"/>
            <a:ext cx="2738400" cy="6400800"/>
          </a:xfrm>
        </p:spPr>
        <p:txBody>
          <a:bodyPr wrap="square" tIns="0" anchor="ctr" anchorCtr="0">
            <a:normAutofit/>
          </a:bodyPr>
          <a:lstStyle>
            <a:lvl1pPr marL="0" indent="0">
              <a:buNone/>
              <a:defRPr sz="1600" b="1">
                <a:solidFill>
                  <a:srgbClr val="311E57"/>
                </a:solidFill>
              </a:defRPr>
            </a:lvl1pPr>
            <a:lvl2pPr marL="457189" indent="0">
              <a:buNone/>
              <a:defRPr sz="2000" b="1">
                <a:solidFill>
                  <a:srgbClr val="311E57"/>
                </a:solidFill>
              </a:defRPr>
            </a:lvl2pPr>
            <a:lvl3pPr marL="914377" indent="0">
              <a:buNone/>
              <a:defRPr sz="1800" b="1">
                <a:solidFill>
                  <a:srgbClr val="311E57"/>
                </a:solidFill>
              </a:defRPr>
            </a:lvl3pPr>
            <a:lvl4pPr marL="1371566" indent="0">
              <a:buNone/>
              <a:defRPr sz="1600" b="1">
                <a:solidFill>
                  <a:srgbClr val="311E57"/>
                </a:solidFill>
              </a:defRPr>
            </a:lvl4pPr>
            <a:lvl5pPr marL="1828754" indent="0">
              <a:buNone/>
              <a:defRPr sz="1600" b="1">
                <a:solidFill>
                  <a:srgbClr val="311E57"/>
                </a:solidFill>
              </a:defRPr>
            </a:lvl5pPr>
            <a:lvl6pPr>
              <a:defRPr sz="2000"/>
            </a:lvl6pPr>
            <a:lvl7pPr>
              <a:defRPr sz="2000"/>
            </a:lvl7pPr>
            <a:lvl8pPr>
              <a:defRPr sz="2000"/>
            </a:lvl8pPr>
            <a:lvl9pPr>
              <a:defRPr sz="2000"/>
            </a:lvl9pPr>
          </a:lstStyle>
          <a:p>
            <a:pPr lvl="0"/>
            <a:r>
              <a:rPr lang="en-US"/>
              <a:t>Content</a:t>
            </a:r>
          </a:p>
          <a:p>
            <a:pPr marL="0" marR="0" lvl="0" indent="0" algn="l" defTabSz="228594" rtl="0" eaLnBrk="1" fontAlgn="auto" latinLnBrk="0" hangingPunct="1">
              <a:lnSpc>
                <a:spcPct val="150000"/>
              </a:lnSpc>
              <a:spcBef>
                <a:spcPts val="0"/>
              </a:spcBef>
              <a:spcAft>
                <a:spcPts val="0"/>
              </a:spcAft>
              <a:buClrTx/>
              <a:buSzTx/>
              <a:buFont typeface="Arial" panose="020B0604020202020204" pitchFamily="34" charset="0"/>
              <a:buNone/>
              <a:tabLst/>
              <a:defRPr/>
            </a:pPr>
            <a:r>
              <a:rPr lang="en-US"/>
              <a:t>Content</a:t>
            </a:r>
          </a:p>
          <a:p>
            <a:pPr marL="0" marR="0" lvl="0" indent="0" algn="l" defTabSz="228594" rtl="0" eaLnBrk="1" fontAlgn="auto" latinLnBrk="0" hangingPunct="1">
              <a:lnSpc>
                <a:spcPct val="150000"/>
              </a:lnSpc>
              <a:spcBef>
                <a:spcPts val="0"/>
              </a:spcBef>
              <a:spcAft>
                <a:spcPts val="0"/>
              </a:spcAft>
              <a:buClrTx/>
              <a:buSzTx/>
              <a:buFont typeface="Arial" panose="020B0604020202020204" pitchFamily="34" charset="0"/>
              <a:buNone/>
              <a:tabLst/>
              <a:defRPr/>
            </a:pPr>
            <a:r>
              <a:rPr lang="en-US"/>
              <a:t>Content</a:t>
            </a:r>
          </a:p>
          <a:p>
            <a:pPr marL="0" marR="0" lvl="0" indent="0" algn="l" defTabSz="228594" rtl="0" eaLnBrk="1" fontAlgn="auto" latinLnBrk="0" hangingPunct="1">
              <a:lnSpc>
                <a:spcPct val="150000"/>
              </a:lnSpc>
              <a:spcBef>
                <a:spcPts val="0"/>
              </a:spcBef>
              <a:spcAft>
                <a:spcPts val="0"/>
              </a:spcAft>
              <a:buClrTx/>
              <a:buSzTx/>
              <a:buFont typeface="Arial" panose="020B0604020202020204" pitchFamily="34" charset="0"/>
              <a:buNone/>
              <a:tabLst/>
              <a:defRPr/>
            </a:pPr>
            <a:r>
              <a:rPr lang="en-US"/>
              <a:t>Content</a:t>
            </a:r>
          </a:p>
          <a:p>
            <a:pPr lvl="0"/>
            <a:endParaRPr lang="en-US"/>
          </a:p>
        </p:txBody>
      </p:sp>
      <p:sp>
        <p:nvSpPr>
          <p:cNvPr id="2" name="Title 1">
            <a:extLst>
              <a:ext uri="{FF2B5EF4-FFF2-40B4-BE49-F238E27FC236}">
                <a16:creationId xmlns:a16="http://schemas.microsoft.com/office/drawing/2014/main" id="{A3AE6E6B-D0CD-7CA7-F44F-AC7E593917DB}"/>
              </a:ext>
            </a:extLst>
          </p:cNvPr>
          <p:cNvSpPr>
            <a:spLocks noGrp="1"/>
          </p:cNvSpPr>
          <p:nvPr>
            <p:ph type="title" hasCustomPrompt="1"/>
          </p:nvPr>
        </p:nvSpPr>
        <p:spPr>
          <a:xfrm>
            <a:off x="609600" y="1"/>
            <a:ext cx="3200400" cy="6400799"/>
          </a:xfrm>
          <a:prstGeom prst="rect">
            <a:avLst/>
          </a:prstGeom>
        </p:spPr>
        <p:txBody>
          <a:bodyPr>
            <a:normAutofit/>
          </a:bodyPr>
          <a:lstStyle>
            <a:lvl1pPr>
              <a:defRPr sz="2800">
                <a:solidFill>
                  <a:schemeClr val="bg1"/>
                </a:solidFill>
              </a:defRPr>
            </a:lvl1pPr>
          </a:lstStyle>
          <a:p>
            <a:r>
              <a:rPr lang="en-US"/>
              <a:t>Headline</a:t>
            </a:r>
          </a:p>
        </p:txBody>
      </p:sp>
    </p:spTree>
    <p:extLst>
      <p:ext uri="{BB962C8B-B14F-4D97-AF65-F5344CB8AC3E}">
        <p14:creationId xmlns:p14="http://schemas.microsoft.com/office/powerpoint/2010/main" val="35579246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0/50 Content 18">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6096000" y="2"/>
            <a:ext cx="6096000" cy="6400799"/>
          </a:xfrm>
          <a:solidFill>
            <a:schemeClr val="tx1"/>
          </a:solidFill>
        </p:spPr>
        <p:txBody>
          <a:bodyPr anchor="t"/>
          <a:lstStyle>
            <a:lvl1pPr marL="0" indent="0" algn="ctr">
              <a:buNone/>
              <a:defRPr sz="3200">
                <a:solidFill>
                  <a:schemeClr val="bg1"/>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Picture</a:t>
            </a:r>
          </a:p>
        </p:txBody>
      </p:sp>
      <p:sp>
        <p:nvSpPr>
          <p:cNvPr id="12" name="Title 1">
            <a:extLst>
              <a:ext uri="{FF2B5EF4-FFF2-40B4-BE49-F238E27FC236}">
                <a16:creationId xmlns:a16="http://schemas.microsoft.com/office/drawing/2014/main" id="{EFDEED65-4EDE-6954-748A-1B67109D2AEF}"/>
              </a:ext>
            </a:extLst>
          </p:cNvPr>
          <p:cNvSpPr>
            <a:spLocks noGrp="1"/>
          </p:cNvSpPr>
          <p:nvPr>
            <p:ph type="title" hasCustomPrompt="1"/>
          </p:nvPr>
        </p:nvSpPr>
        <p:spPr>
          <a:xfrm>
            <a:off x="609600" y="685800"/>
            <a:ext cx="5029200" cy="914400"/>
          </a:xfrm>
          <a:prstGeom prst="rect">
            <a:avLst/>
          </a:prstGeom>
        </p:spPr>
        <p:txBody>
          <a:bodyPr wrap="square" rIns="0" bIns="91440" anchor="t">
            <a:noAutofit/>
          </a:bodyPr>
          <a:lstStyle>
            <a:lvl1pPr>
              <a:defRPr sz="2400">
                <a:solidFill>
                  <a:srgbClr val="311E57"/>
                </a:solidFill>
                <a:latin typeface="+mj-lt"/>
              </a:defRPr>
            </a:lvl1pPr>
          </a:lstStyle>
          <a:p>
            <a:r>
              <a:rPr lang="en-US"/>
              <a:t>Headline</a:t>
            </a:r>
          </a:p>
        </p:txBody>
      </p:sp>
      <p:sp>
        <p:nvSpPr>
          <p:cNvPr id="13" name="Text Placeholder 16">
            <a:extLst>
              <a:ext uri="{FF2B5EF4-FFF2-40B4-BE49-F238E27FC236}">
                <a16:creationId xmlns:a16="http://schemas.microsoft.com/office/drawing/2014/main" id="{FBC2F897-8256-248A-5442-5BDB9CF34CFF}"/>
              </a:ext>
            </a:extLst>
          </p:cNvPr>
          <p:cNvSpPr>
            <a:spLocks noGrp="1"/>
          </p:cNvSpPr>
          <p:nvPr>
            <p:ph type="body" sz="quarter" idx="18" hasCustomPrompt="1"/>
          </p:nvPr>
        </p:nvSpPr>
        <p:spPr>
          <a:xfrm>
            <a:off x="609600" y="0"/>
            <a:ext cx="5029200" cy="685800"/>
          </a:xfrm>
        </p:spPr>
        <p:txBody>
          <a:bodyPr wrap="square" anchor="ctr">
            <a:noAutofit/>
          </a:bodyPr>
          <a:lstStyle>
            <a:lvl1pPr marL="0" indent="0">
              <a:buNone/>
              <a:defRPr sz="1800" b="1">
                <a:solidFill>
                  <a:schemeClr val="accent1"/>
                </a:solidFill>
                <a:latin typeface="+mj-lt"/>
              </a:defRPr>
            </a:lvl1pPr>
            <a:lvl2pPr marL="457189" indent="0">
              <a:buNone/>
              <a:defRPr/>
            </a:lvl2pPr>
            <a:lvl3pPr marL="914377" indent="0">
              <a:buNone/>
              <a:defRPr/>
            </a:lvl3pPr>
            <a:lvl4pPr marL="1371566" indent="0">
              <a:buNone/>
              <a:defRPr/>
            </a:lvl4pPr>
            <a:lvl5pPr marL="1828754" indent="0">
              <a:buNone/>
              <a:defRPr/>
            </a:lvl5pPr>
          </a:lstStyle>
          <a:p>
            <a:pPr lvl="0"/>
            <a:r>
              <a:rPr lang="en-US"/>
              <a:t>Topic</a:t>
            </a:r>
          </a:p>
        </p:txBody>
      </p:sp>
      <p:sp>
        <p:nvSpPr>
          <p:cNvPr id="14" name="Text Placeholder 3">
            <a:extLst>
              <a:ext uri="{FF2B5EF4-FFF2-40B4-BE49-F238E27FC236}">
                <a16:creationId xmlns:a16="http://schemas.microsoft.com/office/drawing/2014/main" id="{3B31651C-324D-D40D-1E11-FA367353A2DC}"/>
              </a:ext>
            </a:extLst>
          </p:cNvPr>
          <p:cNvSpPr>
            <a:spLocks noGrp="1"/>
          </p:cNvSpPr>
          <p:nvPr>
            <p:ph type="body" sz="half" idx="2" hasCustomPrompt="1"/>
          </p:nvPr>
        </p:nvSpPr>
        <p:spPr>
          <a:xfrm>
            <a:off x="609600" y="1600201"/>
            <a:ext cx="5029200" cy="1371600"/>
          </a:xfrm>
        </p:spPr>
        <p:txBody>
          <a:bodyPr tIns="182880" rIns="0">
            <a:normAutofit/>
          </a:bodyPr>
          <a:lstStyle>
            <a:lvl1pPr marL="0" indent="0">
              <a:lnSpc>
                <a:spcPct val="150000"/>
              </a:lnSpc>
              <a:buNone/>
              <a:defRPr sz="1400">
                <a:solidFill>
                  <a:srgbClr val="6C7986"/>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Content</a:t>
            </a:r>
          </a:p>
        </p:txBody>
      </p:sp>
      <p:sp>
        <p:nvSpPr>
          <p:cNvPr id="18" name="Picture Placeholder 8">
            <a:extLst>
              <a:ext uri="{FF2B5EF4-FFF2-40B4-BE49-F238E27FC236}">
                <a16:creationId xmlns:a16="http://schemas.microsoft.com/office/drawing/2014/main" id="{F9809A5A-25E3-3F6F-477F-27F0593939C4}"/>
              </a:ext>
            </a:extLst>
          </p:cNvPr>
          <p:cNvSpPr>
            <a:spLocks noGrp="1"/>
          </p:cNvSpPr>
          <p:nvPr>
            <p:ph type="pic" sz="quarter" idx="25" hasCustomPrompt="1"/>
          </p:nvPr>
        </p:nvSpPr>
        <p:spPr>
          <a:xfrm>
            <a:off x="609600" y="3434080"/>
            <a:ext cx="685800" cy="685800"/>
          </a:xfrm>
        </p:spPr>
        <p:txBody>
          <a:bodyPr anchor="t">
            <a:normAutofit/>
          </a:bodyPr>
          <a:lstStyle>
            <a:lvl1pPr marL="0" indent="0" algn="ctr">
              <a:buNone/>
              <a:defRPr sz="1800"/>
            </a:lvl1pPr>
          </a:lstStyle>
          <a:p>
            <a:r>
              <a:rPr lang="en-US"/>
              <a:t>Icon</a:t>
            </a:r>
          </a:p>
        </p:txBody>
      </p:sp>
      <p:sp>
        <p:nvSpPr>
          <p:cNvPr id="19" name="Picture Placeholder 8">
            <a:extLst>
              <a:ext uri="{FF2B5EF4-FFF2-40B4-BE49-F238E27FC236}">
                <a16:creationId xmlns:a16="http://schemas.microsoft.com/office/drawing/2014/main" id="{8614C75B-542A-190C-31A0-3689B4C6F696}"/>
              </a:ext>
            </a:extLst>
          </p:cNvPr>
          <p:cNvSpPr>
            <a:spLocks noGrp="1"/>
          </p:cNvSpPr>
          <p:nvPr>
            <p:ph type="pic" sz="quarter" idx="26" hasCustomPrompt="1"/>
          </p:nvPr>
        </p:nvSpPr>
        <p:spPr>
          <a:xfrm>
            <a:off x="609600" y="4343400"/>
            <a:ext cx="685800" cy="685800"/>
          </a:xfrm>
        </p:spPr>
        <p:txBody>
          <a:bodyPr anchor="t">
            <a:normAutofit/>
          </a:bodyPr>
          <a:lstStyle>
            <a:lvl1pPr marL="0" indent="0" algn="ctr">
              <a:buNone/>
              <a:defRPr sz="1800"/>
            </a:lvl1pPr>
          </a:lstStyle>
          <a:p>
            <a:r>
              <a:rPr lang="en-US"/>
              <a:t>Icon</a:t>
            </a:r>
          </a:p>
        </p:txBody>
      </p:sp>
      <p:sp>
        <p:nvSpPr>
          <p:cNvPr id="20" name="Picture Placeholder 8">
            <a:extLst>
              <a:ext uri="{FF2B5EF4-FFF2-40B4-BE49-F238E27FC236}">
                <a16:creationId xmlns:a16="http://schemas.microsoft.com/office/drawing/2014/main" id="{9E21A8C5-C06D-BF7B-F923-BA3881148C4F}"/>
              </a:ext>
            </a:extLst>
          </p:cNvPr>
          <p:cNvSpPr>
            <a:spLocks noGrp="1"/>
          </p:cNvSpPr>
          <p:nvPr>
            <p:ph type="pic" sz="quarter" idx="27" hasCustomPrompt="1"/>
          </p:nvPr>
        </p:nvSpPr>
        <p:spPr>
          <a:xfrm>
            <a:off x="609600" y="5257800"/>
            <a:ext cx="685800" cy="685800"/>
          </a:xfrm>
        </p:spPr>
        <p:txBody>
          <a:bodyPr anchor="t">
            <a:normAutofit/>
          </a:bodyPr>
          <a:lstStyle>
            <a:lvl1pPr marL="0" indent="0" algn="ctr">
              <a:buNone/>
              <a:defRPr sz="1800"/>
            </a:lvl1pPr>
          </a:lstStyle>
          <a:p>
            <a:r>
              <a:rPr lang="en-US"/>
              <a:t>Icon</a:t>
            </a:r>
          </a:p>
        </p:txBody>
      </p:sp>
      <p:sp>
        <p:nvSpPr>
          <p:cNvPr id="2" name="Text Placeholder 3">
            <a:extLst>
              <a:ext uri="{FF2B5EF4-FFF2-40B4-BE49-F238E27FC236}">
                <a16:creationId xmlns:a16="http://schemas.microsoft.com/office/drawing/2014/main" id="{05BA3348-AD7D-2D7B-6F6F-BCC7D0B6FDF6}"/>
              </a:ext>
            </a:extLst>
          </p:cNvPr>
          <p:cNvSpPr>
            <a:spLocks noGrp="1"/>
          </p:cNvSpPr>
          <p:nvPr>
            <p:ph type="body" sz="half" idx="10" hasCustomPrompt="1"/>
          </p:nvPr>
        </p:nvSpPr>
        <p:spPr>
          <a:xfrm>
            <a:off x="1524000" y="3434080"/>
            <a:ext cx="4114800" cy="685800"/>
          </a:xfrm>
        </p:spPr>
        <p:txBody>
          <a:bodyPr wrap="square" tIns="0">
            <a:normAutofit/>
          </a:bodyPr>
          <a:lstStyle>
            <a:lvl1pPr marL="0" indent="0">
              <a:lnSpc>
                <a:spcPct val="150000"/>
              </a:lnSpc>
              <a:buNone/>
              <a:defRPr sz="2000" b="1">
                <a:solidFill>
                  <a:schemeClr val="tx2"/>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Content</a:t>
            </a:r>
          </a:p>
        </p:txBody>
      </p:sp>
      <p:sp>
        <p:nvSpPr>
          <p:cNvPr id="3" name="Text Placeholder 3">
            <a:extLst>
              <a:ext uri="{FF2B5EF4-FFF2-40B4-BE49-F238E27FC236}">
                <a16:creationId xmlns:a16="http://schemas.microsoft.com/office/drawing/2014/main" id="{4EE7A630-C8C7-F4D5-561C-D082B9899F9B}"/>
              </a:ext>
            </a:extLst>
          </p:cNvPr>
          <p:cNvSpPr>
            <a:spLocks noGrp="1"/>
          </p:cNvSpPr>
          <p:nvPr>
            <p:ph type="body" sz="half" idx="29" hasCustomPrompt="1"/>
          </p:nvPr>
        </p:nvSpPr>
        <p:spPr>
          <a:xfrm>
            <a:off x="1524000" y="4343400"/>
            <a:ext cx="4114800" cy="685800"/>
          </a:xfrm>
        </p:spPr>
        <p:txBody>
          <a:bodyPr wrap="square" tIns="0">
            <a:normAutofit/>
          </a:bodyPr>
          <a:lstStyle>
            <a:lvl1pPr marL="0" indent="0">
              <a:lnSpc>
                <a:spcPct val="150000"/>
              </a:lnSpc>
              <a:buNone/>
              <a:defRPr sz="2000" b="1">
                <a:solidFill>
                  <a:schemeClr val="tx2"/>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Content</a:t>
            </a:r>
          </a:p>
        </p:txBody>
      </p:sp>
      <p:sp>
        <p:nvSpPr>
          <p:cNvPr id="4" name="Text Placeholder 3">
            <a:extLst>
              <a:ext uri="{FF2B5EF4-FFF2-40B4-BE49-F238E27FC236}">
                <a16:creationId xmlns:a16="http://schemas.microsoft.com/office/drawing/2014/main" id="{FF867B34-1BF4-72F6-5D67-50B093BB7D95}"/>
              </a:ext>
            </a:extLst>
          </p:cNvPr>
          <p:cNvSpPr>
            <a:spLocks noGrp="1"/>
          </p:cNvSpPr>
          <p:nvPr>
            <p:ph type="body" sz="half" idx="30" hasCustomPrompt="1"/>
          </p:nvPr>
        </p:nvSpPr>
        <p:spPr>
          <a:xfrm>
            <a:off x="1524000" y="5257800"/>
            <a:ext cx="4114800" cy="685800"/>
          </a:xfrm>
        </p:spPr>
        <p:txBody>
          <a:bodyPr wrap="square" tIns="0">
            <a:normAutofit/>
          </a:bodyPr>
          <a:lstStyle>
            <a:lvl1pPr marL="0" indent="0">
              <a:lnSpc>
                <a:spcPct val="150000"/>
              </a:lnSpc>
              <a:buNone/>
              <a:defRPr sz="2000" b="1">
                <a:solidFill>
                  <a:schemeClr val="tx2"/>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Content</a:t>
            </a:r>
          </a:p>
        </p:txBody>
      </p:sp>
    </p:spTree>
    <p:extLst>
      <p:ext uri="{BB962C8B-B14F-4D97-AF65-F5344CB8AC3E}">
        <p14:creationId xmlns:p14="http://schemas.microsoft.com/office/powerpoint/2010/main" val="93894480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600200"/>
            <a:ext cx="7315200" cy="1600200"/>
          </a:xfrm>
          <a:prstGeom prst="rect">
            <a:avLst/>
          </a:prstGeom>
        </p:spPr>
        <p:txBody>
          <a:bodyPr wrap="square" rIns="457200" bIns="91440" anchor="b">
            <a:noAutofit/>
          </a:bodyPr>
          <a:lstStyle>
            <a:lvl1pPr>
              <a:defRPr sz="3200">
                <a:solidFill>
                  <a:schemeClr val="bg1"/>
                </a:solidFill>
              </a:defRPr>
            </a:lvl1pPr>
          </a:lstStyle>
          <a:p>
            <a:r>
              <a:rPr lang="en-US"/>
              <a:t>Presentation Title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3200399"/>
            <a:ext cx="7315200" cy="685801"/>
          </a:xfrm>
        </p:spPr>
        <p:txBody>
          <a:bodyPr wrap="square" tIns="91440" rIns="457200">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PRESENTATION TYPE OR SUBTITLE</a:t>
            </a:r>
          </a:p>
        </p:txBody>
      </p:sp>
      <p:pic>
        <p:nvPicPr>
          <p:cNvPr id="9" name="Picture 8" descr="A picture containing text, clipart&#10;&#10;Description automatically generated">
            <a:extLst>
              <a:ext uri="{FF2B5EF4-FFF2-40B4-BE49-F238E27FC236}">
                <a16:creationId xmlns:a16="http://schemas.microsoft.com/office/drawing/2014/main" id="{DA41E3AB-7BB9-BE82-9EE4-8D91F211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
        <p:nvSpPr>
          <p:cNvPr id="10" name="Picture Placeholder 2">
            <a:extLst>
              <a:ext uri="{FF2B5EF4-FFF2-40B4-BE49-F238E27FC236}">
                <a16:creationId xmlns:a16="http://schemas.microsoft.com/office/drawing/2014/main" id="{61818627-D876-A32E-D884-DF528794D1B3}"/>
              </a:ext>
            </a:extLst>
          </p:cNvPr>
          <p:cNvSpPr>
            <a:spLocks noGrp="1"/>
          </p:cNvSpPr>
          <p:nvPr>
            <p:ph type="pic" idx="1"/>
          </p:nvPr>
        </p:nvSpPr>
        <p:spPr>
          <a:xfrm>
            <a:off x="8153400" y="0"/>
            <a:ext cx="4038600" cy="6858000"/>
          </a:xfrm>
          <a:solidFill>
            <a:schemeClr val="tx1"/>
          </a:solidFill>
        </p:spPr>
        <p:txBody>
          <a:bodyPr anchor="ct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09600" y="3886199"/>
            <a:ext cx="7315200" cy="1828801"/>
          </a:xfrm>
        </p:spPr>
        <p:txBody>
          <a:bodyPr wrap="square" tIns="91440" rIns="457200" bIns="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4" name="TextBox 3">
            <a:extLst>
              <a:ext uri="{FF2B5EF4-FFF2-40B4-BE49-F238E27FC236}">
                <a16:creationId xmlns:a16="http://schemas.microsoft.com/office/drawing/2014/main" id="{46AC7BB0-EB5C-7640-6353-FB7E6FC6D74D}"/>
              </a:ext>
            </a:extLst>
          </p:cNvPr>
          <p:cNvSpPr txBox="1"/>
          <p:nvPr userDrawn="1"/>
        </p:nvSpPr>
        <p:spPr>
          <a:xfrm>
            <a:off x="609600" y="989814"/>
            <a:ext cx="2286000" cy="246221"/>
          </a:xfrm>
          <a:prstGeom prst="rect">
            <a:avLst/>
          </a:prstGeom>
          <a:noFill/>
        </p:spPr>
        <p:txBody>
          <a:bodyPr wrap="square" lIns="0" tIns="0" rIns="0" rtlCol="0">
            <a:spAutoFit/>
          </a:bodyPr>
          <a:lstStyle/>
          <a:p>
            <a:r>
              <a:rPr lang="en-US" sz="1300" b="1">
                <a:solidFill>
                  <a:schemeClr val="bg1"/>
                </a:solidFill>
                <a:latin typeface="+mj-lt"/>
              </a:rPr>
              <a:t>Go Beyond Workflows™️</a:t>
            </a:r>
          </a:p>
        </p:txBody>
      </p:sp>
      <p:sp>
        <p:nvSpPr>
          <p:cNvPr id="7" name="Text Placeholder 3">
            <a:extLst>
              <a:ext uri="{FF2B5EF4-FFF2-40B4-BE49-F238E27FC236}">
                <a16:creationId xmlns:a16="http://schemas.microsoft.com/office/drawing/2014/main" id="{89F602FD-16C8-20B9-EE0A-D4AF278561FA}"/>
              </a:ext>
            </a:extLst>
          </p:cNvPr>
          <p:cNvSpPr>
            <a:spLocks noGrp="1"/>
          </p:cNvSpPr>
          <p:nvPr>
            <p:ph type="body" sz="half" idx="10" hasCustomPrompt="1"/>
          </p:nvPr>
        </p:nvSpPr>
        <p:spPr>
          <a:xfrm>
            <a:off x="609600" y="5715000"/>
            <a:ext cx="7315200" cy="457201"/>
          </a:xfrm>
        </p:spPr>
        <p:txBody>
          <a:bodyPr wrap="square" tIns="91440" rIns="457200">
            <a:normAutofit/>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66079D00-5ACF-5744-AB92-895B98C6A1D2}" type="datetime4">
              <a:rPr lang="en-US" smtClean="0"/>
              <a:t>February 26, 2025</a:t>
            </a:fld>
            <a:endParaRPr lang="en-US"/>
          </a:p>
        </p:txBody>
      </p:sp>
    </p:spTree>
    <p:extLst>
      <p:ext uri="{BB962C8B-B14F-4D97-AF65-F5344CB8AC3E}">
        <p14:creationId xmlns:p14="http://schemas.microsoft.com/office/powerpoint/2010/main" val="4168096046"/>
      </p:ext>
    </p:extLst>
  </p:cSld>
  <p:clrMapOvr>
    <a:masterClrMapping/>
  </p:clrMapOvr>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3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12648" y="3886201"/>
            <a:ext cx="2286000" cy="1828800"/>
          </a:xfrm>
        </p:spPr>
        <p:txBody>
          <a:bodyPr wrap="square" tIns="91440" bIns="18288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3" name="Picture Placeholder 2">
            <a:extLst>
              <a:ext uri="{FF2B5EF4-FFF2-40B4-BE49-F238E27FC236}">
                <a16:creationId xmlns:a16="http://schemas.microsoft.com/office/drawing/2014/main" id="{0939E0F3-1E10-95ED-F0B9-65E5F4D5B1E1}"/>
              </a:ext>
            </a:extLst>
          </p:cNvPr>
          <p:cNvSpPr>
            <a:spLocks noGrp="1"/>
          </p:cNvSpPr>
          <p:nvPr>
            <p:ph type="pic" idx="1"/>
          </p:nvPr>
        </p:nvSpPr>
        <p:spPr>
          <a:xfrm>
            <a:off x="8153399" y="-1"/>
            <a:ext cx="4038601" cy="6857999"/>
          </a:xfrm>
          <a:solidFill>
            <a:schemeClr val="tx1"/>
          </a:solidFill>
        </p:spPr>
        <p:txBody>
          <a:bodyPr anchor="ct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6D23038-42BC-FB3B-CFCB-50E7E4DC4FCD}"/>
              </a:ext>
            </a:extLst>
          </p:cNvPr>
          <p:cNvSpPr>
            <a:spLocks noGrp="1"/>
          </p:cNvSpPr>
          <p:nvPr>
            <p:ph type="body" sz="half" idx="12" hasCustomPrompt="1"/>
          </p:nvPr>
        </p:nvSpPr>
        <p:spPr>
          <a:xfrm>
            <a:off x="3125724" y="3886201"/>
            <a:ext cx="2286000" cy="1828800"/>
          </a:xfrm>
        </p:spPr>
        <p:txBody>
          <a:bodyPr wrap="square" tIns="91440" bIns="18288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7" name="Text Placeholder 3">
            <a:extLst>
              <a:ext uri="{FF2B5EF4-FFF2-40B4-BE49-F238E27FC236}">
                <a16:creationId xmlns:a16="http://schemas.microsoft.com/office/drawing/2014/main" id="{7FB57C7A-0891-D89B-F3B9-BDE561DB1A7A}"/>
              </a:ext>
            </a:extLst>
          </p:cNvPr>
          <p:cNvSpPr>
            <a:spLocks noGrp="1"/>
          </p:cNvSpPr>
          <p:nvPr>
            <p:ph type="body" sz="half" idx="13" hasCustomPrompt="1"/>
          </p:nvPr>
        </p:nvSpPr>
        <p:spPr>
          <a:xfrm>
            <a:off x="5638800" y="3886201"/>
            <a:ext cx="2286000" cy="1828800"/>
          </a:xfrm>
        </p:spPr>
        <p:txBody>
          <a:bodyPr wrap="square" tIns="91440" bIns="18288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11" name="Title 1">
            <a:extLst>
              <a:ext uri="{FF2B5EF4-FFF2-40B4-BE49-F238E27FC236}">
                <a16:creationId xmlns:a16="http://schemas.microsoft.com/office/drawing/2014/main" id="{9A67F5B0-391D-2B76-B484-95815736DB7C}"/>
              </a:ext>
            </a:extLst>
          </p:cNvPr>
          <p:cNvSpPr>
            <a:spLocks noGrp="1"/>
          </p:cNvSpPr>
          <p:nvPr>
            <p:ph type="title" hasCustomPrompt="1"/>
          </p:nvPr>
        </p:nvSpPr>
        <p:spPr>
          <a:xfrm>
            <a:off x="609600" y="1143000"/>
            <a:ext cx="7315200" cy="2057400"/>
          </a:xfrm>
          <a:prstGeom prst="rect">
            <a:avLst/>
          </a:prstGeom>
        </p:spPr>
        <p:txBody>
          <a:bodyPr wrap="square" rIns="457200" bIns="91440" anchor="b">
            <a:noAutofit/>
          </a:bodyPr>
          <a:lstStyle>
            <a:lvl1pPr>
              <a:defRPr sz="3200">
                <a:solidFill>
                  <a:schemeClr val="bg1"/>
                </a:solidFill>
              </a:defRPr>
            </a:lvl1pPr>
          </a:lstStyle>
          <a:p>
            <a:r>
              <a:rPr lang="en-US"/>
              <a:t>Presentation Title</a:t>
            </a:r>
          </a:p>
        </p:txBody>
      </p:sp>
      <p:sp>
        <p:nvSpPr>
          <p:cNvPr id="12" name="Text Placeholder 3">
            <a:extLst>
              <a:ext uri="{FF2B5EF4-FFF2-40B4-BE49-F238E27FC236}">
                <a16:creationId xmlns:a16="http://schemas.microsoft.com/office/drawing/2014/main" id="{323A0A69-D9C0-28DA-5596-42BCBE62021A}"/>
              </a:ext>
            </a:extLst>
          </p:cNvPr>
          <p:cNvSpPr>
            <a:spLocks noGrp="1"/>
          </p:cNvSpPr>
          <p:nvPr>
            <p:ph type="body" sz="half" idx="2" hasCustomPrompt="1"/>
          </p:nvPr>
        </p:nvSpPr>
        <p:spPr>
          <a:xfrm>
            <a:off x="609600" y="3200399"/>
            <a:ext cx="7315200" cy="685801"/>
          </a:xfrm>
        </p:spPr>
        <p:txBody>
          <a:bodyPr wrap="square" tIns="91440" rIns="457200" bIns="45720">
            <a:normAutofit/>
          </a:bodyPr>
          <a:lstStyle>
            <a:lvl1pPr marL="0" indent="0">
              <a:buNone/>
              <a:defRPr sz="1800" b="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Use Title Capitalization </a:t>
            </a:r>
          </a:p>
        </p:txBody>
      </p:sp>
      <p:sp>
        <p:nvSpPr>
          <p:cNvPr id="15" name="Text Placeholder 3">
            <a:extLst>
              <a:ext uri="{FF2B5EF4-FFF2-40B4-BE49-F238E27FC236}">
                <a16:creationId xmlns:a16="http://schemas.microsoft.com/office/drawing/2014/main" id="{2D4ADB6E-663D-F8C0-6CE1-F82C9119DC39}"/>
              </a:ext>
            </a:extLst>
          </p:cNvPr>
          <p:cNvSpPr>
            <a:spLocks noGrp="1"/>
          </p:cNvSpPr>
          <p:nvPr>
            <p:ph type="body" sz="half" idx="10" hasCustomPrompt="1"/>
          </p:nvPr>
        </p:nvSpPr>
        <p:spPr>
          <a:xfrm>
            <a:off x="609600" y="5715001"/>
            <a:ext cx="7315200" cy="457200"/>
          </a:xfrm>
        </p:spPr>
        <p:txBody>
          <a:bodyPr wrap="square" tIns="91440" rIns="457200">
            <a:normAutofit/>
          </a:bodyPr>
          <a:lstStyle>
            <a:lvl1pPr marL="0" indent="0">
              <a:buNone/>
              <a:defRPr sz="1400">
                <a:solidFill>
                  <a:schemeClr val="bg1"/>
                </a:solidFill>
                <a:latin typeface="+mn-lt"/>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11C57DF3-D4B6-D548-A423-F533A95A0200}" type="datetime4">
              <a:rPr lang="en-US" smtClean="0"/>
              <a:t>February 26, 2025</a:t>
            </a:fld>
            <a:endParaRPr lang="en-US"/>
          </a:p>
        </p:txBody>
      </p:sp>
      <p:pic>
        <p:nvPicPr>
          <p:cNvPr id="6" name="Picture 5" descr="A picture containing text, clipart&#10;&#10;Description automatically generated">
            <a:extLst>
              <a:ext uri="{FF2B5EF4-FFF2-40B4-BE49-F238E27FC236}">
                <a16:creationId xmlns:a16="http://schemas.microsoft.com/office/drawing/2014/main" id="{FFE984F4-EF78-F7BB-2DD3-8BF9DD5AA34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Tree>
    <p:extLst>
      <p:ext uri="{BB962C8B-B14F-4D97-AF65-F5344CB8AC3E}">
        <p14:creationId xmlns:p14="http://schemas.microsoft.com/office/powerpoint/2010/main" val="1398225825"/>
      </p:ext>
    </p:extLst>
  </p:cSld>
  <p:clrMapOvr>
    <a:masterClrMapping/>
  </p:clrMapOvr>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ver 3">
    <p:bg bwMode="invGray">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1DC837-1E66-6128-0E76-A47478749E25}"/>
              </a:ext>
            </a:extLst>
          </p:cNvPr>
          <p:cNvSpPr/>
          <p:nvPr userDrawn="1"/>
        </p:nvSpPr>
        <p:spPr>
          <a:xfrm>
            <a:off x="-2" y="5029200"/>
            <a:ext cx="12191999"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Rectangle 1">
            <a:extLst>
              <a:ext uri="{FF2B5EF4-FFF2-40B4-BE49-F238E27FC236}">
                <a16:creationId xmlns:a16="http://schemas.microsoft.com/office/drawing/2014/main" id="{8A69A843-D752-C6ED-CE44-366BB824A2CA}"/>
              </a:ext>
            </a:extLst>
          </p:cNvPr>
          <p:cNvSpPr/>
          <p:nvPr userDrawn="1"/>
        </p:nvSpPr>
        <p:spPr>
          <a:xfrm>
            <a:off x="-1" y="4346987"/>
            <a:ext cx="12191999"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2">
            <a:extLst>
              <a:ext uri="{FF2B5EF4-FFF2-40B4-BE49-F238E27FC236}">
                <a16:creationId xmlns:a16="http://schemas.microsoft.com/office/drawing/2014/main" id="{C584E676-068E-50C7-7138-1B6FAB7E24E6}"/>
              </a:ext>
            </a:extLst>
          </p:cNvPr>
          <p:cNvSpPr>
            <a:spLocks noGrp="1"/>
          </p:cNvSpPr>
          <p:nvPr>
            <p:ph type="pic" idx="1"/>
          </p:nvPr>
        </p:nvSpPr>
        <p:spPr>
          <a:xfrm>
            <a:off x="0" y="13999"/>
            <a:ext cx="12192000" cy="4343400"/>
          </a:xfrm>
          <a:solidFill>
            <a:schemeClr val="tx1"/>
          </a:solidFill>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8" name="Title 47">
            <a:extLst>
              <a:ext uri="{FF2B5EF4-FFF2-40B4-BE49-F238E27FC236}">
                <a16:creationId xmlns:a16="http://schemas.microsoft.com/office/drawing/2014/main" id="{4589C02F-442A-0542-9D03-7E040DDACB47}"/>
              </a:ext>
            </a:extLst>
          </p:cNvPr>
          <p:cNvSpPr>
            <a:spLocks noGrp="1"/>
          </p:cNvSpPr>
          <p:nvPr userDrawn="1">
            <p:ph type="title" hasCustomPrompt="1"/>
          </p:nvPr>
        </p:nvSpPr>
        <p:spPr bwMode="gray">
          <a:xfrm>
            <a:off x="609599" y="5257800"/>
            <a:ext cx="10972801" cy="942398"/>
          </a:xfrm>
          <a:prstGeom prst="rect">
            <a:avLst/>
          </a:prstGeom>
        </p:spPr>
        <p:txBody>
          <a:bodyPr wrap="square" anchor="b">
            <a:noAutofit/>
          </a:bodyPr>
          <a:lstStyle>
            <a:lvl1pPr>
              <a:lnSpc>
                <a:spcPct val="100000"/>
              </a:lnSpc>
              <a:defRPr sz="3200">
                <a:solidFill>
                  <a:schemeClr val="bg1"/>
                </a:solidFill>
              </a:defRPr>
            </a:lvl1pPr>
          </a:lstStyle>
          <a:p>
            <a:r>
              <a:rPr lang="en-US"/>
              <a:t>Title</a:t>
            </a:r>
          </a:p>
        </p:txBody>
      </p:sp>
      <p:sp>
        <p:nvSpPr>
          <p:cNvPr id="52" name="Text Placeholder 51">
            <a:extLst>
              <a:ext uri="{FF2B5EF4-FFF2-40B4-BE49-F238E27FC236}">
                <a16:creationId xmlns:a16="http://schemas.microsoft.com/office/drawing/2014/main" id="{3835534A-190F-8648-8860-68E350DCF51F}"/>
              </a:ext>
            </a:extLst>
          </p:cNvPr>
          <p:cNvSpPr>
            <a:spLocks noGrp="1"/>
          </p:cNvSpPr>
          <p:nvPr userDrawn="1">
            <p:ph type="body" sz="quarter" idx="11" hasCustomPrompt="1"/>
          </p:nvPr>
        </p:nvSpPr>
        <p:spPr bwMode="gray">
          <a:xfrm>
            <a:off x="608729" y="6200198"/>
            <a:ext cx="2744072" cy="439614"/>
          </a:xfrm>
        </p:spPr>
        <p:txBody>
          <a:bodyPr wrap="square" anchor="t" anchorCtr="0">
            <a:noAutofit/>
          </a:bodyPr>
          <a:lstStyle>
            <a:lvl1pPr marL="0" indent="0">
              <a:lnSpc>
                <a:spcPct val="100000"/>
              </a:lnSpc>
              <a:spcBef>
                <a:spcPct val="0"/>
              </a:spcBef>
              <a:buFontTx/>
              <a:buNone/>
              <a:defRPr sz="1200" b="0" i="0">
                <a:solidFill>
                  <a:schemeClr val="bg1"/>
                </a:solidFill>
                <a:latin typeface="+mn-lt"/>
                <a:ea typeface="Inter" panose="02000503000000020004" pitchFamily="2" charset="0"/>
                <a:cs typeface="Arial" panose="020B06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Content</a:t>
            </a:r>
          </a:p>
        </p:txBody>
      </p:sp>
      <p:sp>
        <p:nvSpPr>
          <p:cNvPr id="8" name="Text Placeholder 51">
            <a:extLst>
              <a:ext uri="{FF2B5EF4-FFF2-40B4-BE49-F238E27FC236}">
                <a16:creationId xmlns:a16="http://schemas.microsoft.com/office/drawing/2014/main" id="{9AE1D286-FE91-4B46-BB6E-01029D684DA7}"/>
              </a:ext>
            </a:extLst>
          </p:cNvPr>
          <p:cNvSpPr>
            <a:spLocks noGrp="1"/>
          </p:cNvSpPr>
          <p:nvPr>
            <p:ph type="body" sz="quarter" idx="13" hasCustomPrompt="1"/>
          </p:nvPr>
        </p:nvSpPr>
        <p:spPr bwMode="gray">
          <a:xfrm>
            <a:off x="3838835" y="6200198"/>
            <a:ext cx="2714365" cy="439614"/>
          </a:xfrm>
        </p:spPr>
        <p:txBody>
          <a:bodyPr wrap="square" anchor="t" anchorCtr="0">
            <a:noAutofit/>
          </a:bodyPr>
          <a:lstStyle>
            <a:lvl1pPr marL="0" indent="0">
              <a:lnSpc>
                <a:spcPct val="100000"/>
              </a:lnSpc>
              <a:spcBef>
                <a:spcPct val="0"/>
              </a:spcBef>
              <a:buFontTx/>
              <a:buNone/>
              <a:defRPr sz="1200" b="0" i="0">
                <a:solidFill>
                  <a:schemeClr val="bg1"/>
                </a:solidFill>
                <a:latin typeface="+mn-lt"/>
                <a:ea typeface="Inter" panose="02000503000000020004" pitchFamily="2" charset="0"/>
                <a:cs typeface="Arial" panose="020B06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Content</a:t>
            </a:r>
          </a:p>
        </p:txBody>
      </p:sp>
      <p:sp>
        <p:nvSpPr>
          <p:cNvPr id="10" name="Text Placeholder 51">
            <a:extLst>
              <a:ext uri="{FF2B5EF4-FFF2-40B4-BE49-F238E27FC236}">
                <a16:creationId xmlns:a16="http://schemas.microsoft.com/office/drawing/2014/main" id="{C08BB528-698F-4E5C-BC7E-51C5596CE8A8}"/>
              </a:ext>
            </a:extLst>
          </p:cNvPr>
          <p:cNvSpPr>
            <a:spLocks noGrp="1"/>
          </p:cNvSpPr>
          <p:nvPr>
            <p:ph type="body" sz="quarter" idx="15" hasCustomPrompt="1"/>
          </p:nvPr>
        </p:nvSpPr>
        <p:spPr bwMode="gray">
          <a:xfrm>
            <a:off x="7010400" y="6200198"/>
            <a:ext cx="2743200" cy="439614"/>
          </a:xfrm>
        </p:spPr>
        <p:txBody>
          <a:bodyPr wrap="square" anchor="t" anchorCtr="0">
            <a:noAutofit/>
          </a:bodyPr>
          <a:lstStyle>
            <a:lvl1pPr marL="0" indent="0">
              <a:lnSpc>
                <a:spcPct val="100000"/>
              </a:lnSpc>
              <a:spcBef>
                <a:spcPct val="0"/>
              </a:spcBef>
              <a:buFontTx/>
              <a:buNone/>
              <a:defRPr sz="1200" b="0" i="0">
                <a:solidFill>
                  <a:schemeClr val="bg1"/>
                </a:solidFill>
                <a:latin typeface="+mn-lt"/>
                <a:ea typeface="Inter" panose="02000503000000020004" pitchFamily="2" charset="0"/>
                <a:cs typeface="Arial" panose="020B06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Content</a:t>
            </a:r>
          </a:p>
        </p:txBody>
      </p:sp>
      <p:pic>
        <p:nvPicPr>
          <p:cNvPr id="3" name="Picture 2" descr="A picture containing text, clipart&#10;&#10;Description automatically generated">
            <a:extLst>
              <a:ext uri="{FF2B5EF4-FFF2-40B4-BE49-F238E27FC236}">
                <a16:creationId xmlns:a16="http://schemas.microsoft.com/office/drawing/2014/main" id="{E8D60BC5-E9CF-5FA6-24BC-F6D6EE194B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7652" y="4412292"/>
            <a:ext cx="1967419" cy="555189"/>
          </a:xfrm>
          <a:prstGeom prst="rect">
            <a:avLst/>
          </a:prstGeom>
        </p:spPr>
      </p:pic>
    </p:spTree>
    <p:extLst>
      <p:ext uri="{BB962C8B-B14F-4D97-AF65-F5344CB8AC3E}">
        <p14:creationId xmlns:p14="http://schemas.microsoft.com/office/powerpoint/2010/main" val="169709000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600200"/>
            <a:ext cx="6858000" cy="1600200"/>
          </a:xfrm>
          <a:prstGeom prst="rect">
            <a:avLst/>
          </a:prstGeom>
        </p:spPr>
        <p:txBody>
          <a:bodyPr wrap="square" rIns="457200" bIns="91440" anchor="b">
            <a:noAutofit/>
          </a:bodyPr>
          <a:lstStyle>
            <a:lvl1pPr>
              <a:defRPr sz="3200">
                <a:solidFill>
                  <a:schemeClr val="bg1"/>
                </a:solidFill>
              </a:defRPr>
            </a:lvl1pPr>
          </a:lstStyle>
          <a:p>
            <a:r>
              <a:rPr lang="en-US"/>
              <a:t>Presentation Title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3200399"/>
            <a:ext cx="6858000" cy="685801"/>
          </a:xfrm>
        </p:spPr>
        <p:txBody>
          <a:bodyPr wrap="square" tIns="91440" rIns="457200">
            <a:normAutofit/>
          </a:bodyPr>
          <a:lstStyle>
            <a:lvl1pPr marL="0" indent="0">
              <a:buNone/>
              <a:defRPr sz="18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PRESENTATION TYPE OR SUBTITLE</a:t>
            </a:r>
          </a:p>
        </p:txBody>
      </p:sp>
      <p:pic>
        <p:nvPicPr>
          <p:cNvPr id="9" name="Picture 8" descr="A picture containing text, clipart&#10;&#10;Description automatically generated">
            <a:extLst>
              <a:ext uri="{FF2B5EF4-FFF2-40B4-BE49-F238E27FC236}">
                <a16:creationId xmlns:a16="http://schemas.microsoft.com/office/drawing/2014/main" id="{DA41E3AB-7BB9-BE82-9EE4-8D91F211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
        <p:nvSpPr>
          <p:cNvPr id="10" name="Picture Placeholder 2">
            <a:extLst>
              <a:ext uri="{FF2B5EF4-FFF2-40B4-BE49-F238E27FC236}">
                <a16:creationId xmlns:a16="http://schemas.microsoft.com/office/drawing/2014/main" id="{61818627-D876-A32E-D884-DF528794D1B3}"/>
              </a:ext>
            </a:extLst>
          </p:cNvPr>
          <p:cNvSpPr>
            <a:spLocks noGrp="1"/>
          </p:cNvSpPr>
          <p:nvPr>
            <p:ph type="pic" idx="1"/>
          </p:nvPr>
        </p:nvSpPr>
        <p:spPr>
          <a:xfrm>
            <a:off x="8153400" y="0"/>
            <a:ext cx="3964176" cy="6858000"/>
          </a:xfrm>
          <a:solidFill>
            <a:schemeClr val="tx1"/>
          </a:solidFill>
        </p:spPr>
        <p:txBody>
          <a:bodyPr anchor="ctr"/>
          <a:lstStyle>
            <a:lvl1pPr marL="0" indent="0" algn="ctr">
              <a:buNone/>
              <a:defRPr sz="3200">
                <a:solidFill>
                  <a:schemeClr val="bg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09600" y="3886199"/>
            <a:ext cx="6858000" cy="1828801"/>
          </a:xfrm>
        </p:spPr>
        <p:txBody>
          <a:bodyPr wrap="square" tIns="91440" rIns="457200" bIns="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4" name="TextBox 3">
            <a:extLst>
              <a:ext uri="{FF2B5EF4-FFF2-40B4-BE49-F238E27FC236}">
                <a16:creationId xmlns:a16="http://schemas.microsoft.com/office/drawing/2014/main" id="{46AC7BB0-EB5C-7640-6353-FB7E6FC6D74D}"/>
              </a:ext>
            </a:extLst>
          </p:cNvPr>
          <p:cNvSpPr txBox="1"/>
          <p:nvPr userDrawn="1"/>
        </p:nvSpPr>
        <p:spPr>
          <a:xfrm>
            <a:off x="609600" y="989814"/>
            <a:ext cx="2286000" cy="246221"/>
          </a:xfrm>
          <a:prstGeom prst="rect">
            <a:avLst/>
          </a:prstGeom>
          <a:noFill/>
        </p:spPr>
        <p:txBody>
          <a:bodyPr wrap="square" lIns="0" tIns="0" rIns="0" rtlCol="0">
            <a:spAutoFit/>
          </a:bodyPr>
          <a:lstStyle/>
          <a:p>
            <a:r>
              <a:rPr lang="en-US" sz="1300" b="1">
                <a:solidFill>
                  <a:schemeClr val="bg1"/>
                </a:solidFill>
                <a:latin typeface="+mj-lt"/>
              </a:rPr>
              <a:t>Go Beyond Workflows™️</a:t>
            </a:r>
          </a:p>
        </p:txBody>
      </p:sp>
      <p:sp>
        <p:nvSpPr>
          <p:cNvPr id="7" name="Text Placeholder 3">
            <a:extLst>
              <a:ext uri="{FF2B5EF4-FFF2-40B4-BE49-F238E27FC236}">
                <a16:creationId xmlns:a16="http://schemas.microsoft.com/office/drawing/2014/main" id="{89F602FD-16C8-20B9-EE0A-D4AF278561FA}"/>
              </a:ext>
            </a:extLst>
          </p:cNvPr>
          <p:cNvSpPr>
            <a:spLocks noGrp="1"/>
          </p:cNvSpPr>
          <p:nvPr>
            <p:ph type="body" sz="half" idx="10" hasCustomPrompt="1"/>
          </p:nvPr>
        </p:nvSpPr>
        <p:spPr>
          <a:xfrm>
            <a:off x="609600" y="5715000"/>
            <a:ext cx="6858000" cy="457201"/>
          </a:xfrm>
        </p:spPr>
        <p:txBody>
          <a:bodyPr wrap="square" tIns="91440" rIns="457200">
            <a:normAutofit/>
          </a:bodyPr>
          <a:lstStyle>
            <a:lvl1pPr marL="0" indent="0">
              <a:buNone/>
              <a:defRPr sz="12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66079D00-5ACF-5744-AB92-895B98C6A1D2}" type="datetime4">
              <a:rPr lang="en-US" smtClean="0"/>
              <a:t>February 26, 2025</a:t>
            </a:fld>
            <a:endParaRPr lang="en-US"/>
          </a:p>
        </p:txBody>
      </p:sp>
      <p:grpSp>
        <p:nvGrpSpPr>
          <p:cNvPr id="24" name="Google Shape;57;p1">
            <a:extLst>
              <a:ext uri="{FF2B5EF4-FFF2-40B4-BE49-F238E27FC236}">
                <a16:creationId xmlns:a16="http://schemas.microsoft.com/office/drawing/2014/main" id="{A8B1770F-F186-CC83-92F5-04E1C48C7EFC}"/>
              </a:ext>
            </a:extLst>
          </p:cNvPr>
          <p:cNvGrpSpPr/>
          <p:nvPr userDrawn="1"/>
        </p:nvGrpSpPr>
        <p:grpSpPr>
          <a:xfrm rot="16200000" flipH="1">
            <a:off x="8725789" y="3394592"/>
            <a:ext cx="6858000" cy="74423"/>
            <a:chOff x="-600" y="0"/>
            <a:chExt cx="7289973" cy="267900"/>
          </a:xfrm>
        </p:grpSpPr>
        <p:sp>
          <p:nvSpPr>
            <p:cNvPr id="25" name="Google Shape;58;p1">
              <a:extLst>
                <a:ext uri="{FF2B5EF4-FFF2-40B4-BE49-F238E27FC236}">
                  <a16:creationId xmlns:a16="http://schemas.microsoft.com/office/drawing/2014/main" id="{682749C8-5F5A-362F-4791-7E696EC0782E}"/>
                </a:ext>
              </a:extLst>
            </p:cNvPr>
            <p:cNvSpPr/>
            <p:nvPr/>
          </p:nvSpPr>
          <p:spPr>
            <a:xfrm>
              <a:off x="-600" y="0"/>
              <a:ext cx="12204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6" name="Google Shape;59;p1">
              <a:extLst>
                <a:ext uri="{FF2B5EF4-FFF2-40B4-BE49-F238E27FC236}">
                  <a16:creationId xmlns:a16="http://schemas.microsoft.com/office/drawing/2014/main" id="{E4355C5C-5B68-9561-43BB-485072CBFFAA}"/>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7" name="Google Shape;60;p1">
              <a:extLst>
                <a:ext uri="{FF2B5EF4-FFF2-40B4-BE49-F238E27FC236}">
                  <a16:creationId xmlns:a16="http://schemas.microsoft.com/office/drawing/2014/main" id="{A8D96F98-E9FC-8F99-2663-604401B59635}"/>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8" name="Google Shape;61;p1">
              <a:extLst>
                <a:ext uri="{FF2B5EF4-FFF2-40B4-BE49-F238E27FC236}">
                  <a16:creationId xmlns:a16="http://schemas.microsoft.com/office/drawing/2014/main" id="{7C834753-ACA1-77CF-13C9-185F6AC00949}"/>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9" name="Google Shape;62;p1">
              <a:extLst>
                <a:ext uri="{FF2B5EF4-FFF2-40B4-BE49-F238E27FC236}">
                  <a16:creationId xmlns:a16="http://schemas.microsoft.com/office/drawing/2014/main" id="{0C2ABA03-EC99-7258-91CE-BF5EF0E92295}"/>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30" name="Google Shape;63;p1">
              <a:extLst>
                <a:ext uri="{FF2B5EF4-FFF2-40B4-BE49-F238E27FC236}">
                  <a16:creationId xmlns:a16="http://schemas.microsoft.com/office/drawing/2014/main" id="{6080C1A6-B098-352F-C26F-381A3222D8CC}"/>
                </a:ext>
              </a:extLst>
            </p:cNvPr>
            <p:cNvSpPr/>
            <p:nvPr/>
          </p:nvSpPr>
          <p:spPr>
            <a:xfrm>
              <a:off x="6089373" y="0"/>
              <a:ext cx="12000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grpSp>
    </p:spTree>
    <p:extLst>
      <p:ext uri="{BB962C8B-B14F-4D97-AF65-F5344CB8AC3E}">
        <p14:creationId xmlns:p14="http://schemas.microsoft.com/office/powerpoint/2010/main" val="1882635681"/>
      </p:ext>
    </p:extLst>
  </p:cSld>
  <p:clrMapOvr>
    <a:masterClrMapping/>
  </p:clrMapOvr>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 5">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3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12648" y="3886201"/>
            <a:ext cx="2286000" cy="1828800"/>
          </a:xfrm>
        </p:spPr>
        <p:txBody>
          <a:bodyPr wrap="square" tIns="91440" bIns="18288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3" name="Picture Placeholder 2">
            <a:extLst>
              <a:ext uri="{FF2B5EF4-FFF2-40B4-BE49-F238E27FC236}">
                <a16:creationId xmlns:a16="http://schemas.microsoft.com/office/drawing/2014/main" id="{0939E0F3-1E10-95ED-F0B9-65E5F4D5B1E1}"/>
              </a:ext>
            </a:extLst>
          </p:cNvPr>
          <p:cNvSpPr>
            <a:spLocks noGrp="1"/>
          </p:cNvSpPr>
          <p:nvPr>
            <p:ph type="pic" idx="1"/>
          </p:nvPr>
        </p:nvSpPr>
        <p:spPr>
          <a:xfrm>
            <a:off x="8153399" y="-1"/>
            <a:ext cx="4038601" cy="6857999"/>
          </a:xfrm>
          <a:solidFill>
            <a:schemeClr val="tx1"/>
          </a:solidFill>
        </p:spPr>
        <p:txBody>
          <a:bodyPr anchor="ctr"/>
          <a:lstStyle>
            <a:lvl1pPr marL="0" indent="0" algn="ctr">
              <a:buNone/>
              <a:defRPr sz="3200">
                <a:solidFill>
                  <a:schemeClr val="bg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6D23038-42BC-FB3B-CFCB-50E7E4DC4FCD}"/>
              </a:ext>
            </a:extLst>
          </p:cNvPr>
          <p:cNvSpPr>
            <a:spLocks noGrp="1"/>
          </p:cNvSpPr>
          <p:nvPr>
            <p:ph type="body" sz="half" idx="12" hasCustomPrompt="1"/>
          </p:nvPr>
        </p:nvSpPr>
        <p:spPr>
          <a:xfrm>
            <a:off x="3125724" y="3886201"/>
            <a:ext cx="2286000" cy="1828800"/>
          </a:xfrm>
        </p:spPr>
        <p:txBody>
          <a:bodyPr wrap="square" tIns="91440" bIns="18288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7" name="Text Placeholder 3">
            <a:extLst>
              <a:ext uri="{FF2B5EF4-FFF2-40B4-BE49-F238E27FC236}">
                <a16:creationId xmlns:a16="http://schemas.microsoft.com/office/drawing/2014/main" id="{7FB57C7A-0891-D89B-F3B9-BDE561DB1A7A}"/>
              </a:ext>
            </a:extLst>
          </p:cNvPr>
          <p:cNvSpPr>
            <a:spLocks noGrp="1"/>
          </p:cNvSpPr>
          <p:nvPr>
            <p:ph type="body" sz="half" idx="13" hasCustomPrompt="1"/>
          </p:nvPr>
        </p:nvSpPr>
        <p:spPr>
          <a:xfrm>
            <a:off x="5638800" y="3886201"/>
            <a:ext cx="2286000" cy="1828800"/>
          </a:xfrm>
        </p:spPr>
        <p:txBody>
          <a:bodyPr wrap="square" tIns="91440" bIns="182880" anchor="b">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11" name="Title 1">
            <a:extLst>
              <a:ext uri="{FF2B5EF4-FFF2-40B4-BE49-F238E27FC236}">
                <a16:creationId xmlns:a16="http://schemas.microsoft.com/office/drawing/2014/main" id="{9A67F5B0-391D-2B76-B484-95815736DB7C}"/>
              </a:ext>
            </a:extLst>
          </p:cNvPr>
          <p:cNvSpPr>
            <a:spLocks noGrp="1"/>
          </p:cNvSpPr>
          <p:nvPr>
            <p:ph type="title" hasCustomPrompt="1"/>
          </p:nvPr>
        </p:nvSpPr>
        <p:spPr>
          <a:xfrm>
            <a:off x="609600" y="1143000"/>
            <a:ext cx="7315200" cy="2057400"/>
          </a:xfrm>
          <a:prstGeom prst="rect">
            <a:avLst/>
          </a:prstGeom>
        </p:spPr>
        <p:txBody>
          <a:bodyPr wrap="square" rIns="457200" bIns="91440" anchor="b">
            <a:noAutofit/>
          </a:bodyPr>
          <a:lstStyle>
            <a:lvl1pPr>
              <a:defRPr sz="3200">
                <a:solidFill>
                  <a:schemeClr val="bg1"/>
                </a:solidFill>
                <a:latin typeface="+mj-lt"/>
              </a:defRPr>
            </a:lvl1pPr>
          </a:lstStyle>
          <a:p>
            <a:r>
              <a:rPr lang="en-US"/>
              <a:t>Presentation Title</a:t>
            </a:r>
          </a:p>
        </p:txBody>
      </p:sp>
      <p:sp>
        <p:nvSpPr>
          <p:cNvPr id="12" name="Text Placeholder 3">
            <a:extLst>
              <a:ext uri="{FF2B5EF4-FFF2-40B4-BE49-F238E27FC236}">
                <a16:creationId xmlns:a16="http://schemas.microsoft.com/office/drawing/2014/main" id="{323A0A69-D9C0-28DA-5596-42BCBE62021A}"/>
              </a:ext>
            </a:extLst>
          </p:cNvPr>
          <p:cNvSpPr>
            <a:spLocks noGrp="1"/>
          </p:cNvSpPr>
          <p:nvPr>
            <p:ph type="body" sz="half" idx="2" hasCustomPrompt="1"/>
          </p:nvPr>
        </p:nvSpPr>
        <p:spPr>
          <a:xfrm>
            <a:off x="609600" y="3200399"/>
            <a:ext cx="7315200" cy="685801"/>
          </a:xfrm>
        </p:spPr>
        <p:txBody>
          <a:bodyPr wrap="square" tIns="91440" rIns="457200" bIns="45720">
            <a:normAutofit/>
          </a:bodyPr>
          <a:lstStyle>
            <a:lvl1pPr marL="0" indent="0">
              <a:buNone/>
              <a:defRPr sz="1800" b="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Use Title Capitalization </a:t>
            </a:r>
          </a:p>
        </p:txBody>
      </p:sp>
      <p:sp>
        <p:nvSpPr>
          <p:cNvPr id="15" name="Text Placeholder 3">
            <a:extLst>
              <a:ext uri="{FF2B5EF4-FFF2-40B4-BE49-F238E27FC236}">
                <a16:creationId xmlns:a16="http://schemas.microsoft.com/office/drawing/2014/main" id="{2D4ADB6E-663D-F8C0-6CE1-F82C9119DC39}"/>
              </a:ext>
            </a:extLst>
          </p:cNvPr>
          <p:cNvSpPr>
            <a:spLocks noGrp="1"/>
          </p:cNvSpPr>
          <p:nvPr>
            <p:ph type="body" sz="half" idx="10" hasCustomPrompt="1"/>
          </p:nvPr>
        </p:nvSpPr>
        <p:spPr>
          <a:xfrm>
            <a:off x="609600" y="5715001"/>
            <a:ext cx="7315200" cy="457200"/>
          </a:xfrm>
        </p:spPr>
        <p:txBody>
          <a:bodyPr wrap="square" tIns="91440" rIns="457200">
            <a:normAutofit/>
          </a:bodyPr>
          <a:lstStyle>
            <a:lvl1pPr marL="0" indent="0">
              <a:buNone/>
              <a:defRPr sz="14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11C57DF3-D4B6-D548-A423-F533A95A0200}" type="datetime4">
              <a:rPr lang="en-US" smtClean="0"/>
              <a:t>February 26, 2025</a:t>
            </a:fld>
            <a:endParaRPr lang="en-US"/>
          </a:p>
        </p:txBody>
      </p:sp>
      <p:pic>
        <p:nvPicPr>
          <p:cNvPr id="6" name="Picture 5" descr="A picture containing text, clipart&#10;&#10;Description automatically generated">
            <a:extLst>
              <a:ext uri="{FF2B5EF4-FFF2-40B4-BE49-F238E27FC236}">
                <a16:creationId xmlns:a16="http://schemas.microsoft.com/office/drawing/2014/main" id="{FFE984F4-EF78-F7BB-2DD3-8BF9DD5AA34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grpSp>
        <p:nvGrpSpPr>
          <p:cNvPr id="25" name="Google Shape;57;p1">
            <a:extLst>
              <a:ext uri="{FF2B5EF4-FFF2-40B4-BE49-F238E27FC236}">
                <a16:creationId xmlns:a16="http://schemas.microsoft.com/office/drawing/2014/main" id="{2008BAB5-C117-D27E-7880-5B43DD165120}"/>
              </a:ext>
            </a:extLst>
          </p:cNvPr>
          <p:cNvGrpSpPr/>
          <p:nvPr userDrawn="1"/>
        </p:nvGrpSpPr>
        <p:grpSpPr>
          <a:xfrm rot="16200000" flipH="1">
            <a:off x="-3389164" y="3394592"/>
            <a:ext cx="6858000" cy="74423"/>
            <a:chOff x="-600" y="0"/>
            <a:chExt cx="7289973" cy="267900"/>
          </a:xfrm>
        </p:grpSpPr>
        <p:sp>
          <p:nvSpPr>
            <p:cNvPr id="26" name="Google Shape;58;p1">
              <a:extLst>
                <a:ext uri="{FF2B5EF4-FFF2-40B4-BE49-F238E27FC236}">
                  <a16:creationId xmlns:a16="http://schemas.microsoft.com/office/drawing/2014/main" id="{7071D945-EDD7-2A92-E966-BDFDBC5A02A3}"/>
                </a:ext>
              </a:extLst>
            </p:cNvPr>
            <p:cNvSpPr/>
            <p:nvPr/>
          </p:nvSpPr>
          <p:spPr>
            <a:xfrm>
              <a:off x="-600" y="0"/>
              <a:ext cx="12204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7" name="Google Shape;59;p1">
              <a:extLst>
                <a:ext uri="{FF2B5EF4-FFF2-40B4-BE49-F238E27FC236}">
                  <a16:creationId xmlns:a16="http://schemas.microsoft.com/office/drawing/2014/main" id="{2BD1292E-6321-2973-80FB-0E1B185BFAB3}"/>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8" name="Google Shape;60;p1">
              <a:extLst>
                <a:ext uri="{FF2B5EF4-FFF2-40B4-BE49-F238E27FC236}">
                  <a16:creationId xmlns:a16="http://schemas.microsoft.com/office/drawing/2014/main" id="{80CE16E7-185F-84CD-ED5D-7356B0AD1CDF}"/>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9" name="Google Shape;61;p1">
              <a:extLst>
                <a:ext uri="{FF2B5EF4-FFF2-40B4-BE49-F238E27FC236}">
                  <a16:creationId xmlns:a16="http://schemas.microsoft.com/office/drawing/2014/main" id="{A997ADF0-541A-08BB-6956-5D9412A16B12}"/>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30" name="Google Shape;62;p1">
              <a:extLst>
                <a:ext uri="{FF2B5EF4-FFF2-40B4-BE49-F238E27FC236}">
                  <a16:creationId xmlns:a16="http://schemas.microsoft.com/office/drawing/2014/main" id="{46AB909D-89BD-B47E-C973-9409150FA6E1}"/>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31" name="Google Shape;63;p1">
              <a:extLst>
                <a:ext uri="{FF2B5EF4-FFF2-40B4-BE49-F238E27FC236}">
                  <a16:creationId xmlns:a16="http://schemas.microsoft.com/office/drawing/2014/main" id="{2E2B3BDD-D112-9B66-AE8C-0F77FEC6D290}"/>
                </a:ext>
              </a:extLst>
            </p:cNvPr>
            <p:cNvSpPr/>
            <p:nvPr/>
          </p:nvSpPr>
          <p:spPr>
            <a:xfrm>
              <a:off x="6089373" y="0"/>
              <a:ext cx="12000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grpSp>
    </p:spTree>
    <p:extLst>
      <p:ext uri="{BB962C8B-B14F-4D97-AF65-F5344CB8AC3E}">
        <p14:creationId xmlns:p14="http://schemas.microsoft.com/office/powerpoint/2010/main" val="1640781963"/>
      </p:ext>
    </p:extLst>
  </p:cSld>
  <p:clrMapOvr>
    <a:masterClrMapping/>
  </p:clrMapOvr>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ver 6">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1818627-D876-A32E-D884-DF528794D1B3}"/>
              </a:ext>
            </a:extLst>
          </p:cNvPr>
          <p:cNvSpPr>
            <a:spLocks noGrp="1"/>
          </p:cNvSpPr>
          <p:nvPr>
            <p:ph type="pic" idx="1"/>
          </p:nvPr>
        </p:nvSpPr>
        <p:spPr>
          <a:xfrm>
            <a:off x="5181600" y="0"/>
            <a:ext cx="6935976" cy="6858000"/>
          </a:xfrm>
          <a:solidFill>
            <a:schemeClr val="tx1"/>
          </a:solidFill>
        </p:spPr>
        <p:txBody>
          <a:bodyPr anchor="ctr"/>
          <a:lstStyle>
            <a:lvl1pPr marL="0" indent="0" algn="ctr">
              <a:buNone/>
              <a:defRPr sz="3200">
                <a:solidFill>
                  <a:schemeClr val="bg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Rectangle 4">
            <a:extLst>
              <a:ext uri="{FF2B5EF4-FFF2-40B4-BE49-F238E27FC236}">
                <a16:creationId xmlns:a16="http://schemas.microsoft.com/office/drawing/2014/main" id="{61A53C9E-D002-4B60-EFA5-7CFF0B2DA17F}"/>
              </a:ext>
            </a:extLst>
          </p:cNvPr>
          <p:cNvSpPr/>
          <p:nvPr userDrawn="1"/>
        </p:nvSpPr>
        <p:spPr>
          <a:xfrm>
            <a:off x="0" y="0"/>
            <a:ext cx="51815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600200"/>
            <a:ext cx="4114800" cy="2286000"/>
          </a:xfrm>
          <a:prstGeom prst="rect">
            <a:avLst/>
          </a:prstGeom>
        </p:spPr>
        <p:txBody>
          <a:bodyPr wrap="square" rIns="457200" bIns="91440" anchor="b">
            <a:noAutofit/>
          </a:bodyPr>
          <a:lstStyle>
            <a:lvl1pPr>
              <a:defRPr sz="2800">
                <a:solidFill>
                  <a:schemeClr val="bg1"/>
                </a:solidFill>
              </a:defRPr>
            </a:lvl1pPr>
          </a:lstStyle>
          <a:p>
            <a:r>
              <a:rPr lang="en-US"/>
              <a:t>Presentation Title</a:t>
            </a:r>
          </a:p>
        </p:txBody>
      </p:sp>
      <p:pic>
        <p:nvPicPr>
          <p:cNvPr id="9" name="Picture 8" descr="A picture containing text, clipart&#10;&#10;Description automatically generated">
            <a:extLst>
              <a:ext uri="{FF2B5EF4-FFF2-40B4-BE49-F238E27FC236}">
                <a16:creationId xmlns:a16="http://schemas.microsoft.com/office/drawing/2014/main" id="{DA41E3AB-7BB9-BE82-9EE4-8D91F211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09600" y="3886200"/>
            <a:ext cx="4114800" cy="1828800"/>
          </a:xfrm>
        </p:spPr>
        <p:txBody>
          <a:bodyPr wrap="square" tIns="91440" rIns="457200" bIns="0" anchor="t">
            <a:normAutofit/>
          </a:bodyPr>
          <a:lstStyle>
            <a:lvl1pPr marL="0" indent="0">
              <a:lnSpc>
                <a:spcPct val="100000"/>
              </a:lnSpc>
              <a:spcBef>
                <a:spcPct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Crew Member</a:t>
            </a:r>
          </a:p>
        </p:txBody>
      </p:sp>
      <p:sp>
        <p:nvSpPr>
          <p:cNvPr id="4" name="TextBox 3">
            <a:extLst>
              <a:ext uri="{FF2B5EF4-FFF2-40B4-BE49-F238E27FC236}">
                <a16:creationId xmlns:a16="http://schemas.microsoft.com/office/drawing/2014/main" id="{46AC7BB0-EB5C-7640-6353-FB7E6FC6D74D}"/>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a:t>
            </a:r>
          </a:p>
        </p:txBody>
      </p:sp>
      <p:grpSp>
        <p:nvGrpSpPr>
          <p:cNvPr id="17" name="Google Shape;57;p1">
            <a:extLst>
              <a:ext uri="{FF2B5EF4-FFF2-40B4-BE49-F238E27FC236}">
                <a16:creationId xmlns:a16="http://schemas.microsoft.com/office/drawing/2014/main" id="{56759712-CA13-CF04-4E3E-A6E12CFB4AD3}"/>
              </a:ext>
            </a:extLst>
          </p:cNvPr>
          <p:cNvGrpSpPr/>
          <p:nvPr userDrawn="1"/>
        </p:nvGrpSpPr>
        <p:grpSpPr>
          <a:xfrm rot="16200000" flipH="1">
            <a:off x="8725789" y="3394592"/>
            <a:ext cx="6858000" cy="74423"/>
            <a:chOff x="-600" y="0"/>
            <a:chExt cx="7289973" cy="267900"/>
          </a:xfrm>
        </p:grpSpPr>
        <p:sp>
          <p:nvSpPr>
            <p:cNvPr id="18" name="Google Shape;58;p1">
              <a:extLst>
                <a:ext uri="{FF2B5EF4-FFF2-40B4-BE49-F238E27FC236}">
                  <a16:creationId xmlns:a16="http://schemas.microsoft.com/office/drawing/2014/main" id="{E2CE2AE1-41FD-3794-F456-6C32C19D4FA8}"/>
                </a:ext>
              </a:extLst>
            </p:cNvPr>
            <p:cNvSpPr/>
            <p:nvPr/>
          </p:nvSpPr>
          <p:spPr>
            <a:xfrm>
              <a:off x="-600" y="0"/>
              <a:ext cx="12204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19" name="Google Shape;59;p1">
              <a:extLst>
                <a:ext uri="{FF2B5EF4-FFF2-40B4-BE49-F238E27FC236}">
                  <a16:creationId xmlns:a16="http://schemas.microsoft.com/office/drawing/2014/main" id="{0B926393-D4EE-D989-CE3E-3D1F0C4B8727}"/>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0" name="Google Shape;60;p1">
              <a:extLst>
                <a:ext uri="{FF2B5EF4-FFF2-40B4-BE49-F238E27FC236}">
                  <a16:creationId xmlns:a16="http://schemas.microsoft.com/office/drawing/2014/main" id="{E27DF2B7-E5B3-2D90-7E77-35D1057572A5}"/>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1" name="Google Shape;61;p1">
              <a:extLst>
                <a:ext uri="{FF2B5EF4-FFF2-40B4-BE49-F238E27FC236}">
                  <a16:creationId xmlns:a16="http://schemas.microsoft.com/office/drawing/2014/main" id="{A0704860-7BA5-2201-B6D1-EE7F7634C9A2}"/>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2" name="Google Shape;62;p1">
              <a:extLst>
                <a:ext uri="{FF2B5EF4-FFF2-40B4-BE49-F238E27FC236}">
                  <a16:creationId xmlns:a16="http://schemas.microsoft.com/office/drawing/2014/main" id="{67F413E6-66CC-2423-F24D-CB674276F963}"/>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3" name="Google Shape;63;p1">
              <a:extLst>
                <a:ext uri="{FF2B5EF4-FFF2-40B4-BE49-F238E27FC236}">
                  <a16:creationId xmlns:a16="http://schemas.microsoft.com/office/drawing/2014/main" id="{2CD241D2-1FF4-094B-F772-5298F12E8023}"/>
                </a:ext>
              </a:extLst>
            </p:cNvPr>
            <p:cNvSpPr/>
            <p:nvPr/>
          </p:nvSpPr>
          <p:spPr>
            <a:xfrm>
              <a:off x="6089373" y="0"/>
              <a:ext cx="1200000" cy="267900"/>
            </a:xfrm>
            <a:prstGeom prst="rect">
              <a:avLst/>
            </a:prstGeom>
            <a:solidFill>
              <a:schemeClr val="accent1"/>
            </a:solidFill>
            <a:ln>
              <a:solidFill>
                <a:schemeClr val="accent1"/>
              </a:solid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grpSp>
    </p:spTree>
    <p:extLst>
      <p:ext uri="{BB962C8B-B14F-4D97-AF65-F5344CB8AC3E}">
        <p14:creationId xmlns:p14="http://schemas.microsoft.com/office/powerpoint/2010/main" val="958650022"/>
      </p:ext>
    </p:extLst>
  </p:cSld>
  <p:clrMapOvr>
    <a:masterClrMapping/>
  </p:clrMapOv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282C80A-69DD-75ED-8328-9904D213F01E}"/>
              </a:ext>
            </a:extLst>
          </p:cNvPr>
          <p:cNvSpPr>
            <a:spLocks noGrp="1"/>
          </p:cNvSpPr>
          <p:nvPr>
            <p:ph type="pic" sz="quarter" idx="19"/>
          </p:nvPr>
        </p:nvSpPr>
        <p:spPr>
          <a:xfrm>
            <a:off x="7010400" y="0"/>
            <a:ext cx="5181600" cy="6400800"/>
          </a:xfrm>
          <a:solidFill>
            <a:schemeClr val="tx1"/>
          </a:solidFill>
        </p:spPr>
        <p:txBody>
          <a:bodyPr/>
          <a:lstStyle>
            <a:lvl1pPr marL="0" indent="0" algn="ctr">
              <a:buNone/>
              <a:defRPr>
                <a:solidFill>
                  <a:schemeClr val="bg1"/>
                </a:solidFill>
              </a:defRPr>
            </a:lvl1pPr>
          </a:lstStyle>
          <a:p>
            <a:endParaRPr lang="en-US"/>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599" y="1828800"/>
            <a:ext cx="5943601" cy="4343399"/>
          </a:xfrm>
        </p:spPr>
        <p:txBody>
          <a:bodyPr tIns="182880" rIns="0">
            <a:normAutofit/>
          </a:bodyPr>
          <a:lstStyle>
            <a:lvl1pPr marL="0" indent="0">
              <a:lnSpc>
                <a:spcPct val="100000"/>
              </a:lnSpc>
              <a:buNone/>
              <a:defRPr sz="1800" b="1" i="0">
                <a:solidFill>
                  <a:schemeClr val="tx2"/>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Topic 1</a:t>
            </a:r>
          </a:p>
          <a:p>
            <a:pPr lvl="0"/>
            <a:endParaRPr lang="en-US"/>
          </a:p>
          <a:p>
            <a:pPr lvl="0"/>
            <a:r>
              <a:rPr lang="en-US"/>
              <a:t>Topic 2</a:t>
            </a:r>
          </a:p>
          <a:p>
            <a:pPr lvl="0"/>
            <a:endParaRPr lang="en-US"/>
          </a:p>
          <a:p>
            <a:pPr lvl="0"/>
            <a:r>
              <a:rPr lang="en-US"/>
              <a:t>Topic 3</a:t>
            </a:r>
          </a:p>
        </p:txBody>
      </p:sp>
      <p:sp>
        <p:nvSpPr>
          <p:cNvPr id="4" name="Text Placeholder 16">
            <a:extLst>
              <a:ext uri="{FF2B5EF4-FFF2-40B4-BE49-F238E27FC236}">
                <a16:creationId xmlns:a16="http://schemas.microsoft.com/office/drawing/2014/main" id="{F3BD6D1C-87EB-4D74-D690-208C0345835F}"/>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1">
            <a:extLst>
              <a:ext uri="{FF2B5EF4-FFF2-40B4-BE49-F238E27FC236}">
                <a16:creationId xmlns:a16="http://schemas.microsoft.com/office/drawing/2014/main" id="{F0CAB7F9-6879-1236-314C-11627C7A9ED2}"/>
              </a:ext>
            </a:extLst>
          </p:cNvPr>
          <p:cNvSpPr>
            <a:spLocks noGrp="1"/>
          </p:cNvSpPr>
          <p:nvPr>
            <p:ph type="title" hasCustomPrompt="1"/>
          </p:nvPr>
        </p:nvSpPr>
        <p:spPr>
          <a:xfrm>
            <a:off x="609600" y="685800"/>
            <a:ext cx="5943600" cy="1143000"/>
          </a:xfrm>
          <a:prstGeom prst="rect">
            <a:avLst/>
          </a:prstGeom>
        </p:spPr>
        <p:txBody>
          <a:bodyPr/>
          <a:lstStyle>
            <a:lvl1pPr>
              <a:defRPr/>
            </a:lvl1pPr>
          </a:lstStyle>
          <a:p>
            <a:r>
              <a:rPr lang="en-US"/>
              <a:t>“Agenda” or Headline</a:t>
            </a:r>
          </a:p>
        </p:txBody>
      </p:sp>
    </p:spTree>
    <p:extLst>
      <p:ext uri="{BB962C8B-B14F-4D97-AF65-F5344CB8AC3E}">
        <p14:creationId xmlns:p14="http://schemas.microsoft.com/office/powerpoint/2010/main" val="401456117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akers 1">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EE4EDAD0-0380-4AB8-9844-156B9F5E95D8}"/>
              </a:ext>
            </a:extLst>
          </p:cNvPr>
          <p:cNvSpPr>
            <a:spLocks noGrp="1"/>
          </p:cNvSpPr>
          <p:nvPr>
            <p:ph type="pic" sz="quarter" idx="21" hasCustomPrompt="1"/>
          </p:nvPr>
        </p:nvSpPr>
        <p:spPr bwMode="invGray">
          <a:xfrm>
            <a:off x="624066" y="1933216"/>
            <a:ext cx="1371600" cy="1267184"/>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2" name="Title 1"/>
          <p:cNvSpPr>
            <a:spLocks noGrp="1"/>
          </p:cNvSpPr>
          <p:nvPr>
            <p:ph type="title" hasCustomPrompt="1"/>
          </p:nvPr>
        </p:nvSpPr>
        <p:spPr bwMode="invGray">
          <a:xfrm>
            <a:off x="609610" y="685800"/>
            <a:ext cx="10972787" cy="1143000"/>
          </a:xfrm>
          <a:prstGeom prst="rect">
            <a:avLst/>
          </a:prstGeom>
        </p:spPr>
        <p:txBody>
          <a:bodyPr vert="horz" wrap="square" lIns="0" tIns="0" rIns="0" bIns="0" rtlCol="0" anchor="ctr" anchorCtr="0">
            <a:noAutofit/>
          </a:bodyPr>
          <a:lstStyle>
            <a:lvl1pPr>
              <a:defRPr lang="en-US">
                <a:solidFill>
                  <a:schemeClr val="tx2"/>
                </a:solidFill>
              </a:defRPr>
            </a:lvl1pPr>
          </a:lstStyle>
          <a:p>
            <a:pPr lvl="0"/>
            <a:r>
              <a:rPr lang="en-US"/>
              <a:t>Headline</a:t>
            </a:r>
          </a:p>
        </p:txBody>
      </p:sp>
      <p:sp>
        <p:nvSpPr>
          <p:cNvPr id="6" name="Content Placeholder 5"/>
          <p:cNvSpPr>
            <a:spLocks noGrp="1"/>
          </p:cNvSpPr>
          <p:nvPr>
            <p:ph sz="quarter" idx="10" hasCustomPrompt="1"/>
          </p:nvPr>
        </p:nvSpPr>
        <p:spPr bwMode="invGray">
          <a:xfrm>
            <a:off x="624065" y="3429000"/>
            <a:ext cx="4100333"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7" name="Content Placeholder 5"/>
          <p:cNvSpPr>
            <a:spLocks noGrp="1"/>
          </p:cNvSpPr>
          <p:nvPr>
            <p:ph sz="quarter" idx="11" hasCustomPrompt="1"/>
          </p:nvPr>
        </p:nvSpPr>
        <p:spPr bwMode="invGray">
          <a:xfrm>
            <a:off x="5600700" y="3429000"/>
            <a:ext cx="4610100"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27" name="Picture Placeholder 26">
            <a:extLst>
              <a:ext uri="{FF2B5EF4-FFF2-40B4-BE49-F238E27FC236}">
                <a16:creationId xmlns:a16="http://schemas.microsoft.com/office/drawing/2014/main" id="{3E8E0FF5-4F9E-DC49-A0F7-432C85EC7B77}"/>
              </a:ext>
            </a:extLst>
          </p:cNvPr>
          <p:cNvSpPr>
            <a:spLocks noGrp="1"/>
          </p:cNvSpPr>
          <p:nvPr>
            <p:ph type="pic" sz="quarter" idx="14" hasCustomPrompt="1"/>
          </p:nvPr>
        </p:nvSpPr>
        <p:spPr bwMode="invGray">
          <a:xfrm>
            <a:off x="2438401" y="1975843"/>
            <a:ext cx="1371600" cy="1224557"/>
          </a:xfrm>
        </p:spPr>
        <p:txBody>
          <a:bodyPr wrap="square" anchor="t"/>
          <a:lstStyle>
            <a:lvl1pPr algn="ctr">
              <a:buNone/>
              <a:defRPr sz="1200"/>
            </a:lvl1pPr>
          </a:lstStyle>
          <a:p>
            <a:r>
              <a:rPr lang="en-US"/>
              <a:t>Logo</a:t>
            </a:r>
          </a:p>
        </p:txBody>
      </p:sp>
    </p:spTree>
    <p:extLst>
      <p:ext uri="{BB962C8B-B14F-4D97-AF65-F5344CB8AC3E}">
        <p14:creationId xmlns:p14="http://schemas.microsoft.com/office/powerpoint/2010/main" val="3893743601"/>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akers 2">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EE4EDAD0-0380-4AB8-9844-156B9F5E95D8}"/>
              </a:ext>
            </a:extLst>
          </p:cNvPr>
          <p:cNvSpPr>
            <a:spLocks noGrp="1"/>
          </p:cNvSpPr>
          <p:nvPr>
            <p:ph type="pic" sz="quarter" idx="21" hasCustomPrompt="1"/>
          </p:nvPr>
        </p:nvSpPr>
        <p:spPr bwMode="invGray">
          <a:xfrm>
            <a:off x="619328" y="1953570"/>
            <a:ext cx="1361872" cy="1246830"/>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2" name="Title 1"/>
          <p:cNvSpPr>
            <a:spLocks noGrp="1"/>
          </p:cNvSpPr>
          <p:nvPr>
            <p:ph type="title" hasCustomPrompt="1"/>
          </p:nvPr>
        </p:nvSpPr>
        <p:spPr bwMode="invGray">
          <a:xfrm>
            <a:off x="609600" y="685800"/>
            <a:ext cx="10972800" cy="1143000"/>
          </a:xfrm>
          <a:prstGeom prst="rect">
            <a:avLst/>
          </a:prstGeom>
        </p:spPr>
        <p:txBody>
          <a:bodyPr vert="horz" wrap="square" lIns="0" tIns="0" rIns="0" bIns="0" rtlCol="0" anchor="ctr" anchorCtr="0">
            <a:noAutofit/>
          </a:bodyPr>
          <a:lstStyle>
            <a:lvl1pPr>
              <a:defRPr lang="en-US">
                <a:solidFill>
                  <a:srgbClr val="311E57"/>
                </a:solidFill>
              </a:defRPr>
            </a:lvl1pPr>
          </a:lstStyle>
          <a:p>
            <a:pPr lvl="0"/>
            <a:r>
              <a:rPr lang="en-US"/>
              <a:t>Headline</a:t>
            </a:r>
          </a:p>
        </p:txBody>
      </p:sp>
      <p:sp>
        <p:nvSpPr>
          <p:cNvPr id="6" name="Content Placeholder 5"/>
          <p:cNvSpPr>
            <a:spLocks noGrp="1"/>
          </p:cNvSpPr>
          <p:nvPr>
            <p:ph sz="quarter" idx="10" hasCustomPrompt="1"/>
          </p:nvPr>
        </p:nvSpPr>
        <p:spPr bwMode="invGray">
          <a:xfrm>
            <a:off x="609601" y="3429001"/>
            <a:ext cx="4572000"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7" name="Content Placeholder 5"/>
          <p:cNvSpPr>
            <a:spLocks noGrp="1"/>
          </p:cNvSpPr>
          <p:nvPr>
            <p:ph sz="quarter" idx="11" hasCustomPrompt="1"/>
          </p:nvPr>
        </p:nvSpPr>
        <p:spPr bwMode="invGray">
          <a:xfrm>
            <a:off x="6115412" y="3429000"/>
            <a:ext cx="4552588"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27" name="Picture Placeholder 26">
            <a:extLst>
              <a:ext uri="{FF2B5EF4-FFF2-40B4-BE49-F238E27FC236}">
                <a16:creationId xmlns:a16="http://schemas.microsoft.com/office/drawing/2014/main" id="{3E8E0FF5-4F9E-DC49-A0F7-432C85EC7B77}"/>
              </a:ext>
            </a:extLst>
          </p:cNvPr>
          <p:cNvSpPr>
            <a:spLocks noGrp="1"/>
          </p:cNvSpPr>
          <p:nvPr>
            <p:ph type="pic" sz="quarter" idx="14" hasCustomPrompt="1"/>
          </p:nvPr>
        </p:nvSpPr>
        <p:spPr bwMode="invGray">
          <a:xfrm>
            <a:off x="2438400" y="1943100"/>
            <a:ext cx="1361873" cy="1245658"/>
          </a:xfrm>
        </p:spPr>
        <p:txBody>
          <a:bodyPr wrap="square" anchor="t"/>
          <a:lstStyle>
            <a:lvl1pPr algn="ctr">
              <a:buNone/>
              <a:defRPr sz="1200"/>
            </a:lvl1pPr>
          </a:lstStyle>
          <a:p>
            <a:r>
              <a:rPr lang="en-US"/>
              <a:t>Logo</a:t>
            </a:r>
          </a:p>
        </p:txBody>
      </p:sp>
      <p:sp>
        <p:nvSpPr>
          <p:cNvPr id="11" name="Picture Placeholder 26">
            <a:extLst>
              <a:ext uri="{FF2B5EF4-FFF2-40B4-BE49-F238E27FC236}">
                <a16:creationId xmlns:a16="http://schemas.microsoft.com/office/drawing/2014/main" id="{592ECBE6-56C9-744E-86E8-3F7F48BD6DD2}"/>
              </a:ext>
            </a:extLst>
          </p:cNvPr>
          <p:cNvSpPr>
            <a:spLocks noGrp="1"/>
          </p:cNvSpPr>
          <p:nvPr>
            <p:ph type="pic" sz="quarter" idx="17" hasCustomPrompt="1"/>
          </p:nvPr>
        </p:nvSpPr>
        <p:spPr bwMode="invGray">
          <a:xfrm>
            <a:off x="7924801" y="1965212"/>
            <a:ext cx="1371600" cy="1223546"/>
          </a:xfrm>
        </p:spPr>
        <p:txBody>
          <a:bodyPr wrap="square" anchor="t"/>
          <a:lstStyle>
            <a:lvl1pPr algn="ctr">
              <a:buNone/>
              <a:defRPr sz="1200"/>
            </a:lvl1pPr>
          </a:lstStyle>
          <a:p>
            <a:r>
              <a:rPr lang="en-US"/>
              <a:t>Logo</a:t>
            </a:r>
          </a:p>
        </p:txBody>
      </p:sp>
      <p:sp>
        <p:nvSpPr>
          <p:cNvPr id="30" name="Picture Placeholder 29">
            <a:extLst>
              <a:ext uri="{FF2B5EF4-FFF2-40B4-BE49-F238E27FC236}">
                <a16:creationId xmlns:a16="http://schemas.microsoft.com/office/drawing/2014/main" id="{A6C82BA8-A698-4282-BCA0-9CC104DC70B7}"/>
              </a:ext>
            </a:extLst>
          </p:cNvPr>
          <p:cNvSpPr>
            <a:spLocks noGrp="1"/>
          </p:cNvSpPr>
          <p:nvPr>
            <p:ph type="pic" sz="quarter" idx="22" hasCustomPrompt="1"/>
          </p:nvPr>
        </p:nvSpPr>
        <p:spPr bwMode="invGray">
          <a:xfrm>
            <a:off x="6115412" y="1965212"/>
            <a:ext cx="1352187" cy="1235188"/>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Tree>
    <p:extLst>
      <p:ext uri="{BB962C8B-B14F-4D97-AF65-F5344CB8AC3E}">
        <p14:creationId xmlns:p14="http://schemas.microsoft.com/office/powerpoint/2010/main" val="2097795412"/>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akers 3">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E8E0FF5-4F9E-DC49-A0F7-432C85EC7B77}"/>
              </a:ext>
            </a:extLst>
          </p:cNvPr>
          <p:cNvSpPr>
            <a:spLocks noGrp="1"/>
          </p:cNvSpPr>
          <p:nvPr>
            <p:ph type="pic" sz="quarter" idx="14" hasCustomPrompt="1"/>
          </p:nvPr>
        </p:nvSpPr>
        <p:spPr bwMode="invGray">
          <a:xfrm>
            <a:off x="1981200" y="1943100"/>
            <a:ext cx="1371600"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11" name="Picture Placeholder 26">
            <a:extLst>
              <a:ext uri="{FF2B5EF4-FFF2-40B4-BE49-F238E27FC236}">
                <a16:creationId xmlns:a16="http://schemas.microsoft.com/office/drawing/2014/main" id="{592ECBE6-56C9-744E-86E8-3F7F48BD6DD2}"/>
              </a:ext>
            </a:extLst>
          </p:cNvPr>
          <p:cNvSpPr>
            <a:spLocks noGrp="1"/>
          </p:cNvSpPr>
          <p:nvPr>
            <p:ph type="pic" sz="quarter" idx="17" hasCustomPrompt="1"/>
          </p:nvPr>
        </p:nvSpPr>
        <p:spPr bwMode="invGray">
          <a:xfrm>
            <a:off x="5638801" y="1943100"/>
            <a:ext cx="1371599"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23" name="Picture Placeholder 26">
            <a:extLst>
              <a:ext uri="{FF2B5EF4-FFF2-40B4-BE49-F238E27FC236}">
                <a16:creationId xmlns:a16="http://schemas.microsoft.com/office/drawing/2014/main" id="{C1B5F03B-87F7-CC4B-8310-C35AC00889A8}"/>
              </a:ext>
            </a:extLst>
          </p:cNvPr>
          <p:cNvSpPr>
            <a:spLocks noGrp="1"/>
          </p:cNvSpPr>
          <p:nvPr>
            <p:ph type="pic" sz="quarter" idx="20" hasCustomPrompt="1"/>
          </p:nvPr>
        </p:nvSpPr>
        <p:spPr bwMode="invGray">
          <a:xfrm>
            <a:off x="9296401" y="1943100"/>
            <a:ext cx="1371599"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29" name="Picture Placeholder 28">
            <a:extLst>
              <a:ext uri="{FF2B5EF4-FFF2-40B4-BE49-F238E27FC236}">
                <a16:creationId xmlns:a16="http://schemas.microsoft.com/office/drawing/2014/main" id="{EE4EDAD0-0380-4AB8-9844-156B9F5E95D8}"/>
              </a:ext>
            </a:extLst>
          </p:cNvPr>
          <p:cNvSpPr>
            <a:spLocks noGrp="1"/>
          </p:cNvSpPr>
          <p:nvPr>
            <p:ph type="pic" sz="quarter" idx="21" hasCustomPrompt="1"/>
          </p:nvPr>
        </p:nvSpPr>
        <p:spPr bwMode="invGray">
          <a:xfrm>
            <a:off x="609600" y="1943099"/>
            <a:ext cx="1257300" cy="1257300"/>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2" name="Title 1"/>
          <p:cNvSpPr>
            <a:spLocks noGrp="1"/>
          </p:cNvSpPr>
          <p:nvPr>
            <p:ph type="title" hasCustomPrompt="1"/>
          </p:nvPr>
        </p:nvSpPr>
        <p:spPr bwMode="invGray">
          <a:xfrm>
            <a:off x="609600" y="685800"/>
            <a:ext cx="10972800" cy="1143000"/>
          </a:xfrm>
          <a:prstGeom prst="rect">
            <a:avLst/>
          </a:prstGeom>
        </p:spPr>
        <p:txBody>
          <a:bodyPr vert="horz" wrap="square" lIns="0" tIns="0" rIns="0" bIns="0" rtlCol="0" anchor="ctr" anchorCtr="0">
            <a:noAutofit/>
          </a:bodyPr>
          <a:lstStyle>
            <a:lvl1pPr>
              <a:defRPr lang="en-US">
                <a:solidFill>
                  <a:srgbClr val="311E57"/>
                </a:solidFill>
              </a:defRPr>
            </a:lvl1pPr>
          </a:lstStyle>
          <a:p>
            <a:pPr lvl="0"/>
            <a:r>
              <a:rPr lang="en-US"/>
              <a:t>Headline</a:t>
            </a:r>
          </a:p>
        </p:txBody>
      </p:sp>
      <p:sp>
        <p:nvSpPr>
          <p:cNvPr id="6" name="Content Placeholder 5"/>
          <p:cNvSpPr>
            <a:spLocks noGrp="1"/>
          </p:cNvSpPr>
          <p:nvPr>
            <p:ph sz="quarter" idx="10" hasCustomPrompt="1"/>
          </p:nvPr>
        </p:nvSpPr>
        <p:spPr bwMode="invGray">
          <a:xfrm>
            <a:off x="609600" y="3429000"/>
            <a:ext cx="3200400" cy="2743200"/>
          </a:xfrm>
        </p:spPr>
        <p:txBody>
          <a:bodyPr wrap="square" tIns="0" bIns="0"/>
          <a:lstStyle>
            <a:lvl1pPr marL="0" indent="0">
              <a:lnSpc>
                <a:spcPct val="150000"/>
              </a:lnSpc>
              <a:spcBef>
                <a:spcPct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7" name="Content Placeholder 5"/>
          <p:cNvSpPr>
            <a:spLocks noGrp="1"/>
          </p:cNvSpPr>
          <p:nvPr>
            <p:ph sz="quarter" idx="11" hasCustomPrompt="1"/>
          </p:nvPr>
        </p:nvSpPr>
        <p:spPr bwMode="invGray">
          <a:xfrm>
            <a:off x="4267201" y="3429000"/>
            <a:ext cx="3200398" cy="2743200"/>
          </a:xfrm>
        </p:spPr>
        <p:txBody>
          <a:bodyPr wrap="square" tIns="0" bIns="0"/>
          <a:lstStyle>
            <a:lvl1pPr marL="0" indent="0">
              <a:lnSpc>
                <a:spcPct val="150000"/>
              </a:lnSpc>
              <a:spcBef>
                <a:spcPct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20" name="Content Placeholder 5">
            <a:extLst>
              <a:ext uri="{FF2B5EF4-FFF2-40B4-BE49-F238E27FC236}">
                <a16:creationId xmlns:a16="http://schemas.microsoft.com/office/drawing/2014/main" id="{AE3D3BFE-D8E4-744C-9DC7-45ED04ADA0EA}"/>
              </a:ext>
            </a:extLst>
          </p:cNvPr>
          <p:cNvSpPr>
            <a:spLocks noGrp="1"/>
          </p:cNvSpPr>
          <p:nvPr>
            <p:ph sz="quarter" idx="18" hasCustomPrompt="1"/>
          </p:nvPr>
        </p:nvSpPr>
        <p:spPr bwMode="invGray">
          <a:xfrm>
            <a:off x="7924803" y="3429000"/>
            <a:ext cx="3200398" cy="2743200"/>
          </a:xfrm>
        </p:spPr>
        <p:txBody>
          <a:bodyPr wrap="square" tIns="0" bIns="0"/>
          <a:lstStyle>
            <a:lvl1pPr marL="0" indent="0">
              <a:lnSpc>
                <a:spcPct val="150000"/>
              </a:lnSpc>
              <a:spcBef>
                <a:spcPct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30" name="Picture Placeholder 29">
            <a:extLst>
              <a:ext uri="{FF2B5EF4-FFF2-40B4-BE49-F238E27FC236}">
                <a16:creationId xmlns:a16="http://schemas.microsoft.com/office/drawing/2014/main" id="{A6C82BA8-A698-4282-BCA0-9CC104DC70B7}"/>
              </a:ext>
            </a:extLst>
          </p:cNvPr>
          <p:cNvSpPr>
            <a:spLocks noGrp="1"/>
          </p:cNvSpPr>
          <p:nvPr>
            <p:ph type="pic" sz="quarter" idx="22" hasCustomPrompt="1"/>
          </p:nvPr>
        </p:nvSpPr>
        <p:spPr bwMode="invGray">
          <a:xfrm>
            <a:off x="4267200" y="1943098"/>
            <a:ext cx="1257299" cy="1257299"/>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31" name="Picture Placeholder 30">
            <a:extLst>
              <a:ext uri="{FF2B5EF4-FFF2-40B4-BE49-F238E27FC236}">
                <a16:creationId xmlns:a16="http://schemas.microsoft.com/office/drawing/2014/main" id="{962560B6-FB4B-4B36-AB57-740126015B9A}"/>
              </a:ext>
            </a:extLst>
          </p:cNvPr>
          <p:cNvSpPr>
            <a:spLocks noGrp="1"/>
          </p:cNvSpPr>
          <p:nvPr>
            <p:ph type="pic" sz="quarter" idx="23" hasCustomPrompt="1"/>
          </p:nvPr>
        </p:nvSpPr>
        <p:spPr bwMode="invGray">
          <a:xfrm>
            <a:off x="7924801" y="1943099"/>
            <a:ext cx="1257297" cy="1257297"/>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Tree>
    <p:extLst>
      <p:ext uri="{BB962C8B-B14F-4D97-AF65-F5344CB8AC3E}">
        <p14:creationId xmlns:p14="http://schemas.microsoft.com/office/powerpoint/2010/main" val="254060638"/>
      </p:ext>
    </p:extLst>
  </p:cSld>
  <p:clrMapOvr>
    <a:masterClrMapping/>
  </p:clrMapOvr>
  <p:transition>
    <p:fade/>
  </p:transition>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akers 4">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11EF965-3EDC-9A8D-9C79-90C9C32443F9}"/>
              </a:ext>
            </a:extLst>
          </p:cNvPr>
          <p:cNvSpPr/>
          <p:nvPr userDrawn="1"/>
        </p:nvSpPr>
        <p:spPr>
          <a:xfrm>
            <a:off x="0" y="3886200"/>
            <a:ext cx="12192000" cy="2514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
        <p:nvSpPr>
          <p:cNvPr id="8" name="Text Placeholder 7">
            <a:extLst>
              <a:ext uri="{FF2B5EF4-FFF2-40B4-BE49-F238E27FC236}">
                <a16:creationId xmlns:a16="http://schemas.microsoft.com/office/drawing/2014/main" id="{93DD8232-105E-5FAB-6092-B93AF758E4CB}"/>
              </a:ext>
            </a:extLst>
          </p:cNvPr>
          <p:cNvSpPr>
            <a:spLocks noGrp="1"/>
          </p:cNvSpPr>
          <p:nvPr>
            <p:ph type="body" sz="quarter" idx="22" hasCustomPrompt="1"/>
          </p:nvPr>
        </p:nvSpPr>
        <p:spPr>
          <a:xfrm>
            <a:off x="1295401" y="4344989"/>
            <a:ext cx="2286000" cy="455611"/>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defRPr>
            </a:lvl1pPr>
          </a:lstStyle>
          <a:p>
            <a:pPr lvl="0"/>
            <a:r>
              <a:rPr lang="en-US"/>
              <a:t>Name</a:t>
            </a:r>
          </a:p>
        </p:txBody>
      </p:sp>
      <p:sp>
        <p:nvSpPr>
          <p:cNvPr id="9" name="Text Placeholder 7">
            <a:extLst>
              <a:ext uri="{FF2B5EF4-FFF2-40B4-BE49-F238E27FC236}">
                <a16:creationId xmlns:a16="http://schemas.microsoft.com/office/drawing/2014/main" id="{BE820FD1-2A54-4D7C-6213-00F553F3A9F7}"/>
              </a:ext>
            </a:extLst>
          </p:cNvPr>
          <p:cNvSpPr>
            <a:spLocks noGrp="1"/>
          </p:cNvSpPr>
          <p:nvPr>
            <p:ph type="body" sz="quarter" idx="23" hasCustomPrompt="1"/>
          </p:nvPr>
        </p:nvSpPr>
        <p:spPr>
          <a:xfrm>
            <a:off x="4953002" y="4343403"/>
            <a:ext cx="2286000" cy="457198"/>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defRPr>
            </a:lvl1pPr>
          </a:lstStyle>
          <a:p>
            <a:pPr lvl="0"/>
            <a:r>
              <a:rPr lang="en-US"/>
              <a:t>Name</a:t>
            </a:r>
          </a:p>
        </p:txBody>
      </p:sp>
      <p:sp>
        <p:nvSpPr>
          <p:cNvPr id="10" name="Text Placeholder 7">
            <a:extLst>
              <a:ext uri="{FF2B5EF4-FFF2-40B4-BE49-F238E27FC236}">
                <a16:creationId xmlns:a16="http://schemas.microsoft.com/office/drawing/2014/main" id="{3666DB54-D9FC-761D-06AE-6401E5273D7B}"/>
              </a:ext>
            </a:extLst>
          </p:cNvPr>
          <p:cNvSpPr>
            <a:spLocks noGrp="1"/>
          </p:cNvSpPr>
          <p:nvPr>
            <p:ph type="body" sz="quarter" idx="24" hasCustomPrompt="1"/>
          </p:nvPr>
        </p:nvSpPr>
        <p:spPr>
          <a:xfrm>
            <a:off x="8610600" y="4343402"/>
            <a:ext cx="2286000" cy="457198"/>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defRPr>
            </a:lvl1pPr>
          </a:lstStyle>
          <a:p>
            <a:pPr lvl="0"/>
            <a:r>
              <a:rPr lang="en-US"/>
              <a:t>Name</a:t>
            </a:r>
          </a:p>
        </p:txBody>
      </p:sp>
      <p:sp>
        <p:nvSpPr>
          <p:cNvPr id="2" name="Text Placeholder 7">
            <a:extLst>
              <a:ext uri="{FF2B5EF4-FFF2-40B4-BE49-F238E27FC236}">
                <a16:creationId xmlns:a16="http://schemas.microsoft.com/office/drawing/2014/main" id="{978E86FA-7552-B7E4-E506-07FD755F3812}"/>
              </a:ext>
            </a:extLst>
          </p:cNvPr>
          <p:cNvSpPr>
            <a:spLocks noGrp="1"/>
          </p:cNvSpPr>
          <p:nvPr>
            <p:ph type="body" sz="quarter" idx="25" hasCustomPrompt="1"/>
          </p:nvPr>
        </p:nvSpPr>
        <p:spPr>
          <a:xfrm>
            <a:off x="1295401"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3" name="Text Placeholder 7">
            <a:extLst>
              <a:ext uri="{FF2B5EF4-FFF2-40B4-BE49-F238E27FC236}">
                <a16:creationId xmlns:a16="http://schemas.microsoft.com/office/drawing/2014/main" id="{52CD3BBF-2645-12DF-0AA6-5B5FE949ED91}"/>
              </a:ext>
            </a:extLst>
          </p:cNvPr>
          <p:cNvSpPr>
            <a:spLocks noGrp="1"/>
          </p:cNvSpPr>
          <p:nvPr>
            <p:ph type="body" sz="quarter" idx="26" hasCustomPrompt="1"/>
          </p:nvPr>
        </p:nvSpPr>
        <p:spPr>
          <a:xfrm>
            <a:off x="4953002"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5" name="Text Placeholder 7">
            <a:extLst>
              <a:ext uri="{FF2B5EF4-FFF2-40B4-BE49-F238E27FC236}">
                <a16:creationId xmlns:a16="http://schemas.microsoft.com/office/drawing/2014/main" id="{67EEE9A0-B6DD-DD88-2F06-9E5A58DF183F}"/>
              </a:ext>
            </a:extLst>
          </p:cNvPr>
          <p:cNvSpPr>
            <a:spLocks noGrp="1"/>
          </p:cNvSpPr>
          <p:nvPr>
            <p:ph type="body" sz="quarter" idx="27" hasCustomPrompt="1"/>
          </p:nvPr>
        </p:nvSpPr>
        <p:spPr>
          <a:xfrm>
            <a:off x="8610600"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17" name="Picture Placeholder 16">
            <a:extLst>
              <a:ext uri="{FF2B5EF4-FFF2-40B4-BE49-F238E27FC236}">
                <a16:creationId xmlns:a16="http://schemas.microsoft.com/office/drawing/2014/main" id="{07620E25-49B2-BBCD-A96D-177D0D547462}"/>
              </a:ext>
            </a:extLst>
          </p:cNvPr>
          <p:cNvSpPr>
            <a:spLocks noGrp="1"/>
          </p:cNvSpPr>
          <p:nvPr>
            <p:ph type="pic" sz="quarter" idx="28" hasCustomPrompt="1"/>
          </p:nvPr>
        </p:nvSpPr>
        <p:spPr>
          <a:xfrm>
            <a:off x="1295400" y="2057400"/>
            <a:ext cx="2286000" cy="2286000"/>
          </a:xfrm>
          <a:solidFill>
            <a:schemeClr val="tx1"/>
          </a:solidFill>
        </p:spPr>
        <p:txBody>
          <a:bodyPr anchor="t"/>
          <a:lstStyle>
            <a:lvl1pPr marL="0" indent="0" algn="ctr">
              <a:buNone/>
              <a:defRPr>
                <a:solidFill>
                  <a:schemeClr val="bg1"/>
                </a:solidFill>
              </a:defRPr>
            </a:lvl1pPr>
          </a:lstStyle>
          <a:p>
            <a:r>
              <a:rPr lang="en-US"/>
              <a:t>Headshot</a:t>
            </a:r>
          </a:p>
        </p:txBody>
      </p:sp>
      <p:sp>
        <p:nvSpPr>
          <p:cNvPr id="21" name="Picture Placeholder 16">
            <a:extLst>
              <a:ext uri="{FF2B5EF4-FFF2-40B4-BE49-F238E27FC236}">
                <a16:creationId xmlns:a16="http://schemas.microsoft.com/office/drawing/2014/main" id="{6F2FAE5B-86A9-3080-FD50-9A60F343384E}"/>
              </a:ext>
            </a:extLst>
          </p:cNvPr>
          <p:cNvSpPr>
            <a:spLocks noGrp="1"/>
          </p:cNvSpPr>
          <p:nvPr>
            <p:ph type="pic" sz="quarter" idx="29" hasCustomPrompt="1"/>
          </p:nvPr>
        </p:nvSpPr>
        <p:spPr>
          <a:xfrm>
            <a:off x="8610600" y="2069122"/>
            <a:ext cx="2286000" cy="2286000"/>
          </a:xfrm>
          <a:solidFill>
            <a:schemeClr val="tx1"/>
          </a:solidFill>
        </p:spPr>
        <p:txBody>
          <a:bodyPr anchor="t"/>
          <a:lstStyle>
            <a:lvl1pPr marL="0" indent="0" algn="ctr">
              <a:buNone/>
              <a:defRPr>
                <a:solidFill>
                  <a:schemeClr val="bg1"/>
                </a:solidFill>
              </a:defRPr>
            </a:lvl1pPr>
          </a:lstStyle>
          <a:p>
            <a:r>
              <a:rPr lang="en-US"/>
              <a:t>Headshot</a:t>
            </a:r>
          </a:p>
        </p:txBody>
      </p:sp>
      <p:sp>
        <p:nvSpPr>
          <p:cNvPr id="22" name="Picture Placeholder 16">
            <a:extLst>
              <a:ext uri="{FF2B5EF4-FFF2-40B4-BE49-F238E27FC236}">
                <a16:creationId xmlns:a16="http://schemas.microsoft.com/office/drawing/2014/main" id="{E3E64393-2159-F9A6-CCA2-BA504F672B40}"/>
              </a:ext>
            </a:extLst>
          </p:cNvPr>
          <p:cNvSpPr>
            <a:spLocks noGrp="1"/>
          </p:cNvSpPr>
          <p:nvPr>
            <p:ph type="pic" sz="quarter" idx="30" hasCustomPrompt="1"/>
          </p:nvPr>
        </p:nvSpPr>
        <p:spPr>
          <a:xfrm>
            <a:off x="4953002" y="2069122"/>
            <a:ext cx="2286000" cy="2286000"/>
          </a:xfrm>
          <a:solidFill>
            <a:schemeClr val="tx1"/>
          </a:solidFill>
        </p:spPr>
        <p:txBody>
          <a:bodyPr anchor="t"/>
          <a:lstStyle>
            <a:lvl1pPr marL="0" indent="0" algn="ctr">
              <a:buNone/>
              <a:defRPr>
                <a:solidFill>
                  <a:schemeClr val="bg1"/>
                </a:solidFill>
              </a:defRPr>
            </a:lvl1pPr>
          </a:lstStyle>
          <a:p>
            <a:r>
              <a:rPr lang="en-US"/>
              <a:t>Headshot</a:t>
            </a:r>
          </a:p>
        </p:txBody>
      </p:sp>
    </p:spTree>
    <p:extLst>
      <p:ext uri="{BB962C8B-B14F-4D97-AF65-F5344CB8AC3E}">
        <p14:creationId xmlns:p14="http://schemas.microsoft.com/office/powerpoint/2010/main" val="3673523051"/>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oject Team 1">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E4C64C91-002D-5B70-7AFE-21F4F4BB6617}"/>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8" name="Title 11">
            <a:extLst>
              <a:ext uri="{FF2B5EF4-FFF2-40B4-BE49-F238E27FC236}">
                <a16:creationId xmlns:a16="http://schemas.microsoft.com/office/drawing/2014/main" id="{D71FA2DA-3ADA-7296-9B61-C76FE83F3C1E}"/>
              </a:ext>
            </a:extLst>
          </p:cNvPr>
          <p:cNvSpPr>
            <a:spLocks noGrp="1"/>
          </p:cNvSpPr>
          <p:nvPr>
            <p:ph type="title" hasCustomPrompt="1"/>
          </p:nvPr>
        </p:nvSpPr>
        <p:spPr>
          <a:xfrm>
            <a:off x="609600" y="685800"/>
            <a:ext cx="10972800" cy="685800"/>
          </a:xfrm>
        </p:spPr>
        <p:txBody>
          <a:bodyPr anchor="t">
            <a:normAutofit fontScale="90000"/>
          </a:bodyPr>
          <a:lstStyle>
            <a:lvl1pPr>
              <a:defRPr/>
            </a:lvl1pPr>
          </a:lstStyle>
          <a:p>
            <a:r>
              <a:rPr lang="en-US"/>
              <a:t>“NewRocket Engagement Team”</a:t>
            </a:r>
          </a:p>
        </p:txBody>
      </p:sp>
      <p:sp>
        <p:nvSpPr>
          <p:cNvPr id="83" name="Text Placeholder 82">
            <a:extLst>
              <a:ext uri="{FF2B5EF4-FFF2-40B4-BE49-F238E27FC236}">
                <a16:creationId xmlns:a16="http://schemas.microsoft.com/office/drawing/2014/main" id="{33647D5B-ADF8-7A68-6D86-93F58AE05AEA}"/>
              </a:ext>
            </a:extLst>
          </p:cNvPr>
          <p:cNvSpPr>
            <a:spLocks noGrp="1"/>
          </p:cNvSpPr>
          <p:nvPr>
            <p:ph type="body" sz="quarter" idx="19" hasCustomPrompt="1"/>
          </p:nvPr>
        </p:nvSpPr>
        <p:spPr>
          <a:xfrm>
            <a:off x="609600" y="16089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PM Name</a:t>
            </a:r>
          </a:p>
        </p:txBody>
      </p:sp>
      <p:sp>
        <p:nvSpPr>
          <p:cNvPr id="84" name="Text Placeholder 82">
            <a:extLst>
              <a:ext uri="{FF2B5EF4-FFF2-40B4-BE49-F238E27FC236}">
                <a16:creationId xmlns:a16="http://schemas.microsoft.com/office/drawing/2014/main" id="{07B5E64B-4DBB-A1CD-2257-F774B7EFB9CB}"/>
              </a:ext>
            </a:extLst>
          </p:cNvPr>
          <p:cNvSpPr>
            <a:spLocks noGrp="1"/>
          </p:cNvSpPr>
          <p:nvPr>
            <p:ph type="body" sz="quarter" idx="20" hasCustomPrompt="1"/>
          </p:nvPr>
        </p:nvSpPr>
        <p:spPr>
          <a:xfrm>
            <a:off x="609600"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85" name="Text Placeholder 82">
            <a:extLst>
              <a:ext uri="{FF2B5EF4-FFF2-40B4-BE49-F238E27FC236}">
                <a16:creationId xmlns:a16="http://schemas.microsoft.com/office/drawing/2014/main" id="{7B8515E4-F3DB-85AE-EB2C-C37EA21E7AE8}"/>
              </a:ext>
            </a:extLst>
          </p:cNvPr>
          <p:cNvSpPr>
            <a:spLocks noGrp="1"/>
          </p:cNvSpPr>
          <p:nvPr>
            <p:ph type="body" sz="quarter" idx="21" hasCustomPrompt="1"/>
          </p:nvPr>
        </p:nvSpPr>
        <p:spPr>
          <a:xfrm>
            <a:off x="3361509" y="16089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Account Manager Name</a:t>
            </a:r>
          </a:p>
        </p:txBody>
      </p:sp>
      <p:sp>
        <p:nvSpPr>
          <p:cNvPr id="87" name="Text Placeholder 82">
            <a:extLst>
              <a:ext uri="{FF2B5EF4-FFF2-40B4-BE49-F238E27FC236}">
                <a16:creationId xmlns:a16="http://schemas.microsoft.com/office/drawing/2014/main" id="{BDCFCDC4-7CDF-7051-174E-6C9DF26B36B4}"/>
              </a:ext>
            </a:extLst>
          </p:cNvPr>
          <p:cNvSpPr>
            <a:spLocks noGrp="1"/>
          </p:cNvSpPr>
          <p:nvPr>
            <p:ph type="body" sz="quarter" idx="22" hasCustomPrompt="1"/>
          </p:nvPr>
        </p:nvSpPr>
        <p:spPr>
          <a:xfrm>
            <a:off x="3352800"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88" name="Text Placeholder 82">
            <a:extLst>
              <a:ext uri="{FF2B5EF4-FFF2-40B4-BE49-F238E27FC236}">
                <a16:creationId xmlns:a16="http://schemas.microsoft.com/office/drawing/2014/main" id="{0FFE737D-B513-7012-89E5-7D5AE3243A26}"/>
              </a:ext>
            </a:extLst>
          </p:cNvPr>
          <p:cNvSpPr>
            <a:spLocks noGrp="1"/>
          </p:cNvSpPr>
          <p:nvPr>
            <p:ph type="body" sz="quarter" idx="23" hasCustomPrompt="1"/>
          </p:nvPr>
        </p:nvSpPr>
        <p:spPr>
          <a:xfrm>
            <a:off x="6104709" y="16089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Practice Leader Name</a:t>
            </a:r>
          </a:p>
        </p:txBody>
      </p:sp>
      <p:sp>
        <p:nvSpPr>
          <p:cNvPr id="89" name="Text Placeholder 82">
            <a:extLst>
              <a:ext uri="{FF2B5EF4-FFF2-40B4-BE49-F238E27FC236}">
                <a16:creationId xmlns:a16="http://schemas.microsoft.com/office/drawing/2014/main" id="{F7B75092-2C87-96FD-F82D-3429A9CCE33B}"/>
              </a:ext>
            </a:extLst>
          </p:cNvPr>
          <p:cNvSpPr>
            <a:spLocks noGrp="1"/>
          </p:cNvSpPr>
          <p:nvPr>
            <p:ph type="body" sz="quarter" idx="24" hasCustomPrompt="1"/>
          </p:nvPr>
        </p:nvSpPr>
        <p:spPr>
          <a:xfrm>
            <a:off x="6104709"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92" name="Text Placeholder 82">
            <a:extLst>
              <a:ext uri="{FF2B5EF4-FFF2-40B4-BE49-F238E27FC236}">
                <a16:creationId xmlns:a16="http://schemas.microsoft.com/office/drawing/2014/main" id="{0CECAD19-2DDA-9AF3-196D-EE35C0E93B63}"/>
              </a:ext>
            </a:extLst>
          </p:cNvPr>
          <p:cNvSpPr>
            <a:spLocks noGrp="1"/>
          </p:cNvSpPr>
          <p:nvPr>
            <p:ph type="body" sz="quarter" idx="27" hasCustomPrompt="1"/>
          </p:nvPr>
        </p:nvSpPr>
        <p:spPr>
          <a:xfrm>
            <a:off x="618309" y="32091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Capability Leader Name</a:t>
            </a:r>
          </a:p>
        </p:txBody>
      </p:sp>
      <p:sp>
        <p:nvSpPr>
          <p:cNvPr id="93" name="Text Placeholder 82">
            <a:extLst>
              <a:ext uri="{FF2B5EF4-FFF2-40B4-BE49-F238E27FC236}">
                <a16:creationId xmlns:a16="http://schemas.microsoft.com/office/drawing/2014/main" id="{FA96BA58-F4DA-E130-BB1F-9F8FA43DCD11}"/>
              </a:ext>
            </a:extLst>
          </p:cNvPr>
          <p:cNvSpPr>
            <a:spLocks noGrp="1"/>
          </p:cNvSpPr>
          <p:nvPr>
            <p:ph type="body" sz="quarter" idx="28" hasCustomPrompt="1"/>
          </p:nvPr>
        </p:nvSpPr>
        <p:spPr>
          <a:xfrm>
            <a:off x="618309"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94" name="Text Placeholder 82">
            <a:extLst>
              <a:ext uri="{FF2B5EF4-FFF2-40B4-BE49-F238E27FC236}">
                <a16:creationId xmlns:a16="http://schemas.microsoft.com/office/drawing/2014/main" id="{F837B534-CBF8-2C8C-B212-D708BB6952AA}"/>
              </a:ext>
            </a:extLst>
          </p:cNvPr>
          <p:cNvSpPr>
            <a:spLocks noGrp="1"/>
          </p:cNvSpPr>
          <p:nvPr>
            <p:ph type="body" sz="quarter" idx="29" hasCustomPrompt="1"/>
          </p:nvPr>
        </p:nvSpPr>
        <p:spPr>
          <a:xfrm>
            <a:off x="3370218" y="32091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SA Name</a:t>
            </a:r>
          </a:p>
        </p:txBody>
      </p:sp>
      <p:sp>
        <p:nvSpPr>
          <p:cNvPr id="103" name="Text Placeholder 82">
            <a:extLst>
              <a:ext uri="{FF2B5EF4-FFF2-40B4-BE49-F238E27FC236}">
                <a16:creationId xmlns:a16="http://schemas.microsoft.com/office/drawing/2014/main" id="{BF470DD4-4417-98D2-70BB-681CD6B2FE76}"/>
              </a:ext>
            </a:extLst>
          </p:cNvPr>
          <p:cNvSpPr>
            <a:spLocks noGrp="1"/>
          </p:cNvSpPr>
          <p:nvPr>
            <p:ph type="body" sz="quarter" idx="30" hasCustomPrompt="1"/>
          </p:nvPr>
        </p:nvSpPr>
        <p:spPr>
          <a:xfrm>
            <a:off x="3361509"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104" name="Text Placeholder 82">
            <a:extLst>
              <a:ext uri="{FF2B5EF4-FFF2-40B4-BE49-F238E27FC236}">
                <a16:creationId xmlns:a16="http://schemas.microsoft.com/office/drawing/2014/main" id="{8E24D4EA-71DA-C443-EEBC-EBE7B226EA21}"/>
              </a:ext>
            </a:extLst>
          </p:cNvPr>
          <p:cNvSpPr>
            <a:spLocks noGrp="1"/>
          </p:cNvSpPr>
          <p:nvPr>
            <p:ph type="body" sz="quarter" idx="31" hasCustomPrompt="1"/>
          </p:nvPr>
        </p:nvSpPr>
        <p:spPr>
          <a:xfrm>
            <a:off x="6113418" y="32091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Delivery Director Name</a:t>
            </a:r>
          </a:p>
        </p:txBody>
      </p:sp>
      <p:sp>
        <p:nvSpPr>
          <p:cNvPr id="105" name="Text Placeholder 82">
            <a:extLst>
              <a:ext uri="{FF2B5EF4-FFF2-40B4-BE49-F238E27FC236}">
                <a16:creationId xmlns:a16="http://schemas.microsoft.com/office/drawing/2014/main" id="{89A470B8-B58F-4271-7C64-BCF13448D68D}"/>
              </a:ext>
            </a:extLst>
          </p:cNvPr>
          <p:cNvSpPr>
            <a:spLocks noGrp="1"/>
          </p:cNvSpPr>
          <p:nvPr>
            <p:ph type="body" sz="quarter" idx="32" hasCustomPrompt="1"/>
          </p:nvPr>
        </p:nvSpPr>
        <p:spPr>
          <a:xfrm>
            <a:off x="6113418"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108" name="Text Placeholder 82">
            <a:extLst>
              <a:ext uri="{FF2B5EF4-FFF2-40B4-BE49-F238E27FC236}">
                <a16:creationId xmlns:a16="http://schemas.microsoft.com/office/drawing/2014/main" id="{9167B822-815B-6E14-A92C-420FDF309467}"/>
              </a:ext>
            </a:extLst>
          </p:cNvPr>
          <p:cNvSpPr>
            <a:spLocks noGrp="1"/>
          </p:cNvSpPr>
          <p:nvPr>
            <p:ph type="body" sz="quarter" idx="35" hasCustomPrompt="1"/>
          </p:nvPr>
        </p:nvSpPr>
        <p:spPr>
          <a:xfrm>
            <a:off x="618309" y="48093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109" name="Text Placeholder 82">
            <a:extLst>
              <a:ext uri="{FF2B5EF4-FFF2-40B4-BE49-F238E27FC236}">
                <a16:creationId xmlns:a16="http://schemas.microsoft.com/office/drawing/2014/main" id="{DBD24FCA-BFBB-7575-97CF-0CD1F7A22142}"/>
              </a:ext>
            </a:extLst>
          </p:cNvPr>
          <p:cNvSpPr>
            <a:spLocks noGrp="1"/>
          </p:cNvSpPr>
          <p:nvPr>
            <p:ph type="body" sz="quarter" idx="36" hasCustomPrompt="1"/>
          </p:nvPr>
        </p:nvSpPr>
        <p:spPr>
          <a:xfrm>
            <a:off x="618309"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110" name="Text Placeholder 82">
            <a:extLst>
              <a:ext uri="{FF2B5EF4-FFF2-40B4-BE49-F238E27FC236}">
                <a16:creationId xmlns:a16="http://schemas.microsoft.com/office/drawing/2014/main" id="{18FB277F-4C38-690E-B5FC-C72752682902}"/>
              </a:ext>
            </a:extLst>
          </p:cNvPr>
          <p:cNvSpPr>
            <a:spLocks noGrp="1"/>
          </p:cNvSpPr>
          <p:nvPr>
            <p:ph type="body" sz="quarter" idx="37" hasCustomPrompt="1"/>
          </p:nvPr>
        </p:nvSpPr>
        <p:spPr>
          <a:xfrm>
            <a:off x="3370218" y="48093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111" name="Text Placeholder 82">
            <a:extLst>
              <a:ext uri="{FF2B5EF4-FFF2-40B4-BE49-F238E27FC236}">
                <a16:creationId xmlns:a16="http://schemas.microsoft.com/office/drawing/2014/main" id="{2894C301-7440-B8C3-8CA4-37D1DE3CA429}"/>
              </a:ext>
            </a:extLst>
          </p:cNvPr>
          <p:cNvSpPr>
            <a:spLocks noGrp="1"/>
          </p:cNvSpPr>
          <p:nvPr>
            <p:ph type="body" sz="quarter" idx="38" hasCustomPrompt="1"/>
          </p:nvPr>
        </p:nvSpPr>
        <p:spPr>
          <a:xfrm>
            <a:off x="3361509"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112" name="Text Placeholder 82">
            <a:extLst>
              <a:ext uri="{FF2B5EF4-FFF2-40B4-BE49-F238E27FC236}">
                <a16:creationId xmlns:a16="http://schemas.microsoft.com/office/drawing/2014/main" id="{9A9B3ABD-EE74-33F3-9F0A-8DD981917560}"/>
              </a:ext>
            </a:extLst>
          </p:cNvPr>
          <p:cNvSpPr>
            <a:spLocks noGrp="1"/>
          </p:cNvSpPr>
          <p:nvPr>
            <p:ph type="body" sz="quarter" idx="39" hasCustomPrompt="1"/>
          </p:nvPr>
        </p:nvSpPr>
        <p:spPr>
          <a:xfrm>
            <a:off x="6113418" y="48093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113" name="Text Placeholder 82">
            <a:extLst>
              <a:ext uri="{FF2B5EF4-FFF2-40B4-BE49-F238E27FC236}">
                <a16:creationId xmlns:a16="http://schemas.microsoft.com/office/drawing/2014/main" id="{F5DC1E0E-5DC5-3198-A2B3-867AFDD69477}"/>
              </a:ext>
            </a:extLst>
          </p:cNvPr>
          <p:cNvSpPr>
            <a:spLocks noGrp="1"/>
          </p:cNvSpPr>
          <p:nvPr>
            <p:ph type="body" sz="quarter" idx="40" hasCustomPrompt="1"/>
          </p:nvPr>
        </p:nvSpPr>
        <p:spPr>
          <a:xfrm>
            <a:off x="6113418"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Tree>
    <p:extLst>
      <p:ext uri="{BB962C8B-B14F-4D97-AF65-F5344CB8AC3E}">
        <p14:creationId xmlns:p14="http://schemas.microsoft.com/office/powerpoint/2010/main" val="309580975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ject Team 2">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682787"/>
          </a:xfrm>
          <a:prstGeom prst="rect">
            <a:avLst/>
          </a:prstGeom>
        </p:spPr>
        <p:txBody>
          <a:bodyPr vert="horz" lIns="0" tIns="45720" rIns="0" bIns="91440" rtlCol="0" anchor="t">
            <a:normAutofit/>
          </a:bodyPr>
          <a:lstStyle>
            <a:lvl1pPr>
              <a:defRPr>
                <a:solidFill>
                  <a:srgbClr val="311E57"/>
                </a:solidFill>
              </a:defRPr>
            </a:lvl1pPr>
          </a:lstStyle>
          <a:p>
            <a:r>
              <a:rPr lang="en-US"/>
              <a:t>“NewRocket Engagement Team”</a:t>
            </a:r>
          </a:p>
        </p:txBody>
      </p:sp>
      <p:sp>
        <p:nvSpPr>
          <p:cNvPr id="17" name="Picture Placeholder 16">
            <a:extLst>
              <a:ext uri="{FF2B5EF4-FFF2-40B4-BE49-F238E27FC236}">
                <a16:creationId xmlns:a16="http://schemas.microsoft.com/office/drawing/2014/main" id="{07620E25-49B2-BBCD-A96D-177D0D547462}"/>
              </a:ext>
            </a:extLst>
          </p:cNvPr>
          <p:cNvSpPr>
            <a:spLocks noGrp="1"/>
          </p:cNvSpPr>
          <p:nvPr>
            <p:ph type="pic" sz="quarter" idx="28" hasCustomPrompt="1"/>
          </p:nvPr>
        </p:nvSpPr>
        <p:spPr>
          <a:xfrm>
            <a:off x="609600" y="1600200"/>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21" name="Picture Placeholder 16">
            <a:extLst>
              <a:ext uri="{FF2B5EF4-FFF2-40B4-BE49-F238E27FC236}">
                <a16:creationId xmlns:a16="http://schemas.microsoft.com/office/drawing/2014/main" id="{6F2FAE5B-86A9-3080-FD50-9A60F343384E}"/>
              </a:ext>
            </a:extLst>
          </p:cNvPr>
          <p:cNvSpPr>
            <a:spLocks noGrp="1"/>
          </p:cNvSpPr>
          <p:nvPr>
            <p:ph type="pic" sz="quarter" idx="29" hasCustomPrompt="1"/>
          </p:nvPr>
        </p:nvSpPr>
        <p:spPr>
          <a:xfrm>
            <a:off x="7924800" y="1611922"/>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22" name="Picture Placeholder 16">
            <a:extLst>
              <a:ext uri="{FF2B5EF4-FFF2-40B4-BE49-F238E27FC236}">
                <a16:creationId xmlns:a16="http://schemas.microsoft.com/office/drawing/2014/main" id="{E3E64393-2159-F9A6-CCA2-BA504F672B40}"/>
              </a:ext>
            </a:extLst>
          </p:cNvPr>
          <p:cNvSpPr>
            <a:spLocks noGrp="1"/>
          </p:cNvSpPr>
          <p:nvPr>
            <p:ph type="pic" sz="quarter" idx="30" hasCustomPrompt="1"/>
          </p:nvPr>
        </p:nvSpPr>
        <p:spPr>
          <a:xfrm>
            <a:off x="4267202" y="1611922"/>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2" name="Picture Placeholder 16">
            <a:extLst>
              <a:ext uri="{FF2B5EF4-FFF2-40B4-BE49-F238E27FC236}">
                <a16:creationId xmlns:a16="http://schemas.microsoft.com/office/drawing/2014/main" id="{308EE588-3F4D-6DB6-1C76-9B092869A5D3}"/>
              </a:ext>
            </a:extLst>
          </p:cNvPr>
          <p:cNvSpPr>
            <a:spLocks noGrp="1"/>
          </p:cNvSpPr>
          <p:nvPr>
            <p:ph type="pic" sz="quarter" idx="49" hasCustomPrompt="1"/>
          </p:nvPr>
        </p:nvSpPr>
        <p:spPr>
          <a:xfrm>
            <a:off x="618309" y="3204605"/>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3" name="Picture Placeholder 16">
            <a:extLst>
              <a:ext uri="{FF2B5EF4-FFF2-40B4-BE49-F238E27FC236}">
                <a16:creationId xmlns:a16="http://schemas.microsoft.com/office/drawing/2014/main" id="{B6EEF880-A72A-4BF4-2AD7-57DCAD07466D}"/>
              </a:ext>
            </a:extLst>
          </p:cNvPr>
          <p:cNvSpPr>
            <a:spLocks noGrp="1"/>
          </p:cNvSpPr>
          <p:nvPr>
            <p:ph type="pic" sz="quarter" idx="50" hasCustomPrompt="1"/>
          </p:nvPr>
        </p:nvSpPr>
        <p:spPr>
          <a:xfrm>
            <a:off x="7933509" y="3216327"/>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4" name="Picture Placeholder 16">
            <a:extLst>
              <a:ext uri="{FF2B5EF4-FFF2-40B4-BE49-F238E27FC236}">
                <a16:creationId xmlns:a16="http://schemas.microsoft.com/office/drawing/2014/main" id="{42C837CC-B45E-8A5E-A502-C49113B85395}"/>
              </a:ext>
            </a:extLst>
          </p:cNvPr>
          <p:cNvSpPr>
            <a:spLocks noGrp="1"/>
          </p:cNvSpPr>
          <p:nvPr>
            <p:ph type="pic" sz="quarter" idx="51" hasCustomPrompt="1"/>
          </p:nvPr>
        </p:nvSpPr>
        <p:spPr>
          <a:xfrm>
            <a:off x="4275911" y="3216327"/>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5" name="Picture Placeholder 16">
            <a:extLst>
              <a:ext uri="{FF2B5EF4-FFF2-40B4-BE49-F238E27FC236}">
                <a16:creationId xmlns:a16="http://schemas.microsoft.com/office/drawing/2014/main" id="{FAD38263-556D-30A9-EB2A-EE357FAE55D8}"/>
              </a:ext>
            </a:extLst>
          </p:cNvPr>
          <p:cNvSpPr>
            <a:spLocks noGrp="1"/>
          </p:cNvSpPr>
          <p:nvPr>
            <p:ph type="pic" sz="quarter" idx="52" hasCustomPrompt="1"/>
          </p:nvPr>
        </p:nvSpPr>
        <p:spPr>
          <a:xfrm>
            <a:off x="618309" y="4791891"/>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6" name="Picture Placeholder 16">
            <a:extLst>
              <a:ext uri="{FF2B5EF4-FFF2-40B4-BE49-F238E27FC236}">
                <a16:creationId xmlns:a16="http://schemas.microsoft.com/office/drawing/2014/main" id="{2CDAFF46-D92B-61AA-82B3-BACE67608B30}"/>
              </a:ext>
            </a:extLst>
          </p:cNvPr>
          <p:cNvSpPr>
            <a:spLocks noGrp="1"/>
          </p:cNvSpPr>
          <p:nvPr>
            <p:ph type="pic" sz="quarter" idx="53" hasCustomPrompt="1"/>
          </p:nvPr>
        </p:nvSpPr>
        <p:spPr>
          <a:xfrm>
            <a:off x="7933509" y="4803613"/>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7" name="Picture Placeholder 16">
            <a:extLst>
              <a:ext uri="{FF2B5EF4-FFF2-40B4-BE49-F238E27FC236}">
                <a16:creationId xmlns:a16="http://schemas.microsoft.com/office/drawing/2014/main" id="{DFB7B0C9-99DA-BF35-642C-4DBD18353488}"/>
              </a:ext>
            </a:extLst>
          </p:cNvPr>
          <p:cNvSpPr>
            <a:spLocks noGrp="1"/>
          </p:cNvSpPr>
          <p:nvPr>
            <p:ph type="pic" sz="quarter" idx="54" hasCustomPrompt="1"/>
          </p:nvPr>
        </p:nvSpPr>
        <p:spPr>
          <a:xfrm>
            <a:off x="4275911" y="4803613"/>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8" name="Text Placeholder 82">
            <a:extLst>
              <a:ext uri="{FF2B5EF4-FFF2-40B4-BE49-F238E27FC236}">
                <a16:creationId xmlns:a16="http://schemas.microsoft.com/office/drawing/2014/main" id="{855BD75A-397F-762F-09FB-09BBB7539E05}"/>
              </a:ext>
            </a:extLst>
          </p:cNvPr>
          <p:cNvSpPr>
            <a:spLocks noGrp="1"/>
          </p:cNvSpPr>
          <p:nvPr>
            <p:ph type="body" sz="quarter" idx="19" hasCustomPrompt="1"/>
          </p:nvPr>
        </p:nvSpPr>
        <p:spPr>
          <a:xfrm>
            <a:off x="1532712" y="16089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PM Name</a:t>
            </a:r>
          </a:p>
        </p:txBody>
      </p:sp>
      <p:sp>
        <p:nvSpPr>
          <p:cNvPr id="39" name="Text Placeholder 82">
            <a:extLst>
              <a:ext uri="{FF2B5EF4-FFF2-40B4-BE49-F238E27FC236}">
                <a16:creationId xmlns:a16="http://schemas.microsoft.com/office/drawing/2014/main" id="{85791C42-3FE6-69D9-9AAC-72F14CA49CAC}"/>
              </a:ext>
            </a:extLst>
          </p:cNvPr>
          <p:cNvSpPr>
            <a:spLocks noGrp="1"/>
          </p:cNvSpPr>
          <p:nvPr>
            <p:ph type="body" sz="quarter" idx="20" hasCustomPrompt="1"/>
          </p:nvPr>
        </p:nvSpPr>
        <p:spPr>
          <a:xfrm>
            <a:off x="1532712"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40" name="Text Placeholder 82">
            <a:extLst>
              <a:ext uri="{FF2B5EF4-FFF2-40B4-BE49-F238E27FC236}">
                <a16:creationId xmlns:a16="http://schemas.microsoft.com/office/drawing/2014/main" id="{CC2744FD-EE1A-BC53-3549-97A5DF7F7578}"/>
              </a:ext>
            </a:extLst>
          </p:cNvPr>
          <p:cNvSpPr>
            <a:spLocks noGrp="1"/>
          </p:cNvSpPr>
          <p:nvPr>
            <p:ph type="body" sz="quarter" idx="21" hasCustomPrompt="1"/>
          </p:nvPr>
        </p:nvSpPr>
        <p:spPr>
          <a:xfrm>
            <a:off x="5190318" y="16089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Account Manager Name</a:t>
            </a:r>
          </a:p>
        </p:txBody>
      </p:sp>
      <p:sp>
        <p:nvSpPr>
          <p:cNvPr id="41" name="Text Placeholder 82">
            <a:extLst>
              <a:ext uri="{FF2B5EF4-FFF2-40B4-BE49-F238E27FC236}">
                <a16:creationId xmlns:a16="http://schemas.microsoft.com/office/drawing/2014/main" id="{AFC81BFE-BBFA-E78A-BB92-80AF262D6116}"/>
              </a:ext>
            </a:extLst>
          </p:cNvPr>
          <p:cNvSpPr>
            <a:spLocks noGrp="1"/>
          </p:cNvSpPr>
          <p:nvPr>
            <p:ph type="body" sz="quarter" idx="22" hasCustomPrompt="1"/>
          </p:nvPr>
        </p:nvSpPr>
        <p:spPr>
          <a:xfrm>
            <a:off x="5181609"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42" name="Text Placeholder 82">
            <a:extLst>
              <a:ext uri="{FF2B5EF4-FFF2-40B4-BE49-F238E27FC236}">
                <a16:creationId xmlns:a16="http://schemas.microsoft.com/office/drawing/2014/main" id="{3CE6E2B2-B409-1FCB-9C15-B81860C47FA8}"/>
              </a:ext>
            </a:extLst>
          </p:cNvPr>
          <p:cNvSpPr>
            <a:spLocks noGrp="1"/>
          </p:cNvSpPr>
          <p:nvPr>
            <p:ph type="body" sz="quarter" idx="23" hasCustomPrompt="1"/>
          </p:nvPr>
        </p:nvSpPr>
        <p:spPr>
          <a:xfrm>
            <a:off x="8847921" y="16089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Practice Leader Name</a:t>
            </a:r>
          </a:p>
        </p:txBody>
      </p:sp>
      <p:sp>
        <p:nvSpPr>
          <p:cNvPr id="43" name="Text Placeholder 82">
            <a:extLst>
              <a:ext uri="{FF2B5EF4-FFF2-40B4-BE49-F238E27FC236}">
                <a16:creationId xmlns:a16="http://schemas.microsoft.com/office/drawing/2014/main" id="{6AA33875-33C3-CB35-B90B-D71613025DB4}"/>
              </a:ext>
            </a:extLst>
          </p:cNvPr>
          <p:cNvSpPr>
            <a:spLocks noGrp="1"/>
          </p:cNvSpPr>
          <p:nvPr>
            <p:ph type="body" sz="quarter" idx="24" hasCustomPrompt="1"/>
          </p:nvPr>
        </p:nvSpPr>
        <p:spPr>
          <a:xfrm>
            <a:off x="8847921"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44" name="Text Placeholder 82">
            <a:extLst>
              <a:ext uri="{FF2B5EF4-FFF2-40B4-BE49-F238E27FC236}">
                <a16:creationId xmlns:a16="http://schemas.microsoft.com/office/drawing/2014/main" id="{92B73165-A05C-086E-30BF-56115E41E721}"/>
              </a:ext>
            </a:extLst>
          </p:cNvPr>
          <p:cNvSpPr>
            <a:spLocks noGrp="1"/>
          </p:cNvSpPr>
          <p:nvPr>
            <p:ph type="body" sz="quarter" idx="27" hasCustomPrompt="1"/>
          </p:nvPr>
        </p:nvSpPr>
        <p:spPr>
          <a:xfrm>
            <a:off x="1541421" y="32091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Capability Leader Name</a:t>
            </a:r>
          </a:p>
        </p:txBody>
      </p:sp>
      <p:sp>
        <p:nvSpPr>
          <p:cNvPr id="45" name="Text Placeholder 82">
            <a:extLst>
              <a:ext uri="{FF2B5EF4-FFF2-40B4-BE49-F238E27FC236}">
                <a16:creationId xmlns:a16="http://schemas.microsoft.com/office/drawing/2014/main" id="{1D0C832F-7B11-482A-0C84-51D70E995C3F}"/>
              </a:ext>
            </a:extLst>
          </p:cNvPr>
          <p:cNvSpPr>
            <a:spLocks noGrp="1"/>
          </p:cNvSpPr>
          <p:nvPr>
            <p:ph type="body" sz="quarter" idx="55" hasCustomPrompt="1"/>
          </p:nvPr>
        </p:nvSpPr>
        <p:spPr>
          <a:xfrm>
            <a:off x="1541421"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46" name="Text Placeholder 82">
            <a:extLst>
              <a:ext uri="{FF2B5EF4-FFF2-40B4-BE49-F238E27FC236}">
                <a16:creationId xmlns:a16="http://schemas.microsoft.com/office/drawing/2014/main" id="{D28A3B8F-F595-4C3C-AB10-8BE49E935E67}"/>
              </a:ext>
            </a:extLst>
          </p:cNvPr>
          <p:cNvSpPr>
            <a:spLocks noGrp="1"/>
          </p:cNvSpPr>
          <p:nvPr>
            <p:ph type="body" sz="quarter" idx="56" hasCustomPrompt="1"/>
          </p:nvPr>
        </p:nvSpPr>
        <p:spPr>
          <a:xfrm>
            <a:off x="5199027" y="32091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SA Name</a:t>
            </a:r>
          </a:p>
        </p:txBody>
      </p:sp>
      <p:sp>
        <p:nvSpPr>
          <p:cNvPr id="47" name="Text Placeholder 82">
            <a:extLst>
              <a:ext uri="{FF2B5EF4-FFF2-40B4-BE49-F238E27FC236}">
                <a16:creationId xmlns:a16="http://schemas.microsoft.com/office/drawing/2014/main" id="{69624D83-7C19-A177-915D-36D71489A2EA}"/>
              </a:ext>
            </a:extLst>
          </p:cNvPr>
          <p:cNvSpPr>
            <a:spLocks noGrp="1"/>
          </p:cNvSpPr>
          <p:nvPr>
            <p:ph type="body" sz="quarter" idx="57" hasCustomPrompt="1"/>
          </p:nvPr>
        </p:nvSpPr>
        <p:spPr>
          <a:xfrm>
            <a:off x="5190318"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48" name="Text Placeholder 82">
            <a:extLst>
              <a:ext uri="{FF2B5EF4-FFF2-40B4-BE49-F238E27FC236}">
                <a16:creationId xmlns:a16="http://schemas.microsoft.com/office/drawing/2014/main" id="{891FD102-9DA5-EE5F-5021-4DA80842E1CB}"/>
              </a:ext>
            </a:extLst>
          </p:cNvPr>
          <p:cNvSpPr>
            <a:spLocks noGrp="1"/>
          </p:cNvSpPr>
          <p:nvPr>
            <p:ph type="body" sz="quarter" idx="31" hasCustomPrompt="1"/>
          </p:nvPr>
        </p:nvSpPr>
        <p:spPr>
          <a:xfrm>
            <a:off x="8856630" y="32091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Delivery Director Name</a:t>
            </a:r>
          </a:p>
        </p:txBody>
      </p:sp>
      <p:sp>
        <p:nvSpPr>
          <p:cNvPr id="49" name="Text Placeholder 82">
            <a:extLst>
              <a:ext uri="{FF2B5EF4-FFF2-40B4-BE49-F238E27FC236}">
                <a16:creationId xmlns:a16="http://schemas.microsoft.com/office/drawing/2014/main" id="{87AA0E11-F04A-F36A-FFCC-A3948B0B2512}"/>
              </a:ext>
            </a:extLst>
          </p:cNvPr>
          <p:cNvSpPr>
            <a:spLocks noGrp="1"/>
          </p:cNvSpPr>
          <p:nvPr>
            <p:ph type="body" sz="quarter" idx="32" hasCustomPrompt="1"/>
          </p:nvPr>
        </p:nvSpPr>
        <p:spPr>
          <a:xfrm>
            <a:off x="8856630"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50" name="Text Placeholder 82">
            <a:extLst>
              <a:ext uri="{FF2B5EF4-FFF2-40B4-BE49-F238E27FC236}">
                <a16:creationId xmlns:a16="http://schemas.microsoft.com/office/drawing/2014/main" id="{301DC171-B02E-0141-4909-CC163D6C36E8}"/>
              </a:ext>
            </a:extLst>
          </p:cNvPr>
          <p:cNvSpPr>
            <a:spLocks noGrp="1"/>
          </p:cNvSpPr>
          <p:nvPr>
            <p:ph type="body" sz="quarter" idx="35" hasCustomPrompt="1"/>
          </p:nvPr>
        </p:nvSpPr>
        <p:spPr>
          <a:xfrm>
            <a:off x="1541421" y="48093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51" name="Text Placeholder 82">
            <a:extLst>
              <a:ext uri="{FF2B5EF4-FFF2-40B4-BE49-F238E27FC236}">
                <a16:creationId xmlns:a16="http://schemas.microsoft.com/office/drawing/2014/main" id="{C83778A6-77DE-D815-3EF6-FEBB4F952ADB}"/>
              </a:ext>
            </a:extLst>
          </p:cNvPr>
          <p:cNvSpPr>
            <a:spLocks noGrp="1"/>
          </p:cNvSpPr>
          <p:nvPr>
            <p:ph type="body" sz="quarter" idx="36" hasCustomPrompt="1"/>
          </p:nvPr>
        </p:nvSpPr>
        <p:spPr>
          <a:xfrm>
            <a:off x="1541421"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52" name="Text Placeholder 82">
            <a:extLst>
              <a:ext uri="{FF2B5EF4-FFF2-40B4-BE49-F238E27FC236}">
                <a16:creationId xmlns:a16="http://schemas.microsoft.com/office/drawing/2014/main" id="{2755C5BF-B4AA-5EC3-CB99-FC436758682C}"/>
              </a:ext>
            </a:extLst>
          </p:cNvPr>
          <p:cNvSpPr>
            <a:spLocks noGrp="1"/>
          </p:cNvSpPr>
          <p:nvPr>
            <p:ph type="body" sz="quarter" idx="37" hasCustomPrompt="1"/>
          </p:nvPr>
        </p:nvSpPr>
        <p:spPr>
          <a:xfrm>
            <a:off x="5199027" y="48093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53" name="Text Placeholder 82">
            <a:extLst>
              <a:ext uri="{FF2B5EF4-FFF2-40B4-BE49-F238E27FC236}">
                <a16:creationId xmlns:a16="http://schemas.microsoft.com/office/drawing/2014/main" id="{872478DF-CB5E-80EF-44EA-E7514C77047F}"/>
              </a:ext>
            </a:extLst>
          </p:cNvPr>
          <p:cNvSpPr>
            <a:spLocks noGrp="1"/>
          </p:cNvSpPr>
          <p:nvPr>
            <p:ph type="body" sz="quarter" idx="38" hasCustomPrompt="1"/>
          </p:nvPr>
        </p:nvSpPr>
        <p:spPr>
          <a:xfrm>
            <a:off x="5190318"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
        <p:nvSpPr>
          <p:cNvPr id="54" name="Text Placeholder 82">
            <a:extLst>
              <a:ext uri="{FF2B5EF4-FFF2-40B4-BE49-F238E27FC236}">
                <a16:creationId xmlns:a16="http://schemas.microsoft.com/office/drawing/2014/main" id="{BEF49E24-6BE8-4DC8-A5FA-89196F2978FE}"/>
              </a:ext>
            </a:extLst>
          </p:cNvPr>
          <p:cNvSpPr>
            <a:spLocks noGrp="1"/>
          </p:cNvSpPr>
          <p:nvPr>
            <p:ph type="body" sz="quarter" idx="39" hasCustomPrompt="1"/>
          </p:nvPr>
        </p:nvSpPr>
        <p:spPr>
          <a:xfrm>
            <a:off x="8856630" y="48093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55" name="Text Placeholder 82">
            <a:extLst>
              <a:ext uri="{FF2B5EF4-FFF2-40B4-BE49-F238E27FC236}">
                <a16:creationId xmlns:a16="http://schemas.microsoft.com/office/drawing/2014/main" id="{072C174B-9E61-1633-7591-CD84AE56E639}"/>
              </a:ext>
            </a:extLst>
          </p:cNvPr>
          <p:cNvSpPr>
            <a:spLocks noGrp="1"/>
          </p:cNvSpPr>
          <p:nvPr>
            <p:ph type="body" sz="quarter" idx="40" hasCustomPrompt="1"/>
          </p:nvPr>
        </p:nvSpPr>
        <p:spPr>
          <a:xfrm>
            <a:off x="8856630"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@newrocket.com</a:t>
            </a:r>
          </a:p>
        </p:txBody>
      </p:sp>
    </p:spTree>
    <p:extLst>
      <p:ext uri="{BB962C8B-B14F-4D97-AF65-F5344CB8AC3E}">
        <p14:creationId xmlns:p14="http://schemas.microsoft.com/office/powerpoint/2010/main" val="125090954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peakers 5">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11EF965-3EDC-9A8D-9C79-90C9C32443F9}"/>
              </a:ext>
            </a:extLst>
          </p:cNvPr>
          <p:cNvSpPr/>
          <p:nvPr userDrawn="1"/>
        </p:nvSpPr>
        <p:spPr>
          <a:xfrm>
            <a:off x="0" y="3886200"/>
            <a:ext cx="12192000" cy="2514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
        <p:nvSpPr>
          <p:cNvPr id="17" name="Picture Placeholder 16">
            <a:extLst>
              <a:ext uri="{FF2B5EF4-FFF2-40B4-BE49-F238E27FC236}">
                <a16:creationId xmlns:a16="http://schemas.microsoft.com/office/drawing/2014/main" id="{07620E25-49B2-BBCD-A96D-177D0D547462}"/>
              </a:ext>
            </a:extLst>
          </p:cNvPr>
          <p:cNvSpPr>
            <a:spLocks noGrp="1"/>
          </p:cNvSpPr>
          <p:nvPr>
            <p:ph type="pic" sz="quarter" idx="28" hasCustomPrompt="1"/>
          </p:nvPr>
        </p:nvSpPr>
        <p:spPr>
          <a:xfrm>
            <a:off x="3124198" y="2057400"/>
            <a:ext cx="2286000" cy="2286000"/>
          </a:xfrm>
          <a:solidFill>
            <a:schemeClr val="tx1"/>
          </a:solidFill>
        </p:spPr>
        <p:txBody>
          <a:bodyPr anchor="t"/>
          <a:lstStyle>
            <a:lvl1pPr marL="0" indent="0" algn="ctr">
              <a:buNone/>
              <a:defRPr>
                <a:solidFill>
                  <a:schemeClr val="bg1"/>
                </a:solidFill>
                <a:latin typeface="+mn-lt"/>
              </a:defRPr>
            </a:lvl1pPr>
          </a:lstStyle>
          <a:p>
            <a:r>
              <a:rPr lang="en-US"/>
              <a:t>Headshot</a:t>
            </a:r>
          </a:p>
        </p:txBody>
      </p:sp>
      <p:sp>
        <p:nvSpPr>
          <p:cNvPr id="22" name="Picture Placeholder 16">
            <a:extLst>
              <a:ext uri="{FF2B5EF4-FFF2-40B4-BE49-F238E27FC236}">
                <a16:creationId xmlns:a16="http://schemas.microsoft.com/office/drawing/2014/main" id="{E3E64393-2159-F9A6-CCA2-BA504F672B40}"/>
              </a:ext>
            </a:extLst>
          </p:cNvPr>
          <p:cNvSpPr>
            <a:spLocks noGrp="1"/>
          </p:cNvSpPr>
          <p:nvPr>
            <p:ph type="pic" sz="quarter" idx="30" hasCustomPrompt="1"/>
          </p:nvPr>
        </p:nvSpPr>
        <p:spPr>
          <a:xfrm>
            <a:off x="6781800" y="2069122"/>
            <a:ext cx="2286000" cy="2286000"/>
          </a:xfrm>
          <a:solidFill>
            <a:schemeClr val="tx1"/>
          </a:solidFill>
        </p:spPr>
        <p:txBody>
          <a:bodyPr anchor="t"/>
          <a:lstStyle>
            <a:lvl1pPr marL="0" indent="0" algn="ctr">
              <a:buNone/>
              <a:defRPr>
                <a:solidFill>
                  <a:schemeClr val="bg1"/>
                </a:solidFill>
                <a:latin typeface="+mn-lt"/>
              </a:defRPr>
            </a:lvl1pPr>
          </a:lstStyle>
          <a:p>
            <a:r>
              <a:rPr lang="en-US"/>
              <a:t>Headshot</a:t>
            </a:r>
          </a:p>
        </p:txBody>
      </p:sp>
      <p:sp>
        <p:nvSpPr>
          <p:cNvPr id="7" name="Text Placeholder 7">
            <a:extLst>
              <a:ext uri="{FF2B5EF4-FFF2-40B4-BE49-F238E27FC236}">
                <a16:creationId xmlns:a16="http://schemas.microsoft.com/office/drawing/2014/main" id="{485650DE-DC13-C170-E9C4-036713ED2DC6}"/>
              </a:ext>
            </a:extLst>
          </p:cNvPr>
          <p:cNvSpPr>
            <a:spLocks noGrp="1"/>
          </p:cNvSpPr>
          <p:nvPr>
            <p:ph type="body" sz="quarter" idx="22" hasCustomPrompt="1"/>
          </p:nvPr>
        </p:nvSpPr>
        <p:spPr>
          <a:xfrm>
            <a:off x="3124198" y="4344989"/>
            <a:ext cx="2286000" cy="455611"/>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latin typeface="+mn-lt"/>
              </a:defRPr>
            </a:lvl1pPr>
          </a:lstStyle>
          <a:p>
            <a:pPr lvl="0"/>
            <a:r>
              <a:rPr lang="en-US"/>
              <a:t>Name</a:t>
            </a:r>
          </a:p>
        </p:txBody>
      </p:sp>
      <p:sp>
        <p:nvSpPr>
          <p:cNvPr id="11" name="Text Placeholder 7">
            <a:extLst>
              <a:ext uri="{FF2B5EF4-FFF2-40B4-BE49-F238E27FC236}">
                <a16:creationId xmlns:a16="http://schemas.microsoft.com/office/drawing/2014/main" id="{9FD28A58-1C11-1AD7-9796-C76C097DC78F}"/>
              </a:ext>
            </a:extLst>
          </p:cNvPr>
          <p:cNvSpPr>
            <a:spLocks noGrp="1"/>
          </p:cNvSpPr>
          <p:nvPr>
            <p:ph type="body" sz="quarter" idx="23" hasCustomPrompt="1"/>
          </p:nvPr>
        </p:nvSpPr>
        <p:spPr>
          <a:xfrm>
            <a:off x="6781799" y="4343403"/>
            <a:ext cx="2286000" cy="457198"/>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latin typeface="+mn-lt"/>
              </a:defRPr>
            </a:lvl1pPr>
          </a:lstStyle>
          <a:p>
            <a:pPr lvl="0"/>
            <a:r>
              <a:rPr lang="en-US"/>
              <a:t>Name</a:t>
            </a:r>
          </a:p>
        </p:txBody>
      </p:sp>
      <p:sp>
        <p:nvSpPr>
          <p:cNvPr id="12" name="Text Placeholder 7">
            <a:extLst>
              <a:ext uri="{FF2B5EF4-FFF2-40B4-BE49-F238E27FC236}">
                <a16:creationId xmlns:a16="http://schemas.microsoft.com/office/drawing/2014/main" id="{CC726F3D-6152-34EC-08D8-37C580EA5E4B}"/>
              </a:ext>
            </a:extLst>
          </p:cNvPr>
          <p:cNvSpPr>
            <a:spLocks noGrp="1"/>
          </p:cNvSpPr>
          <p:nvPr>
            <p:ph type="body" sz="quarter" idx="25" hasCustomPrompt="1"/>
          </p:nvPr>
        </p:nvSpPr>
        <p:spPr>
          <a:xfrm>
            <a:off x="3124198"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13" name="Text Placeholder 7">
            <a:extLst>
              <a:ext uri="{FF2B5EF4-FFF2-40B4-BE49-F238E27FC236}">
                <a16:creationId xmlns:a16="http://schemas.microsoft.com/office/drawing/2014/main" id="{6A2E599C-BA89-2AAF-3D33-CB88CD60DE64}"/>
              </a:ext>
            </a:extLst>
          </p:cNvPr>
          <p:cNvSpPr>
            <a:spLocks noGrp="1"/>
          </p:cNvSpPr>
          <p:nvPr>
            <p:ph type="body" sz="quarter" idx="26" hasCustomPrompt="1"/>
          </p:nvPr>
        </p:nvSpPr>
        <p:spPr>
          <a:xfrm>
            <a:off x="6781799"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Tree>
    <p:extLst>
      <p:ext uri="{BB962C8B-B14F-4D97-AF65-F5344CB8AC3E}">
        <p14:creationId xmlns:p14="http://schemas.microsoft.com/office/powerpoint/2010/main" val="255630324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eeting 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0" y="0"/>
            <a:ext cx="5181600" cy="6400800"/>
          </a:xfrm>
          <a:solidFill>
            <a:schemeClr val="tx1"/>
          </a:solidFill>
        </p:spPr>
        <p:txBody>
          <a:bodyPr/>
          <a:lstStyle>
            <a:lvl1pPr marL="0" indent="0" algn="ctr">
              <a:buNone/>
              <a:defRPr>
                <a:solidFill>
                  <a:schemeClr val="bg1"/>
                </a:solidFill>
              </a:defRPr>
            </a:lvl1pPr>
          </a:lstStyle>
          <a:p>
            <a:endParaRPr lang="en-US"/>
          </a:p>
        </p:txBody>
      </p:sp>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5181600" y="1"/>
            <a:ext cx="7010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 name="Google Shape;686;g230b1a41ba8_0_6">
            <a:extLst>
              <a:ext uri="{FF2B5EF4-FFF2-40B4-BE49-F238E27FC236}">
                <a16:creationId xmlns:a16="http://schemas.microsoft.com/office/drawing/2014/main" id="{121F1312-1224-0E33-5BCF-4A0E2D58C00C}"/>
              </a:ext>
            </a:extLst>
          </p:cNvPr>
          <p:cNvSpPr txBox="1">
            <a:spLocks noGrp="1"/>
          </p:cNvSpPr>
          <p:nvPr>
            <p:ph type="title" hasCustomPrompt="1"/>
          </p:nvPr>
        </p:nvSpPr>
        <p:spPr>
          <a:xfrm>
            <a:off x="6096000" y="2971800"/>
            <a:ext cx="5486400" cy="914400"/>
          </a:xfrm>
          <a:prstGeom prst="rect">
            <a:avLst/>
          </a:prstGeom>
          <a:noFill/>
          <a:ln>
            <a:noFill/>
          </a:ln>
        </p:spPr>
        <p:txBody>
          <a:bodyPr spcFirstLastPara="1" wrap="square" lIns="0" tIns="0" rIns="0" bIns="0" anchor="t" anchorCtr="0">
            <a:noAutofit/>
          </a:bodyPr>
          <a:lstStyle>
            <a:lvl1pPr>
              <a:defRPr>
                <a:solidFill>
                  <a:srgbClr val="F0F5FA"/>
                </a:solidFill>
              </a:defRPr>
            </a:lvl1pPr>
          </a:lstStyle>
          <a:p>
            <a:pPr marL="0" lvl="0" indent="0" algn="l" rtl="0">
              <a:lnSpc>
                <a:spcPct val="120000"/>
              </a:lnSpc>
              <a:spcBef>
                <a:spcPct val="0"/>
              </a:spcBef>
              <a:spcAft>
                <a:spcPct val="0"/>
              </a:spcAft>
              <a:buClr>
                <a:schemeClr val="lt1"/>
              </a:buClr>
              <a:buSzPts val="3200"/>
              <a:buFont typeface="Inter"/>
              <a:buNone/>
            </a:pPr>
            <a:r>
              <a:rPr lang="en-US"/>
              <a:t>It’s great to meet you.</a:t>
            </a:r>
            <a:endParaRPr/>
          </a:p>
        </p:txBody>
      </p:sp>
      <p:sp>
        <p:nvSpPr>
          <p:cNvPr id="5" name="Text Placeholder 3">
            <a:extLst>
              <a:ext uri="{FF2B5EF4-FFF2-40B4-BE49-F238E27FC236}">
                <a16:creationId xmlns:a16="http://schemas.microsoft.com/office/drawing/2014/main" id="{D1D20C3D-702F-6C65-B8B3-E18C1F347ABA}"/>
              </a:ext>
            </a:extLst>
          </p:cNvPr>
          <p:cNvSpPr>
            <a:spLocks noGrp="1"/>
          </p:cNvSpPr>
          <p:nvPr>
            <p:ph type="body" sz="half" idx="2" hasCustomPrompt="1"/>
          </p:nvPr>
        </p:nvSpPr>
        <p:spPr>
          <a:xfrm>
            <a:off x="6096000" y="1828801"/>
            <a:ext cx="5486400" cy="685800"/>
          </a:xfrm>
        </p:spPr>
        <p:txBody>
          <a:bodyPr wrap="square" tIns="91440" rIns="457200" bIns="45720">
            <a:normAutofit/>
          </a:bodyPr>
          <a:lstStyle>
            <a:lvl1pPr marL="0" indent="0">
              <a:buNone/>
              <a:defRPr sz="1800" b="1">
                <a:solidFill>
                  <a:schemeClr val="bg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Use Title Capitalization </a:t>
            </a:r>
          </a:p>
        </p:txBody>
      </p:sp>
    </p:spTree>
    <p:extLst>
      <p:ext uri="{BB962C8B-B14F-4D97-AF65-F5344CB8AC3E}">
        <p14:creationId xmlns:p14="http://schemas.microsoft.com/office/powerpoint/2010/main" val="4253987887"/>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NewRocket Descriptor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C112D8-30FF-A06D-DFDF-80D743742F1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6692" y="557868"/>
            <a:ext cx="1568514" cy="442622"/>
          </a:xfrm>
          <a:prstGeom prst="rect">
            <a:avLst/>
          </a:prstGeom>
        </p:spPr>
      </p:pic>
      <p:sp>
        <p:nvSpPr>
          <p:cNvPr id="3" name="TextBox 2">
            <a:extLst>
              <a:ext uri="{FF2B5EF4-FFF2-40B4-BE49-F238E27FC236}">
                <a16:creationId xmlns:a16="http://schemas.microsoft.com/office/drawing/2014/main" id="{A22CDB70-A299-B08D-2F95-4CEA20A7B89A}"/>
              </a:ext>
            </a:extLst>
          </p:cNvPr>
          <p:cNvSpPr txBox="1"/>
          <p:nvPr userDrawn="1"/>
        </p:nvSpPr>
        <p:spPr>
          <a:xfrm>
            <a:off x="1066800" y="1143000"/>
            <a:ext cx="10058400" cy="2743200"/>
          </a:xfrm>
          <a:prstGeom prst="rect">
            <a:avLst/>
          </a:prstGeom>
          <a:noFill/>
        </p:spPr>
        <p:txBody>
          <a:bodyPr wrap="square" rtlCol="0" anchor="b">
            <a:noAutofit/>
          </a:bodyPr>
          <a:lstStyle/>
          <a:p>
            <a:pPr algn="ctr"/>
            <a:r>
              <a:rPr lang="en-US" sz="4000" b="1" i="0">
                <a:solidFill>
                  <a:schemeClr val="accent1"/>
                </a:solidFill>
                <a:latin typeface="+mj-lt"/>
                <a:ea typeface="Inter" panose="02000503000000020004" pitchFamily="2" charset="0"/>
                <a:cs typeface="Arial" panose="020B0604020202020204" pitchFamily="34" charset="0"/>
              </a:rPr>
              <a:t>The go-to ServiceNow guide for</a:t>
            </a:r>
          </a:p>
          <a:p>
            <a:pPr algn="ctr"/>
            <a:r>
              <a:rPr lang="en-US" sz="4000" b="1" i="0">
                <a:solidFill>
                  <a:schemeClr val="accent1"/>
                </a:solidFill>
                <a:latin typeface="+mj-lt"/>
                <a:ea typeface="Inter" panose="02000503000000020004" pitchFamily="2" charset="0"/>
                <a:cs typeface="Arial" panose="020B0604020202020204" pitchFamily="34" charset="0"/>
              </a:rPr>
              <a:t>global enterprise leaders</a:t>
            </a:r>
          </a:p>
        </p:txBody>
      </p:sp>
      <p:pic>
        <p:nvPicPr>
          <p:cNvPr id="7" name="Picture 6">
            <a:extLst>
              <a:ext uri="{FF2B5EF4-FFF2-40B4-BE49-F238E27FC236}">
                <a16:creationId xmlns:a16="http://schemas.microsoft.com/office/drawing/2014/main" id="{766AD839-85BC-8D20-F615-16B02D846DCB}"/>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163758" y="1104255"/>
            <a:ext cx="3864483" cy="1090525"/>
          </a:xfrm>
          <a:prstGeom prst="rect">
            <a:avLst/>
          </a:prstGeom>
          <a:effectLst/>
        </p:spPr>
      </p:pic>
    </p:spTree>
    <p:extLst>
      <p:ext uri="{BB962C8B-B14F-4D97-AF65-F5344CB8AC3E}">
        <p14:creationId xmlns:p14="http://schemas.microsoft.com/office/powerpoint/2010/main" val="156724056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o Beyond Workflow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9D21B8-F48C-C67F-41FE-3CA847A8F57A}"/>
              </a:ext>
            </a:extLst>
          </p:cNvPr>
          <p:cNvSpPr txBox="1"/>
          <p:nvPr userDrawn="1"/>
        </p:nvSpPr>
        <p:spPr>
          <a:xfrm>
            <a:off x="609600" y="685800"/>
            <a:ext cx="10972800" cy="2514600"/>
          </a:xfrm>
          <a:prstGeom prst="rect">
            <a:avLst/>
          </a:prstGeom>
          <a:noFill/>
        </p:spPr>
        <p:txBody>
          <a:bodyPr wrap="square" rtlCol="0" anchor="b">
            <a:noAutofit/>
          </a:bodyPr>
          <a:lstStyle/>
          <a:p>
            <a:pPr algn="ctr"/>
            <a:r>
              <a:rPr lang="en-US" sz="4000" b="1" i="0">
                <a:solidFill>
                  <a:schemeClr val="tx2"/>
                </a:solidFill>
                <a:latin typeface="+mj-lt"/>
                <a:ea typeface="Inter" panose="02000503000000020004" pitchFamily="2" charset="0"/>
                <a:cs typeface="Arial" panose="020B0604020202020204" pitchFamily="34" charset="0"/>
              </a:rPr>
              <a:t>Go Beyond Workflows™️</a:t>
            </a:r>
          </a:p>
        </p:txBody>
      </p:sp>
    </p:spTree>
    <p:extLst>
      <p:ext uri="{BB962C8B-B14F-4D97-AF65-F5344CB8AC3E}">
        <p14:creationId xmlns:p14="http://schemas.microsoft.com/office/powerpoint/2010/main" val="2176044116"/>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Google Shape;1596;g23b5d3839b8_1_23">
            <a:extLst>
              <a:ext uri="{FF2B5EF4-FFF2-40B4-BE49-F238E27FC236}">
                <a16:creationId xmlns:a16="http://schemas.microsoft.com/office/drawing/2014/main" id="{9527AC9C-A8F3-53CE-CC84-1E6E975362E6}"/>
              </a:ext>
            </a:extLst>
          </p:cNvPr>
          <p:cNvPicPr preferRelativeResize="0"/>
          <p:nvPr userDrawn="1"/>
        </p:nvPicPr>
        <p:blipFill>
          <a:blip r:embed="rId2">
            <a:alphaModFix/>
            <a:extLst>
              <a:ext uri="{28A0092B-C50C-407E-A947-70E740481C1C}">
                <a14:useLocalDpi xmlns:a14="http://schemas.microsoft.com/office/drawing/2010/main"/>
              </a:ext>
            </a:extLst>
          </a:blip>
          <a:stretch>
            <a:fillRect/>
          </a:stretch>
        </p:blipFill>
        <p:spPr>
          <a:xfrm>
            <a:off x="5181600" y="0"/>
            <a:ext cx="7010401" cy="6401094"/>
          </a:xfrm>
          <a:prstGeom prst="rect">
            <a:avLst/>
          </a:prstGeom>
          <a:noFill/>
          <a:ln>
            <a:noFill/>
          </a:ln>
        </p:spPr>
      </p:pic>
      <p:grpSp>
        <p:nvGrpSpPr>
          <p:cNvPr id="4" name="Google Shape;1597;g23b5d3839b8_1_23">
            <a:extLst>
              <a:ext uri="{FF2B5EF4-FFF2-40B4-BE49-F238E27FC236}">
                <a16:creationId xmlns:a16="http://schemas.microsoft.com/office/drawing/2014/main" id="{4763C7B0-4F67-6F9D-7F38-03F3C5C93A92}"/>
              </a:ext>
            </a:extLst>
          </p:cNvPr>
          <p:cNvGrpSpPr/>
          <p:nvPr userDrawn="1"/>
        </p:nvGrpSpPr>
        <p:grpSpPr>
          <a:xfrm>
            <a:off x="5181600" y="19787"/>
            <a:ext cx="6959600" cy="6364456"/>
            <a:chOff x="5181600" y="19787"/>
            <a:chExt cx="6959600" cy="6364456"/>
          </a:xfrm>
        </p:grpSpPr>
        <p:sp>
          <p:nvSpPr>
            <p:cNvPr id="5" name="Google Shape;1598;g23b5d3839b8_1_23">
              <a:extLst>
                <a:ext uri="{FF2B5EF4-FFF2-40B4-BE49-F238E27FC236}">
                  <a16:creationId xmlns:a16="http://schemas.microsoft.com/office/drawing/2014/main" id="{9C8585AF-DDBE-0631-BA3E-6527BCC8536D}"/>
                </a:ext>
              </a:extLst>
            </p:cNvPr>
            <p:cNvSpPr txBox="1"/>
            <p:nvPr/>
          </p:nvSpPr>
          <p:spPr>
            <a:xfrm>
              <a:off x="5181600" y="19787"/>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3</a:t>
              </a:r>
            </a:p>
            <a:p>
              <a:pPr marL="0" marR="0" lvl="0" indent="0" algn="ctr" rtl="0">
                <a:spcAft>
                  <a:spcPct val="0"/>
                </a:spcAft>
                <a:buClr>
                  <a:srgbClr val="000000"/>
                </a:buClr>
                <a:buSzPts val="1500"/>
                <a:buFont typeface="Arial"/>
                <a:buNone/>
              </a:pPr>
              <a:endParaRPr lang="en-US" sz="1000">
                <a:sym typeface="Inter SemiBold"/>
              </a:endParaRPr>
            </a:p>
            <a:p>
              <a:pPr marL="0" marR="0" lvl="0" indent="0" algn="ctr" rtl="0">
                <a:spcAft>
                  <a:spcPct val="0"/>
                </a:spcAft>
                <a:buClr>
                  <a:srgbClr val="000000"/>
                </a:buClr>
                <a:buSzPts val="1500"/>
                <a:buFont typeface="Arial"/>
                <a:buNone/>
              </a:pPr>
              <a:r>
                <a:rPr lang="en-US" sz="1400" b="1" i="0" u="none" strike="noStrike" cap="none">
                  <a:solidFill>
                    <a:schemeClr val="lt1"/>
                  </a:solidFill>
                  <a:ea typeface="Inter"/>
                  <a:cs typeface="Inter"/>
                  <a:sym typeface="Inter"/>
                </a:rPr>
                <a:t>Continents</a:t>
              </a:r>
            </a:p>
            <a:p>
              <a:pPr marL="0" marR="0" lvl="0" indent="0" algn="ctr" rtl="0">
                <a:spcAft>
                  <a:spcPct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ct val="0"/>
                </a:spcAft>
                <a:buClr>
                  <a:srgbClr val="000000"/>
                </a:buClr>
                <a:buSzPts val="1500"/>
                <a:buFont typeface="Arial"/>
                <a:buNone/>
              </a:pPr>
              <a:r>
                <a:rPr lang="en-US" sz="1000">
                  <a:solidFill>
                    <a:schemeClr val="lt1"/>
                  </a:solidFill>
                  <a:ea typeface="Inter"/>
                  <a:cs typeface="Inter"/>
                  <a:sym typeface="Inter"/>
                </a:rPr>
                <a:t>Locations in</a:t>
              </a:r>
            </a:p>
            <a:p>
              <a:pPr marL="0" marR="0" lvl="0" indent="0" algn="ctr" rtl="0">
                <a:spcAft>
                  <a:spcPct val="0"/>
                </a:spcAft>
                <a:buClr>
                  <a:srgbClr val="000000"/>
                </a:buClr>
                <a:buSzPts val="1500"/>
                <a:buFont typeface="Arial"/>
                <a:buNone/>
              </a:pPr>
              <a:r>
                <a:rPr lang="en-US" sz="1000" b="0" i="0" u="none" strike="noStrike" cap="none">
                  <a:solidFill>
                    <a:schemeClr val="lt1"/>
                  </a:solidFill>
                  <a:ea typeface="Inter"/>
                  <a:cs typeface="Inter"/>
                  <a:sym typeface="Inter"/>
                </a:rPr>
                <a:t>North America, Europe, Asia</a:t>
              </a:r>
              <a:endParaRPr sz="1000" b="0" i="0" u="none" strike="noStrike" cap="none">
                <a:solidFill>
                  <a:schemeClr val="lt1"/>
                </a:solidFill>
                <a:ea typeface="Inter"/>
                <a:cs typeface="Inter"/>
                <a:sym typeface="Inter"/>
              </a:endParaRPr>
            </a:p>
          </p:txBody>
        </p:sp>
        <p:sp>
          <p:nvSpPr>
            <p:cNvPr id="6" name="Google Shape;1599;g23b5d3839b8_1_23">
              <a:extLst>
                <a:ext uri="{FF2B5EF4-FFF2-40B4-BE49-F238E27FC236}">
                  <a16:creationId xmlns:a16="http://schemas.microsoft.com/office/drawing/2014/main" id="{0BCB6EF8-9281-B12D-8AC7-8797C7EB548E}"/>
                </a:ext>
              </a:extLst>
            </p:cNvPr>
            <p:cNvSpPr txBox="1"/>
            <p:nvPr/>
          </p:nvSpPr>
          <p:spPr>
            <a:xfrm>
              <a:off x="7504494" y="19787"/>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chemeClr val="dk1"/>
                </a:buClr>
                <a:buSzPts val="1000"/>
                <a:buFont typeface="Arial"/>
                <a:buNone/>
              </a:pPr>
              <a:r>
                <a:rPr lang="en-US" sz="2400" b="1" i="0" u="none" strike="noStrike" cap="none">
                  <a:solidFill>
                    <a:schemeClr val="lt1"/>
                  </a:solidFill>
                  <a:ea typeface="Inter SemiBold"/>
                  <a:cs typeface="Inter SemiBold"/>
                  <a:sym typeface="Inter SemiBold"/>
                </a:rPr>
                <a:t>1,200+ </a:t>
              </a:r>
            </a:p>
            <a:p>
              <a:pPr marL="0" marR="0" lvl="0" indent="0" algn="ctr" rtl="0">
                <a:spcAft>
                  <a:spcPct val="0"/>
                </a:spcAft>
                <a:buClr>
                  <a:schemeClr val="dk1"/>
                </a:buClr>
                <a:buSzPts val="1000"/>
                <a:buFont typeface="Arial"/>
                <a:buNone/>
              </a:pPr>
              <a:endParaRPr sz="1000"/>
            </a:p>
            <a:p>
              <a:pPr marL="0" marR="0" lvl="0" indent="0" algn="ctr" rtl="0">
                <a:spcAft>
                  <a:spcPct val="0"/>
                </a:spcAft>
                <a:buClr>
                  <a:schemeClr val="dk1"/>
                </a:buClr>
                <a:buSzPts val="1000"/>
                <a:buFont typeface="Arial"/>
                <a:buNone/>
              </a:pPr>
              <a:r>
                <a:rPr lang="en-US" sz="1400" b="1" i="0" u="none" strike="noStrike" cap="none">
                  <a:solidFill>
                    <a:schemeClr val="lt1"/>
                  </a:solidFill>
                  <a:ea typeface="Inter"/>
                  <a:cs typeface="Inter"/>
                  <a:sym typeface="Inter"/>
                </a:rPr>
                <a:t>Customers</a:t>
              </a:r>
              <a:r>
                <a:rPr lang="en-US" sz="1000" b="0" i="0" u="none" strike="noStrike" cap="none">
                  <a:solidFill>
                    <a:schemeClr val="lt1"/>
                  </a:solidFill>
                  <a:ea typeface="Inter"/>
                  <a:cs typeface="Inter"/>
                  <a:sym typeface="Inter"/>
                </a:rPr>
                <a:t> </a:t>
              </a:r>
            </a:p>
            <a:p>
              <a:pPr marL="0" marR="0" lvl="0" indent="0" algn="ctr" rtl="0">
                <a:spcAft>
                  <a:spcPct val="0"/>
                </a:spcAft>
                <a:buClr>
                  <a:schemeClr val="dk1"/>
                </a:buClr>
                <a:buSzPts val="1000"/>
                <a:buFont typeface="Arial"/>
                <a:buNone/>
              </a:pPr>
              <a:endParaRPr sz="1000" b="0" i="0" u="none" strike="noStrike" cap="none">
                <a:solidFill>
                  <a:schemeClr val="lt1"/>
                </a:solidFill>
                <a:ea typeface="Inter"/>
                <a:cs typeface="Inter"/>
                <a:sym typeface="Inter"/>
              </a:endParaRPr>
            </a:p>
            <a:p>
              <a:pPr marL="0" marR="0" lvl="0" indent="0" algn="ctr" rtl="0">
                <a:spcAft>
                  <a:spcPct val="0"/>
                </a:spcAft>
                <a:buClr>
                  <a:schemeClr val="dk1"/>
                </a:buClr>
                <a:buSzPts val="1000"/>
                <a:buFont typeface="Arial"/>
                <a:buNone/>
              </a:pPr>
              <a:r>
                <a:rPr lang="en-US" sz="1000">
                  <a:solidFill>
                    <a:schemeClr val="lt1"/>
                  </a:solidFill>
                  <a:ea typeface="Inter"/>
                  <a:cs typeface="Inter"/>
                  <a:sym typeface="Inter"/>
                </a:rPr>
                <a:t>G</a:t>
              </a:r>
              <a:r>
                <a:rPr lang="en-US" sz="1000" b="0" i="0" u="none" strike="noStrike" cap="none">
                  <a:solidFill>
                    <a:schemeClr val="lt1"/>
                  </a:solidFill>
                  <a:ea typeface="Inter"/>
                  <a:cs typeface="Inter"/>
                  <a:sym typeface="Inter"/>
                </a:rPr>
                <a:t>oing beyond workflows</a:t>
              </a:r>
              <a:endParaRPr sz="1000" b="0" i="0" u="none" strike="noStrike" cap="none">
                <a:solidFill>
                  <a:schemeClr val="lt1"/>
                </a:solidFill>
                <a:ea typeface="Inter"/>
                <a:cs typeface="Inter"/>
                <a:sym typeface="Inter"/>
              </a:endParaRPr>
            </a:p>
            <a:p>
              <a:pPr marL="0" marR="0" lvl="0" indent="0" algn="ctr" rtl="0">
                <a:spcAft>
                  <a:spcPct val="0"/>
                </a:spcAft>
                <a:buClr>
                  <a:schemeClr val="dk1"/>
                </a:buClr>
                <a:buSzPts val="1000"/>
                <a:buFont typeface="Arial"/>
                <a:buNone/>
              </a:pPr>
              <a:r>
                <a:rPr lang="en-US" sz="1000" b="0" i="0" u="none" strike="noStrike" cap="none">
                  <a:solidFill>
                    <a:schemeClr val="lt1"/>
                  </a:solidFill>
                  <a:ea typeface="Inter"/>
                  <a:cs typeface="Inter"/>
                  <a:sym typeface="Inter"/>
                </a:rPr>
                <a:t>to lasting results</a:t>
              </a:r>
              <a:endParaRPr sz="1000" b="0" i="0" u="none" strike="noStrike" cap="none">
                <a:solidFill>
                  <a:schemeClr val="lt1"/>
                </a:solidFill>
                <a:ea typeface="Inter"/>
                <a:cs typeface="Inter"/>
                <a:sym typeface="Inter"/>
              </a:endParaRPr>
            </a:p>
          </p:txBody>
        </p:sp>
        <p:sp>
          <p:nvSpPr>
            <p:cNvPr id="7" name="Google Shape;1600;g23b5d3839b8_1_23">
              <a:extLst>
                <a:ext uri="{FF2B5EF4-FFF2-40B4-BE49-F238E27FC236}">
                  <a16:creationId xmlns:a16="http://schemas.microsoft.com/office/drawing/2014/main" id="{807D18F1-11CF-0617-2DB2-F7BBDBC441DA}"/>
                </a:ext>
              </a:extLst>
            </p:cNvPr>
            <p:cNvSpPr txBox="1"/>
            <p:nvPr/>
          </p:nvSpPr>
          <p:spPr>
            <a:xfrm>
              <a:off x="9855200" y="19787"/>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chemeClr val="dk1"/>
                </a:buClr>
                <a:buSzPts val="1000"/>
                <a:buFont typeface="Arial"/>
                <a:buNone/>
              </a:pPr>
              <a:r>
                <a:rPr lang="en-US" sz="2400" b="1" i="0" u="none" strike="noStrike" cap="none">
                  <a:solidFill>
                    <a:schemeClr val="lt1"/>
                  </a:solidFill>
                  <a:ea typeface="Inter SemiBold"/>
                  <a:cs typeface="Inter SemiBold"/>
                  <a:sym typeface="Inter SemiBold"/>
                </a:rPr>
                <a:t>3,000+ </a:t>
              </a:r>
            </a:p>
            <a:p>
              <a:pPr marL="0" marR="0" lvl="0" indent="0" algn="ctr" rtl="0">
                <a:spcAft>
                  <a:spcPct val="0"/>
                </a:spcAft>
                <a:buClr>
                  <a:schemeClr val="dk1"/>
                </a:buClr>
                <a:buSzPts val="1000"/>
                <a:buFont typeface="Arial"/>
                <a:buNone/>
              </a:pPr>
              <a:endParaRPr sz="1000"/>
            </a:p>
            <a:p>
              <a:pPr marL="0" marR="0" lvl="0" indent="0" algn="ctr" rtl="0">
                <a:spcAft>
                  <a:spcPct val="0"/>
                </a:spcAft>
                <a:buClr>
                  <a:schemeClr val="dk1"/>
                </a:buClr>
                <a:buSzPts val="1000"/>
                <a:buFont typeface="Arial"/>
                <a:buNone/>
              </a:pPr>
              <a:r>
                <a:rPr lang="en-US" sz="1400" b="1" i="0" u="none" strike="noStrike" cap="none">
                  <a:solidFill>
                    <a:schemeClr val="lt1"/>
                  </a:solidFill>
                  <a:ea typeface="Inter"/>
                  <a:cs typeface="Inter"/>
                  <a:sym typeface="Inter"/>
                </a:rPr>
                <a:t>Projects</a:t>
              </a:r>
            </a:p>
            <a:p>
              <a:pPr marL="0" marR="0" lvl="0" indent="0" algn="ctr" rtl="0">
                <a:spcAft>
                  <a:spcPct val="0"/>
                </a:spcAft>
                <a:buClr>
                  <a:schemeClr val="dk1"/>
                </a:buClr>
                <a:buSzPts val="1000"/>
                <a:buFont typeface="Arial"/>
                <a:buNone/>
              </a:pPr>
              <a:endParaRPr sz="1000" b="1" i="0" u="none" strike="noStrike" cap="none">
                <a:solidFill>
                  <a:schemeClr val="lt1"/>
                </a:solidFill>
                <a:ea typeface="Inter"/>
                <a:cs typeface="Inter"/>
                <a:sym typeface="Inter"/>
              </a:endParaRPr>
            </a:p>
            <a:p>
              <a:pPr marL="0" marR="0" lvl="0" indent="0" algn="ctr" rtl="0">
                <a:spcAft>
                  <a:spcPct val="0"/>
                </a:spcAft>
                <a:buClr>
                  <a:schemeClr val="dk1"/>
                </a:buClr>
                <a:buSzPts val="1000"/>
                <a:buFont typeface="Arial"/>
                <a:buNone/>
              </a:pPr>
              <a:r>
                <a:rPr lang="en-US" sz="1000" b="0" i="0" u="none" strike="noStrike" cap="none">
                  <a:solidFill>
                    <a:schemeClr val="lt1"/>
                  </a:solidFill>
                  <a:ea typeface="Inter"/>
                  <a:cs typeface="Inter"/>
                  <a:sym typeface="Inter"/>
                </a:rPr>
                <a:t> Transforming the way </a:t>
              </a:r>
              <a:endParaRPr sz="1000" b="0" i="0" u="none" strike="noStrike" cap="none">
                <a:solidFill>
                  <a:schemeClr val="lt1"/>
                </a:solidFill>
                <a:ea typeface="Inter"/>
                <a:cs typeface="Inter"/>
                <a:sym typeface="Inter"/>
              </a:endParaRPr>
            </a:p>
            <a:p>
              <a:pPr marL="0" marR="0" lvl="0" indent="0" algn="ctr" rtl="0">
                <a:spcAft>
                  <a:spcPct val="0"/>
                </a:spcAft>
                <a:buClr>
                  <a:schemeClr val="dk1"/>
                </a:buClr>
                <a:buSzPts val="1000"/>
                <a:buFont typeface="Arial"/>
                <a:buNone/>
              </a:pPr>
              <a:r>
                <a:rPr lang="en-US" sz="1000" b="0" i="0" u="none" strike="noStrike" cap="none">
                  <a:solidFill>
                    <a:schemeClr val="lt1"/>
                  </a:solidFill>
                  <a:ea typeface="Inter"/>
                  <a:cs typeface="Inter"/>
                  <a:sym typeface="Inter"/>
                </a:rPr>
                <a:t>people do business</a:t>
              </a:r>
              <a:endParaRPr sz="1000" b="0" i="0" u="none" strike="noStrike" cap="none">
                <a:solidFill>
                  <a:schemeClr val="lt1"/>
                </a:solidFill>
                <a:ea typeface="Inter"/>
                <a:cs typeface="Inter"/>
                <a:sym typeface="Inter"/>
              </a:endParaRPr>
            </a:p>
            <a:p>
              <a:pPr marL="0" marR="0" lvl="0" indent="0" algn="ctr" rtl="0">
                <a:spcAft>
                  <a:spcPct val="0"/>
                </a:spcAft>
                <a:buClr>
                  <a:srgbClr val="000000"/>
                </a:buClr>
                <a:buSzPts val="1500"/>
                <a:buFont typeface="Arial"/>
                <a:buNone/>
              </a:pPr>
              <a:endParaRPr sz="1000" b="0" i="0" u="none" strike="noStrike" cap="none">
                <a:solidFill>
                  <a:schemeClr val="lt1"/>
                </a:solidFill>
                <a:ea typeface="Inter"/>
                <a:cs typeface="Inter"/>
                <a:sym typeface="Inter"/>
              </a:endParaRPr>
            </a:p>
          </p:txBody>
        </p:sp>
        <p:sp>
          <p:nvSpPr>
            <p:cNvPr id="8" name="Google Shape;1601;g23b5d3839b8_1_23">
              <a:extLst>
                <a:ext uri="{FF2B5EF4-FFF2-40B4-BE49-F238E27FC236}">
                  <a16:creationId xmlns:a16="http://schemas.microsoft.com/office/drawing/2014/main" id="{C3C606FE-01B9-B085-A8AE-4D636A17DE52}"/>
                </a:ext>
              </a:extLst>
            </p:cNvPr>
            <p:cNvSpPr txBox="1"/>
            <p:nvPr/>
          </p:nvSpPr>
          <p:spPr>
            <a:xfrm>
              <a:off x="5181600" y="2148260"/>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chemeClr val="dk1"/>
                </a:buClr>
                <a:buSzPts val="1000"/>
                <a:buFont typeface="Arial"/>
                <a:buNone/>
              </a:pPr>
              <a:r>
                <a:rPr lang="en-US" sz="2400" b="1" i="0" u="none" strike="noStrike" cap="none">
                  <a:solidFill>
                    <a:schemeClr val="lt1"/>
                  </a:solidFill>
                  <a:ea typeface="Inter SemiBold"/>
                  <a:cs typeface="Inter SemiBold"/>
                  <a:sym typeface="Inter SemiBold"/>
                </a:rPr>
                <a:t>780+</a:t>
              </a:r>
            </a:p>
            <a:p>
              <a:pPr marL="0" marR="0" lvl="0" indent="0" algn="ctr" rtl="0">
                <a:spcAft>
                  <a:spcPct val="0"/>
                </a:spcAft>
                <a:buClr>
                  <a:schemeClr val="dk1"/>
                </a:buClr>
                <a:buSzPts val="1000"/>
                <a:buFont typeface="Arial"/>
                <a:buNone/>
              </a:pPr>
              <a:r>
                <a:rPr lang="en-US" sz="1000" b="1" i="0" u="none" strike="noStrike" cap="none">
                  <a:solidFill>
                    <a:schemeClr val="lt1"/>
                  </a:solidFill>
                  <a:ea typeface="Inter SemiBold"/>
                  <a:cs typeface="Inter SemiBold"/>
                  <a:sym typeface="Inter SemiBold"/>
                </a:rPr>
                <a:t> </a:t>
              </a:r>
              <a:endParaRPr sz="1000"/>
            </a:p>
            <a:p>
              <a:pPr marL="0" marR="0" lvl="0" indent="0" algn="ctr" rtl="0">
                <a:spcAft>
                  <a:spcPct val="0"/>
                </a:spcAft>
                <a:buClr>
                  <a:schemeClr val="dk1"/>
                </a:buClr>
                <a:buSzPts val="1000"/>
                <a:buFont typeface="Arial"/>
                <a:buNone/>
              </a:pPr>
              <a:r>
                <a:rPr lang="en-US" sz="1400" b="1" i="0" u="none" strike="noStrike" cap="none">
                  <a:solidFill>
                    <a:schemeClr val="lt1"/>
                  </a:solidFill>
                  <a:ea typeface="Inter"/>
                  <a:cs typeface="Inter"/>
                  <a:sym typeface="Inter"/>
                </a:rPr>
                <a:t>Certifications</a:t>
              </a:r>
            </a:p>
            <a:p>
              <a:pPr marL="0" marR="0" lvl="0" indent="0" algn="ctr" rtl="0">
                <a:spcAft>
                  <a:spcPct val="0"/>
                </a:spcAft>
                <a:buClr>
                  <a:schemeClr val="dk1"/>
                </a:buClr>
                <a:buSzPts val="1000"/>
                <a:buFont typeface="Arial"/>
                <a:buNone/>
              </a:pPr>
              <a:endParaRPr sz="1000" b="1" i="0" u="none" strike="noStrike" cap="none">
                <a:solidFill>
                  <a:schemeClr val="lt1"/>
                </a:solidFill>
                <a:ea typeface="Inter"/>
                <a:cs typeface="Inter"/>
                <a:sym typeface="Inter"/>
              </a:endParaRPr>
            </a:p>
            <a:p>
              <a:pPr marL="0" marR="0" lvl="0" indent="0" algn="ctr" rtl="0">
                <a:spcAft>
                  <a:spcPct val="0"/>
                </a:spcAft>
                <a:buClr>
                  <a:schemeClr val="dk1"/>
                </a:buClr>
                <a:buSzPts val="1000"/>
                <a:buFont typeface="Arial"/>
                <a:buNone/>
              </a:pPr>
              <a:r>
                <a:rPr lang="en-US" sz="1000" b="0" i="0" u="none" strike="noStrike" cap="none">
                  <a:solidFill>
                    <a:schemeClr val="lt1"/>
                  </a:solidFill>
                  <a:ea typeface="Inter"/>
                  <a:cs typeface="Inter"/>
                  <a:sym typeface="Inter"/>
                </a:rPr>
                <a:t>Passed ServiceNow </a:t>
              </a:r>
              <a:endParaRPr sz="1000"/>
            </a:p>
            <a:p>
              <a:pPr marL="0" marR="0" lvl="0" indent="0" algn="ctr" rtl="0">
                <a:spcAft>
                  <a:spcPct val="0"/>
                </a:spcAft>
                <a:buClr>
                  <a:schemeClr val="dk1"/>
                </a:buClr>
                <a:buSzPts val="1000"/>
                <a:buFont typeface="Arial"/>
                <a:buNone/>
              </a:pPr>
              <a:r>
                <a:rPr lang="en-US" sz="1000" b="0" i="0" u="none" strike="noStrike" cap="none">
                  <a:solidFill>
                    <a:schemeClr val="lt1"/>
                  </a:solidFill>
                  <a:ea typeface="Inter"/>
                  <a:cs typeface="Inter"/>
                  <a:sym typeface="Inter"/>
                </a:rPr>
                <a:t>Certifications</a:t>
              </a:r>
              <a:endParaRPr sz="1000" b="0" i="0" u="none" strike="noStrike" cap="none">
                <a:solidFill>
                  <a:schemeClr val="lt1"/>
                </a:solidFill>
                <a:ea typeface="Inter"/>
                <a:cs typeface="Inter"/>
                <a:sym typeface="Inter"/>
              </a:endParaRPr>
            </a:p>
          </p:txBody>
        </p:sp>
        <p:sp>
          <p:nvSpPr>
            <p:cNvPr id="9" name="Google Shape;1602;g23b5d3839b8_1_23">
              <a:extLst>
                <a:ext uri="{FF2B5EF4-FFF2-40B4-BE49-F238E27FC236}">
                  <a16:creationId xmlns:a16="http://schemas.microsoft.com/office/drawing/2014/main" id="{AC93D29B-71B9-8787-8EE2-50054ED35945}"/>
                </a:ext>
              </a:extLst>
            </p:cNvPr>
            <p:cNvSpPr txBox="1"/>
            <p:nvPr/>
          </p:nvSpPr>
          <p:spPr>
            <a:xfrm>
              <a:off x="9855200" y="2148260"/>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1,100</a:t>
              </a:r>
            </a:p>
            <a:p>
              <a:pPr marL="0" marR="0" lvl="0" indent="0" algn="ctr" rtl="0">
                <a:spcAft>
                  <a:spcPct val="0"/>
                </a:spcAft>
                <a:buClr>
                  <a:srgbClr val="000000"/>
                </a:buClr>
                <a:buSzPts val="1500"/>
                <a:buFont typeface="Arial"/>
                <a:buNone/>
              </a:pPr>
              <a:r>
                <a:rPr lang="en-US" sz="1000" b="1" i="0" u="none" strike="noStrike" cap="none">
                  <a:solidFill>
                    <a:schemeClr val="lt1"/>
                  </a:solidFill>
                  <a:ea typeface="Inter SemiBold"/>
                  <a:cs typeface="Inter SemiBold"/>
                  <a:sym typeface="Inter SemiBold"/>
                </a:rPr>
                <a:t> </a:t>
              </a:r>
              <a:endParaRPr sz="1000"/>
            </a:p>
            <a:p>
              <a:pPr marL="0" marR="0" lvl="0" indent="0" algn="ctr" rtl="0">
                <a:spcAft>
                  <a:spcPct val="0"/>
                </a:spcAft>
                <a:buClr>
                  <a:srgbClr val="000000"/>
                </a:buClr>
                <a:buSzPts val="1500"/>
                <a:buFont typeface="Arial"/>
                <a:buNone/>
              </a:pPr>
              <a:r>
                <a:rPr lang="en-US" sz="1400" b="1" i="0" u="none" strike="noStrike" cap="none">
                  <a:solidFill>
                    <a:schemeClr val="lt1"/>
                  </a:solidFill>
                  <a:ea typeface="Inter"/>
                  <a:cs typeface="Inter"/>
                  <a:sym typeface="Inter"/>
                </a:rPr>
                <a:t>Cakes</a:t>
              </a:r>
            </a:p>
            <a:p>
              <a:pPr marL="0" marR="0" lvl="0" indent="0" algn="ctr" rtl="0">
                <a:spcAft>
                  <a:spcPct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ct val="0"/>
                </a:spcAft>
                <a:buClr>
                  <a:schemeClr val="dk1"/>
                </a:buClr>
                <a:buSzPts val="1000"/>
                <a:buFont typeface="Arial"/>
                <a:buNone/>
              </a:pPr>
              <a:r>
                <a:rPr lang="en-US" sz="1000">
                  <a:solidFill>
                    <a:schemeClr val="lt1"/>
                  </a:solidFill>
                  <a:ea typeface="Inter"/>
                  <a:cs typeface="Inter"/>
                  <a:sym typeface="Inter"/>
                </a:rPr>
                <a:t>C</a:t>
              </a:r>
              <a:r>
                <a:rPr lang="en-US" sz="1000" b="0" i="0" u="none" strike="noStrike" cap="none">
                  <a:solidFill>
                    <a:schemeClr val="lt1"/>
                  </a:solidFill>
                  <a:ea typeface="Inter"/>
                  <a:cs typeface="Inter"/>
                  <a:sym typeface="Inter"/>
                </a:rPr>
                <a:t>elebrating new go-lives</a:t>
              </a:r>
            </a:p>
            <a:p>
              <a:pPr marL="0" marR="0" lvl="0" indent="0" algn="ctr" rtl="0">
                <a:spcAft>
                  <a:spcPct val="0"/>
                </a:spcAft>
                <a:buClr>
                  <a:schemeClr val="dk1"/>
                </a:buClr>
                <a:buSzPts val="1000"/>
                <a:buFont typeface="Arial"/>
                <a:buNone/>
              </a:pPr>
              <a:r>
                <a:rPr lang="en-US" sz="1000">
                  <a:solidFill>
                    <a:schemeClr val="lt1"/>
                  </a:solidFill>
                  <a:ea typeface="Inter"/>
                  <a:cs typeface="Inter"/>
                  <a:sym typeface="Inter"/>
                </a:rPr>
                <a:t>w</a:t>
              </a:r>
              <a:r>
                <a:rPr lang="en-US" sz="1000" b="0" i="0" u="none" strike="noStrike" cap="none">
                  <a:solidFill>
                    <a:schemeClr val="lt1"/>
                  </a:solidFill>
                  <a:ea typeface="Inter"/>
                  <a:cs typeface="Inter"/>
                  <a:sym typeface="Inter"/>
                </a:rPr>
                <a:t>ith</a:t>
              </a:r>
              <a:r>
                <a:rPr lang="en-US" sz="1000">
                  <a:solidFill>
                    <a:schemeClr val="lt1"/>
                  </a:solidFill>
                  <a:ea typeface="Inter"/>
                  <a:cs typeface="Inter"/>
                  <a:sym typeface="Inter"/>
                </a:rPr>
                <a:t> </a:t>
              </a:r>
              <a:r>
                <a:rPr lang="en-US" sz="1000" b="0" i="0" u="none" strike="noStrike" cap="none">
                  <a:solidFill>
                    <a:schemeClr val="lt1"/>
                  </a:solidFill>
                  <a:ea typeface="Inter"/>
                  <a:cs typeface="Inter"/>
                  <a:sym typeface="Inter"/>
                </a:rPr>
                <a:t>our clients</a:t>
              </a:r>
              <a:endParaRPr sz="1000" b="0" i="0" u="none" strike="noStrike" cap="none">
                <a:solidFill>
                  <a:schemeClr val="lt1"/>
                </a:solidFill>
                <a:ea typeface="Inter"/>
                <a:cs typeface="Inter"/>
                <a:sym typeface="Inter"/>
              </a:endParaRPr>
            </a:p>
          </p:txBody>
        </p:sp>
        <p:sp>
          <p:nvSpPr>
            <p:cNvPr id="10" name="Google Shape;1603;g23b5d3839b8_1_23">
              <a:extLst>
                <a:ext uri="{FF2B5EF4-FFF2-40B4-BE49-F238E27FC236}">
                  <a16:creationId xmlns:a16="http://schemas.microsoft.com/office/drawing/2014/main" id="{AFC86422-60FC-D7BA-43BE-154ABFC7323E}"/>
                </a:ext>
              </a:extLst>
            </p:cNvPr>
            <p:cNvSpPr txBox="1"/>
            <p:nvPr/>
          </p:nvSpPr>
          <p:spPr>
            <a:xfrm>
              <a:off x="5181600" y="4281123"/>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4.3/5</a:t>
              </a:r>
            </a:p>
            <a:p>
              <a:pPr marL="0" marR="0" lvl="0" indent="0" algn="ctr" rtl="0">
                <a:spcAft>
                  <a:spcPct val="0"/>
                </a:spcAft>
                <a:buClr>
                  <a:srgbClr val="000000"/>
                </a:buClr>
                <a:buSzPts val="1500"/>
                <a:buFont typeface="Arial"/>
                <a:buNone/>
              </a:pPr>
              <a:endParaRPr sz="1000"/>
            </a:p>
            <a:p>
              <a:pPr marL="0" marR="0" lvl="0" indent="0" algn="ctr" rtl="0">
                <a:spcAft>
                  <a:spcPct val="0"/>
                </a:spcAft>
                <a:buClr>
                  <a:srgbClr val="000000"/>
                </a:buClr>
                <a:buSzPts val="1500"/>
                <a:buFont typeface="Arial"/>
                <a:buNone/>
              </a:pPr>
              <a:r>
                <a:rPr lang="en-US" sz="1400" b="1" i="0" u="none" strike="noStrike" cap="none">
                  <a:solidFill>
                    <a:schemeClr val="lt1"/>
                  </a:solidFill>
                  <a:ea typeface="Inter"/>
                  <a:cs typeface="Inter"/>
                  <a:sym typeface="Inter"/>
                </a:rPr>
                <a:t>Customer Satisfaction</a:t>
              </a:r>
            </a:p>
            <a:p>
              <a:pPr marL="0" marR="0" lvl="0" indent="0" algn="ctr" rtl="0">
                <a:spcAft>
                  <a:spcPct val="0"/>
                </a:spcAft>
                <a:buClr>
                  <a:srgbClr val="000000"/>
                </a:buClr>
                <a:buSzPts val="1500"/>
                <a:buFont typeface="Arial"/>
                <a:buNone/>
              </a:pPr>
              <a:endParaRPr sz="1000" b="1"/>
            </a:p>
            <a:p>
              <a:pPr marL="0" marR="0" lvl="0" indent="0" algn="ctr" rtl="0">
                <a:spcAft>
                  <a:spcPct val="0"/>
                </a:spcAft>
                <a:buClr>
                  <a:srgbClr val="000000"/>
                </a:buClr>
                <a:buSzPts val="1500"/>
                <a:buFont typeface="Arial"/>
                <a:buNone/>
              </a:pPr>
              <a:r>
                <a:rPr lang="en-US" sz="1000">
                  <a:solidFill>
                    <a:schemeClr val="lt1"/>
                  </a:solidFill>
                  <a:ea typeface="Inter"/>
                  <a:cs typeface="Inter"/>
                  <a:sym typeface="Inter"/>
                </a:rPr>
                <a:t>T</a:t>
              </a:r>
              <a:r>
                <a:rPr lang="en-US" sz="1000" b="0" i="0" u="none" strike="noStrike" cap="none">
                  <a:solidFill>
                    <a:schemeClr val="lt1"/>
                  </a:solidFill>
                  <a:ea typeface="Inter"/>
                  <a:cs typeface="Inter"/>
                  <a:sym typeface="Inter"/>
                </a:rPr>
                <a:t>housands of raving fans</a:t>
              </a:r>
            </a:p>
            <a:p>
              <a:pPr marL="0" marR="0" lvl="0" indent="0" algn="ctr" rtl="0">
                <a:spcAft>
                  <a:spcPct val="0"/>
                </a:spcAft>
                <a:buClr>
                  <a:srgbClr val="000000"/>
                </a:buClr>
                <a:buSzPts val="1500"/>
                <a:buFont typeface="Arial"/>
                <a:buNone/>
              </a:pPr>
              <a:endParaRPr sz="1000"/>
            </a:p>
          </p:txBody>
        </p:sp>
        <p:sp>
          <p:nvSpPr>
            <p:cNvPr id="11" name="Google Shape;1604;g23b5d3839b8_1_23">
              <a:extLst>
                <a:ext uri="{FF2B5EF4-FFF2-40B4-BE49-F238E27FC236}">
                  <a16:creationId xmlns:a16="http://schemas.microsoft.com/office/drawing/2014/main" id="{4D866A62-482D-AC34-E540-8996855A2502}"/>
                </a:ext>
              </a:extLst>
            </p:cNvPr>
            <p:cNvSpPr txBox="1"/>
            <p:nvPr/>
          </p:nvSpPr>
          <p:spPr>
            <a:xfrm>
              <a:off x="7504494" y="4281123"/>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10+</a:t>
              </a:r>
            </a:p>
            <a:p>
              <a:pPr marL="0" marR="0" lvl="0" indent="0" algn="ctr" rtl="0">
                <a:spcAft>
                  <a:spcPct val="0"/>
                </a:spcAft>
                <a:buClr>
                  <a:srgbClr val="000000"/>
                </a:buClr>
                <a:buSzPts val="1500"/>
                <a:buFont typeface="Arial"/>
                <a:buNone/>
              </a:pPr>
              <a:endParaRPr sz="1000"/>
            </a:p>
            <a:p>
              <a:pPr marL="0" marR="0" lvl="0" indent="0" algn="ctr" rtl="0">
                <a:spcAft>
                  <a:spcPct val="0"/>
                </a:spcAft>
                <a:buClr>
                  <a:srgbClr val="000000"/>
                </a:buClr>
                <a:buSzPts val="1500"/>
                <a:buFont typeface="Arial"/>
                <a:buNone/>
              </a:pPr>
              <a:r>
                <a:rPr lang="en-US" sz="1000" b="0" i="0" u="none" strike="noStrike" cap="none">
                  <a:solidFill>
                    <a:schemeClr val="lt1"/>
                  </a:solidFill>
                  <a:ea typeface="Inter"/>
                  <a:cs typeface="Inter"/>
                  <a:sym typeface="Inter"/>
                </a:rPr>
                <a:t> </a:t>
              </a:r>
              <a:r>
                <a:rPr lang="en-US" sz="1400" b="1" i="0" u="none" strike="noStrike" cap="none">
                  <a:solidFill>
                    <a:schemeClr val="lt1"/>
                  </a:solidFill>
                  <a:ea typeface="Inter"/>
                  <a:cs typeface="Inter"/>
                  <a:sym typeface="Inter"/>
                </a:rPr>
                <a:t>Languages Spoken</a:t>
              </a:r>
            </a:p>
            <a:p>
              <a:pPr marL="0" marR="0" lvl="0" indent="0" algn="ctr" rtl="0">
                <a:spcAft>
                  <a:spcPct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ct val="0"/>
                </a:spcAft>
                <a:buClr>
                  <a:srgbClr val="000000"/>
                </a:buClr>
                <a:buSzPts val="1500"/>
                <a:buFont typeface="Arial"/>
                <a:buNone/>
              </a:pPr>
              <a:r>
                <a:rPr lang="en-US" sz="1000">
                  <a:solidFill>
                    <a:schemeClr val="lt1"/>
                  </a:solidFill>
                  <a:ea typeface="Inter"/>
                  <a:cs typeface="Inter"/>
                  <a:sym typeface="Inter"/>
                </a:rPr>
                <a:t>C</a:t>
              </a:r>
              <a:r>
                <a:rPr lang="en-US" sz="1000" b="0" i="0" u="none" strike="noStrike" cap="none">
                  <a:solidFill>
                    <a:schemeClr val="lt1"/>
                  </a:solidFill>
                  <a:ea typeface="Inter"/>
                  <a:cs typeface="Inter"/>
                  <a:sym typeface="Inter"/>
                </a:rPr>
                <a:t>elebrating the diversity</a:t>
              </a:r>
              <a:endParaRPr sz="1000"/>
            </a:p>
            <a:p>
              <a:pPr marL="0" marR="0" lvl="0" indent="0" algn="ctr" rtl="0">
                <a:spcAft>
                  <a:spcPct val="0"/>
                </a:spcAft>
                <a:buClr>
                  <a:srgbClr val="000000"/>
                </a:buClr>
                <a:buSzPts val="1500"/>
                <a:buFont typeface="Arial"/>
                <a:buNone/>
              </a:pPr>
              <a:r>
                <a:rPr lang="en-US" sz="1000" b="0" i="0" u="none" strike="noStrike" cap="none">
                  <a:solidFill>
                    <a:schemeClr val="lt1"/>
                  </a:solidFill>
                  <a:ea typeface="Inter"/>
                  <a:cs typeface="Inter"/>
                  <a:sym typeface="Inter"/>
                </a:rPr>
                <a:t> in our crew</a:t>
              </a:r>
              <a:endParaRPr sz="1000" b="0" i="0" u="none" strike="noStrike" cap="none">
                <a:solidFill>
                  <a:schemeClr val="lt1"/>
                </a:solidFill>
                <a:ea typeface="Inter"/>
                <a:cs typeface="Inter"/>
                <a:sym typeface="Inter"/>
              </a:endParaRPr>
            </a:p>
          </p:txBody>
        </p:sp>
        <p:sp>
          <p:nvSpPr>
            <p:cNvPr id="12" name="Google Shape;1605;g23b5d3839b8_1_23">
              <a:extLst>
                <a:ext uri="{FF2B5EF4-FFF2-40B4-BE49-F238E27FC236}">
                  <a16:creationId xmlns:a16="http://schemas.microsoft.com/office/drawing/2014/main" id="{73970A44-7DFB-6269-7C20-59A340881BC7}"/>
                </a:ext>
              </a:extLst>
            </p:cNvPr>
            <p:cNvSpPr txBox="1"/>
            <p:nvPr/>
          </p:nvSpPr>
          <p:spPr>
            <a:xfrm>
              <a:off x="9855200" y="4281123"/>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500+</a:t>
              </a:r>
            </a:p>
            <a:p>
              <a:pPr marL="0" marR="0" lvl="0" indent="0" algn="ctr" rtl="0">
                <a:spcAft>
                  <a:spcPct val="0"/>
                </a:spcAft>
                <a:buClr>
                  <a:srgbClr val="000000"/>
                </a:buClr>
                <a:buSzPts val="1500"/>
                <a:buFont typeface="Arial"/>
                <a:buNone/>
              </a:pPr>
              <a:r>
                <a:rPr lang="en-US" sz="1000" b="1" i="0" u="none" strike="noStrike" cap="none">
                  <a:solidFill>
                    <a:schemeClr val="lt1"/>
                  </a:solidFill>
                  <a:ea typeface="Inter SemiBold"/>
                  <a:cs typeface="Inter SemiBold"/>
                  <a:sym typeface="Inter SemiBold"/>
                </a:rPr>
                <a:t> </a:t>
              </a:r>
              <a:endParaRPr sz="1000"/>
            </a:p>
            <a:p>
              <a:pPr marL="0" marR="0" lvl="0" indent="0" algn="ctr" rtl="0">
                <a:spcAft>
                  <a:spcPct val="0"/>
                </a:spcAft>
                <a:buClr>
                  <a:srgbClr val="000000"/>
                </a:buClr>
                <a:buSzPts val="1500"/>
                <a:buFont typeface="Arial"/>
                <a:buNone/>
              </a:pPr>
              <a:r>
                <a:rPr lang="en-US" sz="1400" b="1" i="0" u="none" strike="noStrike" cap="none">
                  <a:solidFill>
                    <a:schemeClr val="lt1"/>
                  </a:solidFill>
                  <a:ea typeface="Inter"/>
                  <a:cs typeface="Inter"/>
                  <a:sym typeface="Inter"/>
                </a:rPr>
                <a:t>Problem Solvers</a:t>
              </a:r>
            </a:p>
            <a:p>
              <a:pPr marL="0" marR="0" lvl="0" indent="0" algn="ctr" rtl="0">
                <a:spcAft>
                  <a:spcPct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ct val="0"/>
                </a:spcAft>
                <a:buClr>
                  <a:srgbClr val="000000"/>
                </a:buClr>
                <a:buSzPts val="1500"/>
                <a:buFont typeface="Arial"/>
                <a:buNone/>
              </a:pPr>
              <a:r>
                <a:rPr lang="en-US" sz="1000">
                  <a:solidFill>
                    <a:schemeClr val="lt1"/>
                  </a:solidFill>
                  <a:ea typeface="Inter"/>
                  <a:cs typeface="Inter"/>
                  <a:sym typeface="Inter"/>
                </a:rPr>
                <a:t>R</a:t>
              </a:r>
              <a:r>
                <a:rPr lang="en-US" sz="1000" b="0" i="0" u="none" strike="noStrike" cap="none">
                  <a:solidFill>
                    <a:schemeClr val="lt1"/>
                  </a:solidFill>
                  <a:ea typeface="Inter"/>
                  <a:cs typeface="Inter"/>
                  <a:sym typeface="Inter"/>
                </a:rPr>
                <a:t>eady to help you</a:t>
              </a:r>
            </a:p>
            <a:p>
              <a:pPr marL="0" marR="0" lvl="0" indent="0" algn="ctr" rtl="0">
                <a:spcAft>
                  <a:spcPct val="0"/>
                </a:spcAft>
                <a:buClr>
                  <a:srgbClr val="000000"/>
                </a:buClr>
                <a:buSzPts val="1500"/>
                <a:buFont typeface="Arial"/>
                <a:buNone/>
              </a:pPr>
              <a:endParaRPr sz="1000" b="0" i="0" u="none" strike="noStrike" cap="none">
                <a:solidFill>
                  <a:schemeClr val="lt1"/>
                </a:solidFill>
                <a:ea typeface="Inter"/>
                <a:cs typeface="Inter"/>
                <a:sym typeface="Inter"/>
              </a:endParaRPr>
            </a:p>
          </p:txBody>
        </p:sp>
        <p:sp>
          <p:nvSpPr>
            <p:cNvPr id="13" name="Google Shape;1606;g23b5d3839b8_1_23">
              <a:extLst>
                <a:ext uri="{FF2B5EF4-FFF2-40B4-BE49-F238E27FC236}">
                  <a16:creationId xmlns:a16="http://schemas.microsoft.com/office/drawing/2014/main" id="{E7986034-2E85-6ED5-B992-C7D5D06D79F9}"/>
                </a:ext>
              </a:extLst>
            </p:cNvPr>
            <p:cNvSpPr txBox="1"/>
            <p:nvPr/>
          </p:nvSpPr>
          <p:spPr>
            <a:xfrm>
              <a:off x="7504494" y="2148260"/>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ct val="0"/>
                </a:spcAft>
                <a:buClr>
                  <a:srgbClr val="000000"/>
                </a:buClr>
                <a:buSzPts val="1500"/>
                <a:buFont typeface="Arial"/>
                <a:buNone/>
              </a:pPr>
              <a:r>
                <a:rPr lang="en-US" sz="2400" b="1" i="0" u="none" strike="noStrike" cap="none">
                  <a:solidFill>
                    <a:schemeClr val="lt1"/>
                  </a:solidFill>
                  <a:ea typeface="Inter Black"/>
                  <a:cs typeface="Inter Black"/>
                  <a:sym typeface="Inter Black"/>
                </a:rPr>
                <a:t>1</a:t>
              </a:r>
            </a:p>
            <a:p>
              <a:pPr marL="0" marR="0" lvl="0" indent="0" algn="ctr" rtl="0">
                <a:spcAft>
                  <a:spcPct val="0"/>
                </a:spcAft>
                <a:buClr>
                  <a:srgbClr val="000000"/>
                </a:buClr>
                <a:buSzPts val="1500"/>
                <a:buFont typeface="Arial"/>
                <a:buNone/>
              </a:pPr>
              <a:r>
                <a:rPr lang="en-US" sz="1000" b="0" i="0" u="none" strike="noStrike" cap="none">
                  <a:solidFill>
                    <a:schemeClr val="lt1"/>
                  </a:solidFill>
                  <a:ea typeface="Inter"/>
                  <a:cs typeface="Inter"/>
                  <a:sym typeface="Inter"/>
                </a:rPr>
                <a:t> </a:t>
              </a:r>
              <a:endParaRPr sz="1000"/>
            </a:p>
            <a:p>
              <a:pPr marL="0" marR="0" lvl="0" indent="0" algn="ctr" rtl="0">
                <a:spcAft>
                  <a:spcPct val="0"/>
                </a:spcAft>
                <a:buClr>
                  <a:srgbClr val="000000"/>
                </a:buClr>
                <a:buSzPts val="1500"/>
                <a:buFont typeface="Arial"/>
                <a:buNone/>
              </a:pPr>
              <a:r>
                <a:rPr lang="en-US" sz="1400" i="0" u="none" strike="noStrike" cap="none">
                  <a:solidFill>
                    <a:schemeClr val="lt1"/>
                  </a:solidFill>
                  <a:ea typeface="Inter"/>
                  <a:cs typeface="Inter"/>
                  <a:sym typeface="Inter"/>
                </a:rPr>
                <a:t>Global Team</a:t>
              </a:r>
            </a:p>
            <a:p>
              <a:pPr marL="0" marR="0" lvl="0" indent="0" algn="ctr" rtl="0">
                <a:spcAft>
                  <a:spcPct val="0"/>
                </a:spcAft>
                <a:buClr>
                  <a:srgbClr val="000000"/>
                </a:buClr>
                <a:buSzPts val="1500"/>
                <a:buFont typeface="Arial"/>
                <a:buNone/>
              </a:pPr>
              <a:endParaRPr lang="en-US" sz="1000">
                <a:ea typeface="Inter"/>
                <a:cs typeface="Inter"/>
                <a:sym typeface="Inter"/>
              </a:endParaRPr>
            </a:p>
            <a:p>
              <a:pPr marL="0" marR="0" lvl="0" indent="0" algn="ctr" rtl="0">
                <a:spcAft>
                  <a:spcPct val="0"/>
                </a:spcAft>
                <a:buClr>
                  <a:srgbClr val="000000"/>
                </a:buClr>
                <a:buSzPts val="1500"/>
                <a:buFont typeface="Arial"/>
                <a:buNone/>
              </a:pPr>
              <a:endParaRPr sz="1000">
                <a:ea typeface="Inter"/>
                <a:cs typeface="Inter"/>
                <a:sym typeface="Inter"/>
              </a:endParaRPr>
            </a:p>
            <a:p>
              <a:pPr marL="0" marR="0" lvl="0" indent="0" algn="ctr" rtl="0">
                <a:spcAft>
                  <a:spcPct val="0"/>
                </a:spcAft>
                <a:buClr>
                  <a:srgbClr val="000000"/>
                </a:buClr>
                <a:buSzPts val="1500"/>
                <a:buFont typeface="Arial"/>
                <a:buNone/>
              </a:pPr>
              <a:endParaRPr sz="1000" b="0" i="0" u="none" strike="noStrike" cap="none">
                <a:solidFill>
                  <a:schemeClr val="lt1"/>
                </a:solidFill>
                <a:ea typeface="Inter"/>
                <a:cs typeface="Inter"/>
                <a:sym typeface="Inter"/>
              </a:endParaRPr>
            </a:p>
          </p:txBody>
        </p:sp>
      </p:grpSp>
      <p:cxnSp>
        <p:nvCxnSpPr>
          <p:cNvPr id="16" name="Google Shape;1608;g23b5d3839b8_1_23">
            <a:extLst>
              <a:ext uri="{FF2B5EF4-FFF2-40B4-BE49-F238E27FC236}">
                <a16:creationId xmlns:a16="http://schemas.microsoft.com/office/drawing/2014/main" id="{EA50BA68-FC56-1828-075B-566FD03186D1}"/>
              </a:ext>
            </a:extLst>
          </p:cNvPr>
          <p:cNvCxnSpPr/>
          <p:nvPr userDrawn="1"/>
        </p:nvCxnSpPr>
        <p:spPr>
          <a:xfrm rot="10800000" flipH="1">
            <a:off x="609600" y="1828800"/>
            <a:ext cx="685800" cy="0"/>
          </a:xfrm>
          <a:prstGeom prst="straightConnector1">
            <a:avLst/>
          </a:prstGeom>
          <a:noFill/>
          <a:ln w="19050" cap="flat" cmpd="sng">
            <a:solidFill>
              <a:schemeClr val="accent2"/>
            </a:solidFill>
            <a:prstDash val="solid"/>
            <a:round/>
            <a:headEnd type="none" w="sm" len="sm"/>
            <a:tailEnd type="none" w="sm" len="sm"/>
          </a:ln>
        </p:spPr>
      </p:cxnSp>
      <p:pic>
        <p:nvPicPr>
          <p:cNvPr id="17" name="Google Shape;1609;g23b5d3839b8_1_23" descr="A picture containing text, sign, outdoor, screenshot&#10;&#10;Description automatically generated">
            <a:extLst>
              <a:ext uri="{FF2B5EF4-FFF2-40B4-BE49-F238E27FC236}">
                <a16:creationId xmlns:a16="http://schemas.microsoft.com/office/drawing/2014/main" id="{7F02FC9D-6DD0-86FD-16A1-7A6729121EDB}"/>
              </a:ext>
            </a:extLst>
          </p:cNvPr>
          <p:cNvPicPr preferRelativeResize="0"/>
          <p:nvPr userDrawn="1"/>
        </p:nvPicPr>
        <p:blipFill>
          <a:blip r:embed="rId3">
            <a:alphaModFix/>
            <a:extLst>
              <a:ext uri="{28A0092B-C50C-407E-A947-70E740481C1C}">
                <a14:useLocalDpi xmlns:a14="http://schemas.microsoft.com/office/drawing/2010/main"/>
              </a:ext>
            </a:extLst>
          </a:blip>
          <a:stretch>
            <a:fillRect/>
          </a:stretch>
        </p:blipFill>
        <p:spPr>
          <a:xfrm>
            <a:off x="3467099" y="4963108"/>
            <a:ext cx="914400" cy="914400"/>
          </a:xfrm>
          <a:prstGeom prst="rect">
            <a:avLst/>
          </a:prstGeom>
          <a:noFill/>
          <a:ln>
            <a:noFill/>
          </a:ln>
        </p:spPr>
      </p:pic>
      <p:pic>
        <p:nvPicPr>
          <p:cNvPr id="18" name="Google Shape;1610;g23b5d3839b8_1_23" descr="A picture containing text, sign, outdoor, screenshot&#10;&#10;Description automatically generated">
            <a:extLst>
              <a:ext uri="{FF2B5EF4-FFF2-40B4-BE49-F238E27FC236}">
                <a16:creationId xmlns:a16="http://schemas.microsoft.com/office/drawing/2014/main" id="{A084AC3A-E92C-48CE-F8F9-D17E8030D8C5}"/>
              </a:ext>
            </a:extLst>
          </p:cNvPr>
          <p:cNvPicPr preferRelativeResize="0"/>
          <p:nvPr userDrawn="1"/>
        </p:nvPicPr>
        <p:blipFill>
          <a:blip r:embed="rId4">
            <a:alphaModFix/>
            <a:extLst>
              <a:ext uri="{28A0092B-C50C-407E-A947-70E740481C1C}">
                <a14:useLocalDpi xmlns:a14="http://schemas.microsoft.com/office/drawing/2010/main"/>
              </a:ext>
            </a:extLst>
          </a:blip>
          <a:stretch>
            <a:fillRect/>
          </a:stretch>
        </p:blipFill>
        <p:spPr>
          <a:xfrm>
            <a:off x="723899" y="4963108"/>
            <a:ext cx="914400" cy="914400"/>
          </a:xfrm>
          <a:prstGeom prst="rect">
            <a:avLst/>
          </a:prstGeom>
          <a:noFill/>
          <a:ln>
            <a:noFill/>
          </a:ln>
        </p:spPr>
      </p:pic>
      <p:pic>
        <p:nvPicPr>
          <p:cNvPr id="19" name="Google Shape;1611;g23b5d3839b8_1_23" descr="A picture containing text, sign, outdoor, screenshot&#10;&#10;Description automatically generated">
            <a:extLst>
              <a:ext uri="{FF2B5EF4-FFF2-40B4-BE49-F238E27FC236}">
                <a16:creationId xmlns:a16="http://schemas.microsoft.com/office/drawing/2014/main" id="{B9809237-E210-28EA-9EFA-9401CA2CAAC7}"/>
              </a:ext>
            </a:extLst>
          </p:cNvPr>
          <p:cNvPicPr preferRelativeResize="0"/>
          <p:nvPr userDrawn="1"/>
        </p:nvPicPr>
        <p:blipFill>
          <a:blip r:embed="rId5">
            <a:alphaModFix/>
            <a:extLst>
              <a:ext uri="{28A0092B-C50C-407E-A947-70E740481C1C}">
                <a14:useLocalDpi xmlns:a14="http://schemas.microsoft.com/office/drawing/2010/main"/>
              </a:ext>
            </a:extLst>
          </a:blip>
          <a:stretch>
            <a:fillRect/>
          </a:stretch>
        </p:blipFill>
        <p:spPr>
          <a:xfrm>
            <a:off x="2095499" y="4963108"/>
            <a:ext cx="914400" cy="914400"/>
          </a:xfrm>
          <a:prstGeom prst="rect">
            <a:avLst/>
          </a:prstGeom>
          <a:noFill/>
          <a:ln>
            <a:noFill/>
          </a:ln>
        </p:spPr>
      </p:pic>
      <p:sp>
        <p:nvSpPr>
          <p:cNvPr id="22" name="TextBox 21">
            <a:extLst>
              <a:ext uri="{FF2B5EF4-FFF2-40B4-BE49-F238E27FC236}">
                <a16:creationId xmlns:a16="http://schemas.microsoft.com/office/drawing/2014/main" id="{3D73BFE5-4C6B-65EB-DB67-73D0553D74C8}"/>
              </a:ext>
            </a:extLst>
          </p:cNvPr>
          <p:cNvSpPr txBox="1"/>
          <p:nvPr userDrawn="1"/>
        </p:nvSpPr>
        <p:spPr>
          <a:xfrm>
            <a:off x="609600" y="685800"/>
            <a:ext cx="4114800" cy="1142996"/>
          </a:xfrm>
          <a:prstGeom prst="rect">
            <a:avLst/>
          </a:prstGeom>
          <a:noFill/>
        </p:spPr>
        <p:txBody>
          <a:bodyPr wrap="square" lIns="0" tIns="0" rIns="0" bIns="0" rtlCol="0" anchor="t">
            <a:noAutofit/>
          </a:bodyPr>
          <a:lstStyle/>
          <a:p>
            <a:r>
              <a:rPr lang="en-US" sz="3200" b="1" i="0">
                <a:solidFill>
                  <a:schemeClr val="tx2"/>
                </a:solidFill>
                <a:latin typeface="+mj-lt"/>
                <a:cs typeface="Arial" panose="020B0604020202020204" pitchFamily="34" charset="0"/>
              </a:rPr>
              <a:t>Your go-to</a:t>
            </a:r>
          </a:p>
          <a:p>
            <a:r>
              <a:rPr lang="en-US" sz="3200" b="1" i="0">
                <a:solidFill>
                  <a:schemeClr val="tx2"/>
                </a:solidFill>
                <a:latin typeface="+mj-lt"/>
                <a:cs typeface="Arial" panose="020B0604020202020204" pitchFamily="34" charset="0"/>
              </a:rPr>
              <a:t>experienced guide</a:t>
            </a:r>
          </a:p>
        </p:txBody>
      </p:sp>
      <p:sp>
        <p:nvSpPr>
          <p:cNvPr id="23" name="TextBox 22">
            <a:extLst>
              <a:ext uri="{FF2B5EF4-FFF2-40B4-BE49-F238E27FC236}">
                <a16:creationId xmlns:a16="http://schemas.microsoft.com/office/drawing/2014/main" id="{DF8B22B8-9D19-DACF-C498-CE7CA1B99722}"/>
              </a:ext>
            </a:extLst>
          </p:cNvPr>
          <p:cNvSpPr txBox="1"/>
          <p:nvPr userDrawn="1"/>
        </p:nvSpPr>
        <p:spPr>
          <a:xfrm>
            <a:off x="609600" y="1828800"/>
            <a:ext cx="4572000" cy="1371593"/>
          </a:xfrm>
          <a:prstGeom prst="rect">
            <a:avLst/>
          </a:prstGeom>
          <a:noFill/>
        </p:spPr>
        <p:txBody>
          <a:bodyPr wrap="square" lIns="0" tIns="182880" rIns="0" bIns="0" rtlCol="0">
            <a:noAutofit/>
          </a:bodyPr>
          <a:lstStyle/>
          <a:p>
            <a:pPr marL="0" indent="0">
              <a:lnSpc>
                <a:spcPct val="150000"/>
              </a:lnSpc>
              <a:buNone/>
            </a:pPr>
            <a:r>
              <a:rPr lang="en-US" sz="1600"/>
              <a:t>The challenges you’re up against are daunting,</a:t>
            </a:r>
          </a:p>
          <a:p>
            <a:pPr marL="0" indent="0">
              <a:lnSpc>
                <a:spcPct val="150000"/>
              </a:lnSpc>
              <a:buNone/>
            </a:pPr>
            <a:r>
              <a:rPr lang="en-US" sz="1600"/>
              <a:t>but with the right team and the experience</a:t>
            </a:r>
          </a:p>
          <a:p>
            <a:pPr marL="0" indent="0">
              <a:lnSpc>
                <a:spcPct val="150000"/>
              </a:lnSpc>
              <a:buNone/>
            </a:pPr>
            <a:r>
              <a:rPr lang="en-US" sz="1600"/>
              <a:t>they don’t have to be.</a:t>
            </a:r>
          </a:p>
        </p:txBody>
      </p:sp>
      <p:grpSp>
        <p:nvGrpSpPr>
          <p:cNvPr id="14" name="Group 13">
            <a:extLst>
              <a:ext uri="{FF2B5EF4-FFF2-40B4-BE49-F238E27FC236}">
                <a16:creationId xmlns:a16="http://schemas.microsoft.com/office/drawing/2014/main" id="{F0D48B2E-F33A-62AC-06FC-745B65CF69F0}"/>
              </a:ext>
            </a:extLst>
          </p:cNvPr>
          <p:cNvGrpSpPr/>
          <p:nvPr userDrawn="1"/>
        </p:nvGrpSpPr>
        <p:grpSpPr>
          <a:xfrm>
            <a:off x="1123961" y="3395954"/>
            <a:ext cx="2857485" cy="1371593"/>
            <a:chOff x="1123961" y="3395954"/>
            <a:chExt cx="2857485" cy="1371593"/>
          </a:xfrm>
        </p:grpSpPr>
        <p:pic>
          <p:nvPicPr>
            <p:cNvPr id="15" name="Google Shape;1612;g23b5d3839b8_1_23">
              <a:extLst>
                <a:ext uri="{FF2B5EF4-FFF2-40B4-BE49-F238E27FC236}">
                  <a16:creationId xmlns:a16="http://schemas.microsoft.com/office/drawing/2014/main" id="{50B2FF3B-B7DD-CFB7-232F-0997A23EDDA5}"/>
                </a:ext>
              </a:extLst>
            </p:cNvPr>
            <p:cNvPicPr preferRelativeResize="0"/>
            <p:nvPr userDrawn="1"/>
          </p:nvPicPr>
          <p:blipFill>
            <a:blip r:embed="rId6"/>
            <a:srcRect l="52000"/>
            <a:stretch>
              <a:fillRect/>
            </a:stretch>
          </p:blipFill>
          <p:spPr>
            <a:xfrm>
              <a:off x="2609853" y="3395954"/>
              <a:ext cx="1371593" cy="1371593"/>
            </a:xfrm>
            <a:prstGeom prst="rect">
              <a:avLst/>
            </a:prstGeom>
            <a:noFill/>
            <a:ln>
              <a:noFill/>
            </a:ln>
          </p:spPr>
        </p:pic>
        <p:pic>
          <p:nvPicPr>
            <p:cNvPr id="24" name="Picture 23">
              <a:extLst>
                <a:ext uri="{FF2B5EF4-FFF2-40B4-BE49-F238E27FC236}">
                  <a16:creationId xmlns:a16="http://schemas.microsoft.com/office/drawing/2014/main" id="{7DCD112F-C7F1-01F1-F3AF-54BB47F0768B}"/>
                </a:ext>
              </a:extLst>
            </p:cNvPr>
            <p:cNvPicPr>
              <a:picLocks noChangeAspect="1"/>
            </p:cNvPicPr>
            <p:nvPr userDrawn="1"/>
          </p:nvPicPr>
          <p:blipFill>
            <a:blip r:embed="rId7"/>
            <a:stretch>
              <a:fillRect/>
            </a:stretch>
          </p:blipFill>
          <p:spPr>
            <a:xfrm>
              <a:off x="1123961" y="3395954"/>
              <a:ext cx="1371593" cy="1371593"/>
            </a:xfrm>
            <a:prstGeom prst="rect">
              <a:avLst/>
            </a:prstGeom>
          </p:spPr>
        </p:pic>
      </p:grpSp>
    </p:spTree>
    <p:extLst>
      <p:ext uri="{BB962C8B-B14F-4D97-AF65-F5344CB8AC3E}">
        <p14:creationId xmlns:p14="http://schemas.microsoft.com/office/powerpoint/2010/main" val="261601995"/>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ewRocket Descriptor 2">
    <p:spTree>
      <p:nvGrpSpPr>
        <p:cNvPr id="1" name=""/>
        <p:cNvGrpSpPr/>
        <p:nvPr/>
      </p:nvGrpSpPr>
      <p:grpSpPr>
        <a:xfrm>
          <a:off x="0" y="0"/>
          <a:ext cx="0" cy="0"/>
          <a:chOff x="0" y="0"/>
          <a:chExt cx="0" cy="0"/>
        </a:xfrm>
      </p:grpSpPr>
      <p:sp>
        <p:nvSpPr>
          <p:cNvPr id="2" name="Google Shape;51;p56">
            <a:extLst>
              <a:ext uri="{FF2B5EF4-FFF2-40B4-BE49-F238E27FC236}">
                <a16:creationId xmlns:a16="http://schemas.microsoft.com/office/drawing/2014/main" id="{5BEC1C6C-9AEB-AF4F-D552-C0F254BC067C}"/>
              </a:ext>
            </a:extLst>
          </p:cNvPr>
          <p:cNvSpPr/>
          <p:nvPr userDrawn="1"/>
        </p:nvSpPr>
        <p:spPr>
          <a:xfrm>
            <a:off x="0" y="0"/>
            <a:ext cx="12192000" cy="6400800"/>
          </a:xfrm>
          <a:prstGeom prst="rect">
            <a:avLst/>
          </a:prstGeom>
          <a:solidFill>
            <a:srgbClr val="301E57"/>
          </a:solidFill>
          <a:ln>
            <a:noFill/>
          </a:ln>
        </p:spPr>
        <p:txBody>
          <a:bodyPr spcFirstLastPara="1" wrap="square" lIns="91425" tIns="45700" rIns="91425" bIns="45700" anchor="ctr" anchorCtr="0">
            <a:noAutofit/>
          </a:bodyPr>
          <a:lstStyle/>
          <a:p>
            <a:pPr marL="0" marR="0" lvl="0" indent="0" algn="ctr" rtl="0">
              <a:spcBef>
                <a:spcPct val="0"/>
              </a:spcBef>
              <a:spcAft>
                <a:spcPct val="0"/>
              </a:spcAft>
              <a:buNone/>
            </a:pPr>
            <a:endParaRPr sz="1800">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011F6FCE-A9B1-F892-0029-98152AECFA43}"/>
              </a:ext>
            </a:extLst>
          </p:cNvPr>
          <p:cNvSpPr txBox="1"/>
          <p:nvPr userDrawn="1"/>
        </p:nvSpPr>
        <p:spPr>
          <a:xfrm>
            <a:off x="609600" y="0"/>
            <a:ext cx="4991100" cy="6400800"/>
          </a:xfrm>
          <a:prstGeom prst="rect">
            <a:avLst/>
          </a:prstGeom>
          <a:noFill/>
        </p:spPr>
        <p:txBody>
          <a:bodyPr wrap="square" lIns="0" tIns="0" rIns="0" bIns="0" rtlCol="0" anchor="ctr" anchorCtr="0">
            <a:normAutofit/>
          </a:bodyPr>
          <a:lstStyle/>
          <a:p>
            <a:pPr>
              <a:lnSpc>
                <a:spcPct val="150000"/>
              </a:lnSpc>
            </a:pPr>
            <a:r>
              <a:rPr lang="en-US" sz="3000">
                <a:solidFill>
                  <a:schemeClr val="bg1"/>
                </a:solidFill>
                <a:latin typeface="+mj-lt"/>
              </a:rPr>
              <a:t>The go-to ServiceNow</a:t>
            </a:r>
          </a:p>
          <a:p>
            <a:pPr>
              <a:lnSpc>
                <a:spcPct val="150000"/>
              </a:lnSpc>
            </a:pPr>
            <a:r>
              <a:rPr lang="en-US" sz="3000">
                <a:solidFill>
                  <a:schemeClr val="bg1"/>
                </a:solidFill>
                <a:latin typeface="+mj-lt"/>
              </a:rPr>
              <a:t>guide for </a:t>
            </a:r>
            <a:r>
              <a:rPr lang="en-US" sz="3000" b="0">
                <a:solidFill>
                  <a:schemeClr val="bg1"/>
                </a:solidFill>
                <a:latin typeface="+mj-lt"/>
              </a:rPr>
              <a:t>global</a:t>
            </a:r>
          </a:p>
          <a:p>
            <a:pPr>
              <a:lnSpc>
                <a:spcPct val="150000"/>
              </a:lnSpc>
            </a:pPr>
            <a:r>
              <a:rPr lang="en-US" sz="3000" b="1">
                <a:solidFill>
                  <a:schemeClr val="bg1"/>
                </a:solidFill>
                <a:latin typeface="+mj-lt"/>
              </a:rPr>
              <a:t>enterprise leaders</a:t>
            </a:r>
          </a:p>
        </p:txBody>
      </p:sp>
    </p:spTree>
    <p:extLst>
      <p:ext uri="{BB962C8B-B14F-4D97-AF65-F5344CB8AC3E}">
        <p14:creationId xmlns:p14="http://schemas.microsoft.com/office/powerpoint/2010/main" val="950094278"/>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2" name="Google Shape;51;p56">
            <a:extLst>
              <a:ext uri="{FF2B5EF4-FFF2-40B4-BE49-F238E27FC236}">
                <a16:creationId xmlns:a16="http://schemas.microsoft.com/office/drawing/2014/main" id="{5BEC1C6C-9AEB-AF4F-D552-C0F254BC067C}"/>
              </a:ext>
            </a:extLst>
          </p:cNvPr>
          <p:cNvSpPr/>
          <p:nvPr userDrawn="1"/>
        </p:nvSpPr>
        <p:spPr>
          <a:xfrm>
            <a:off x="0" y="0"/>
            <a:ext cx="12192000" cy="6400800"/>
          </a:xfrm>
          <a:prstGeom prst="rect">
            <a:avLst/>
          </a:prstGeom>
          <a:solidFill>
            <a:srgbClr val="301E57"/>
          </a:solidFill>
          <a:ln>
            <a:noFill/>
          </a:ln>
        </p:spPr>
        <p:txBody>
          <a:bodyPr spcFirstLastPara="1" wrap="square" lIns="91425" tIns="45700" rIns="91425" bIns="45700" anchor="ctr" anchorCtr="0">
            <a:noAutofit/>
          </a:bodyPr>
          <a:lstStyle/>
          <a:p>
            <a:pPr marL="0" marR="0" lvl="0" indent="0" algn="ctr" rtl="0">
              <a:spcBef>
                <a:spcPct val="0"/>
              </a:spcBef>
              <a:spcAft>
                <a:spcPct val="0"/>
              </a:spcAft>
              <a:buNone/>
            </a:pPr>
            <a:endParaRPr sz="1800">
              <a:solidFill>
                <a:schemeClr val="lt1"/>
              </a:solidFill>
              <a:latin typeface="Calibri"/>
              <a:ea typeface="Calibri"/>
              <a:cs typeface="Calibri"/>
              <a:sym typeface="Calibri"/>
            </a:endParaRPr>
          </a:p>
        </p:txBody>
      </p:sp>
      <p:sp>
        <p:nvSpPr>
          <p:cNvPr id="3" name="Google Shape;52;p56">
            <a:extLst>
              <a:ext uri="{FF2B5EF4-FFF2-40B4-BE49-F238E27FC236}">
                <a16:creationId xmlns:a16="http://schemas.microsoft.com/office/drawing/2014/main" id="{0CB23BA9-65BD-F2B7-0BA6-10C047A0169F}"/>
              </a:ext>
            </a:extLst>
          </p:cNvPr>
          <p:cNvSpPr txBox="1">
            <a:spLocks noGrp="1"/>
          </p:cNvSpPr>
          <p:nvPr>
            <p:ph type="ctrTitle" hasCustomPrompt="1"/>
          </p:nvPr>
        </p:nvSpPr>
        <p:spPr>
          <a:xfrm>
            <a:off x="1066800" y="698741"/>
            <a:ext cx="10058400" cy="2730260"/>
          </a:xfrm>
          <a:prstGeom prst="rect">
            <a:avLst/>
          </a:prstGeom>
          <a:noFill/>
          <a:ln>
            <a:noFill/>
          </a:ln>
        </p:spPr>
        <p:txBody>
          <a:bodyPr spcFirstLastPara="1" wrap="square" lIns="0" tIns="0" rIns="0" bIns="0" anchor="b" anchorCtr="0">
            <a:normAutofit/>
          </a:bodyPr>
          <a:lstStyle>
            <a:lvl1pPr lvl="0" algn="ctr">
              <a:lnSpc>
                <a:spcPct val="150000"/>
              </a:lnSpc>
              <a:spcBef>
                <a:spcPct val="0"/>
              </a:spcBef>
              <a:spcAft>
                <a:spcPct val="0"/>
              </a:spcAft>
              <a:buClr>
                <a:schemeClr val="lt1"/>
              </a:buClr>
              <a:buSzPts val="4000"/>
              <a:buFont typeface="Inter"/>
              <a:buNone/>
              <a:defRPr sz="4000">
                <a:solidFill>
                  <a:schemeClr val="lt1"/>
                </a:solidFill>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a:r>
              <a:rPr lang="en-US"/>
              <a:t>Title Text</a:t>
            </a:r>
            <a:endParaRPr/>
          </a:p>
        </p:txBody>
      </p:sp>
    </p:spTree>
    <p:extLst>
      <p:ext uri="{BB962C8B-B14F-4D97-AF65-F5344CB8AC3E}">
        <p14:creationId xmlns:p14="http://schemas.microsoft.com/office/powerpoint/2010/main" val="3607919282"/>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Break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E2CDE-D140-2399-D821-549B125247C5}"/>
              </a:ext>
            </a:extLst>
          </p:cNvPr>
          <p:cNvSpPr>
            <a:spLocks noGrp="1"/>
          </p:cNvSpPr>
          <p:nvPr>
            <p:ph type="title" hasCustomPrompt="1"/>
          </p:nvPr>
        </p:nvSpPr>
        <p:spPr>
          <a:xfrm>
            <a:off x="609600" y="1828800"/>
            <a:ext cx="10972800" cy="2514600"/>
          </a:xfrm>
          <a:prstGeom prst="rect">
            <a:avLst/>
          </a:prstGeom>
        </p:spPr>
        <p:txBody>
          <a:bodyPr anchor="ctr">
            <a:normAutofit/>
          </a:bodyPr>
          <a:lstStyle>
            <a:lvl1pPr>
              <a:defRPr sz="4000">
                <a:solidFill>
                  <a:srgbClr val="311E57"/>
                </a:solidFill>
              </a:defRPr>
            </a:lvl1pPr>
          </a:lstStyle>
          <a:p>
            <a:r>
              <a:rPr lang="en-US"/>
              <a:t>Section title</a:t>
            </a:r>
          </a:p>
        </p:txBody>
      </p:sp>
      <p:sp>
        <p:nvSpPr>
          <p:cNvPr id="3" name="Text Placeholder 2">
            <a:extLst>
              <a:ext uri="{FF2B5EF4-FFF2-40B4-BE49-F238E27FC236}">
                <a16:creationId xmlns:a16="http://schemas.microsoft.com/office/drawing/2014/main" id="{66BEA69B-962E-76E8-7C5F-FA9AD900DD41}"/>
              </a:ext>
            </a:extLst>
          </p:cNvPr>
          <p:cNvSpPr>
            <a:spLocks noGrp="1"/>
          </p:cNvSpPr>
          <p:nvPr>
            <p:ph type="body" idx="1" hasCustomPrompt="1"/>
          </p:nvPr>
        </p:nvSpPr>
        <p:spPr>
          <a:xfrm>
            <a:off x="609600" y="4343401"/>
            <a:ext cx="10972800" cy="1828800"/>
          </a:xfrm>
        </p:spPr>
        <p:txBody>
          <a:bodyPr/>
          <a:lstStyle>
            <a:lvl1pPr marL="0" indent="0">
              <a:spcAft>
                <a:spcPct val="0"/>
              </a:spcAft>
              <a:buNone/>
              <a:defRPr sz="2400">
                <a:solidFill>
                  <a:srgbClr val="6C798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Subtitle</a:t>
            </a:r>
          </a:p>
        </p:txBody>
      </p:sp>
    </p:spTree>
    <p:extLst>
      <p:ext uri="{BB962C8B-B14F-4D97-AF65-F5344CB8AC3E}">
        <p14:creationId xmlns:p14="http://schemas.microsoft.com/office/powerpoint/2010/main" val="3869505294"/>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Backup 1">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DFCA92-F57D-35F7-0853-F68B06C0741F}"/>
              </a:ext>
            </a:extLst>
          </p:cNvPr>
          <p:cNvSpPr txBox="1"/>
          <p:nvPr userDrawn="1"/>
        </p:nvSpPr>
        <p:spPr>
          <a:xfrm>
            <a:off x="609599" y="1600200"/>
            <a:ext cx="10972799" cy="2971800"/>
          </a:xfrm>
          <a:prstGeom prst="rect">
            <a:avLst/>
          </a:prstGeom>
          <a:noFill/>
        </p:spPr>
        <p:txBody>
          <a:bodyPr wrap="square" lIns="0" tIns="0" rIns="0" bIns="0" rtlCol="0" anchor="ctr">
            <a:noAutofit/>
          </a:bodyPr>
          <a:lstStyle/>
          <a:p>
            <a:r>
              <a:rPr lang="en-US" sz="4000" b="1" i="0">
                <a:solidFill>
                  <a:schemeClr val="tx2"/>
                </a:solidFill>
                <a:latin typeface="+mj-lt"/>
                <a:ea typeface="Inter" panose="02000503000000020004" pitchFamily="2" charset="0"/>
                <a:cs typeface="Arial" panose="020B0604020202020204" pitchFamily="34" charset="0"/>
              </a:rPr>
              <a:t>Supplemental Information</a:t>
            </a:r>
          </a:p>
        </p:txBody>
      </p:sp>
    </p:spTree>
    <p:extLst>
      <p:ext uri="{BB962C8B-B14F-4D97-AF65-F5344CB8AC3E}">
        <p14:creationId xmlns:p14="http://schemas.microsoft.com/office/powerpoint/2010/main" val="3821703574"/>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blank" preserve="1">
  <p:cSld name="Blan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399688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4657038"/>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llout 1">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5440909-07E6-448B-8B11-BCE24BAF394E}"/>
              </a:ext>
            </a:extLst>
          </p:cNvPr>
          <p:cNvSpPr txBox="1"/>
          <p:nvPr userDrawn="1"/>
        </p:nvSpPr>
        <p:spPr>
          <a:xfrm>
            <a:off x="393609" y="309531"/>
            <a:ext cx="4929078" cy="5641440"/>
          </a:xfrm>
          <a:prstGeom prst="rect">
            <a:avLst/>
          </a:prstGeom>
          <a:noFill/>
        </p:spPr>
        <p:txBody>
          <a:bodyPr wrap="square" rtlCol="0">
            <a:noAutofit/>
          </a:bodyPr>
          <a:lstStyle/>
          <a:p>
            <a:pPr algn="l">
              <a:lnSpc>
                <a:spcPct val="90000"/>
              </a:lnSpc>
            </a:pPr>
            <a:r>
              <a:rPr lang="en-US" sz="6800" b="1" spc="-150" baseline="0">
                <a:solidFill>
                  <a:schemeClr val="bg1"/>
                </a:solidFill>
              </a:rPr>
              <a:t>Our work makes </a:t>
            </a:r>
            <a:br>
              <a:rPr lang="en-US" sz="6800" b="1" spc="-150" baseline="0">
                <a:solidFill>
                  <a:schemeClr val="bg1"/>
                </a:solidFill>
              </a:rPr>
            </a:br>
            <a:r>
              <a:rPr lang="en-US" sz="6800" b="1" spc="-150" baseline="0">
                <a:solidFill>
                  <a:schemeClr val="bg1"/>
                </a:solidFill>
              </a:rPr>
              <a:t>the world work</a:t>
            </a:r>
          </a:p>
        </p:txBody>
      </p:sp>
      <p:sp>
        <p:nvSpPr>
          <p:cNvPr id="8" name="Text Placeholder 7">
            <a:extLst>
              <a:ext uri="{FF2B5EF4-FFF2-40B4-BE49-F238E27FC236}">
                <a16:creationId xmlns:a16="http://schemas.microsoft.com/office/drawing/2014/main" id="{B85D3E1E-E675-4DE7-9559-E26667D92BDE}"/>
              </a:ext>
            </a:extLst>
          </p:cNvPr>
          <p:cNvSpPr>
            <a:spLocks noGrp="1"/>
          </p:cNvSpPr>
          <p:nvPr>
            <p:ph type="body" sz="quarter" idx="14" hasCustomPrompt="1"/>
          </p:nvPr>
        </p:nvSpPr>
        <p:spPr>
          <a:xfrm>
            <a:off x="7924800" y="685800"/>
            <a:ext cx="3657600" cy="4114800"/>
          </a:xfrm>
        </p:spPr>
        <p:txBody>
          <a:bodyPr>
            <a:normAutofit/>
          </a:bodyPr>
          <a:lstStyle>
            <a:lvl1pPr marL="0" indent="0">
              <a:buNone/>
              <a:defRPr sz="1800">
                <a:solidFill>
                  <a:srgbClr val="6C7986"/>
                </a:solidFill>
              </a:defRPr>
            </a:lvl1pPr>
            <a:lvl2pPr>
              <a:buClr>
                <a:schemeClr val="tx1"/>
              </a:buClr>
              <a:defRPr sz="1800">
                <a:solidFill>
                  <a:srgbClr val="6C7986"/>
                </a:solidFill>
              </a:defRPr>
            </a:lvl2pPr>
            <a:lvl3pPr>
              <a:buClr>
                <a:schemeClr val="tx1"/>
              </a:buClr>
              <a:defRPr sz="1800">
                <a:solidFill>
                  <a:srgbClr val="6C7986"/>
                </a:solidFill>
              </a:defRPr>
            </a:lvl3pPr>
            <a:lvl4pPr>
              <a:buClr>
                <a:schemeClr val="tx1"/>
              </a:buClr>
              <a:defRPr sz="1800">
                <a:solidFill>
                  <a:srgbClr val="6C7986"/>
                </a:solidFill>
              </a:defRPr>
            </a:lvl4pPr>
            <a:lvl5pPr>
              <a:buClr>
                <a:schemeClr val="tx1"/>
              </a:buClr>
              <a:defRPr sz="1800">
                <a:solidFill>
                  <a:srgbClr val="6C7986"/>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858241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eadline 1">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4EA569AE-91AE-D038-F8CB-8B8B7B3FF73E}"/>
              </a:ext>
            </a:extLst>
          </p:cNvPr>
          <p:cNvSpPr>
            <a:spLocks noGrp="1"/>
          </p:cNvSpPr>
          <p:nvPr>
            <p:ph type="title" hasCustomPrompt="1"/>
          </p:nvPr>
        </p:nvSpPr>
        <p:spPr>
          <a:xfrm>
            <a:off x="609600" y="685800"/>
            <a:ext cx="10972800" cy="1143000"/>
          </a:xfrm>
          <a:prstGeom prst="rect">
            <a:avLst/>
          </a:prstGeom>
        </p:spPr>
        <p:txBody>
          <a:bodyPr vert="horz" wrap="square" lIns="0" tIns="45720" rIns="0" bIns="91440" rtlCol="0" anchor="t">
            <a:normAutofit/>
          </a:bodyPr>
          <a:lstStyle>
            <a:lvl1pPr>
              <a:defRPr>
                <a:solidFill>
                  <a:srgbClr val="311E57"/>
                </a:solidFill>
              </a:defRPr>
            </a:lvl1pPr>
          </a:lstStyle>
          <a:p>
            <a:r>
              <a:rPr lang="en-US"/>
              <a:t>Headline</a:t>
            </a:r>
          </a:p>
        </p:txBody>
      </p:sp>
    </p:spTree>
    <p:extLst>
      <p:ext uri="{BB962C8B-B14F-4D97-AF65-F5344CB8AC3E}">
        <p14:creationId xmlns:p14="http://schemas.microsoft.com/office/powerpoint/2010/main" val="2965206425"/>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eadline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4EA569AE-91AE-D038-F8CB-8B8B7B3FF73E}"/>
              </a:ext>
            </a:extLst>
          </p:cNvPr>
          <p:cNvSpPr>
            <a:spLocks noGrp="1"/>
          </p:cNvSpPr>
          <p:nvPr>
            <p:ph type="title" hasCustomPrompt="1"/>
          </p:nvPr>
        </p:nvSpPr>
        <p:spPr>
          <a:xfrm>
            <a:off x="609600" y="685800"/>
            <a:ext cx="10972800" cy="1143000"/>
          </a:xfrm>
          <a:prstGeom prst="rect">
            <a:avLst/>
          </a:prstGeom>
        </p:spPr>
        <p:txBody>
          <a:bodyPr vert="horz" wrap="square" lIns="0" tIns="45720" rIns="0" bIns="91440" rtlCol="0" anchor="ctr">
            <a:normAutofit/>
          </a:bodyPr>
          <a:lstStyle>
            <a:lvl1pPr>
              <a:defRPr>
                <a:solidFill>
                  <a:srgbClr val="311E57"/>
                </a:solidFill>
              </a:defRPr>
            </a:lvl1pPr>
          </a:lstStyle>
          <a:p>
            <a:r>
              <a:rPr lang="en-US"/>
              <a:t>Headline</a:t>
            </a:r>
          </a:p>
        </p:txBody>
      </p:sp>
      <p:sp>
        <p:nvSpPr>
          <p:cNvPr id="3" name="Text Placeholder 16">
            <a:extLst>
              <a:ext uri="{FF2B5EF4-FFF2-40B4-BE49-F238E27FC236}">
                <a16:creationId xmlns:a16="http://schemas.microsoft.com/office/drawing/2014/main" id="{E4C64C91-002D-5B70-7AFE-21F4F4BB6617}"/>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2306738676"/>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lin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5DB5140-EE1F-618F-193D-B87DF360BCD7}"/>
              </a:ext>
            </a:extLst>
          </p:cNvPr>
          <p:cNvSpPr>
            <a:spLocks noGrp="1"/>
          </p:cNvSpPr>
          <p:nvPr>
            <p:ph type="subTitle" idx="1" hasCustomPrompt="1"/>
          </p:nvPr>
        </p:nvSpPr>
        <p:spPr>
          <a:xfrm>
            <a:off x="609600" y="3200400"/>
            <a:ext cx="10972800" cy="2057400"/>
          </a:xfrm>
        </p:spPr>
        <p:txBody>
          <a:bodyPr/>
          <a:lstStyle>
            <a:lvl1pPr marL="0" indent="0" algn="ctr">
              <a:buNone/>
              <a:defRPr sz="2400">
                <a:solidFill>
                  <a:srgbClr val="6C798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
        <p:nvSpPr>
          <p:cNvPr id="4" name="Text Placeholder 16">
            <a:extLst>
              <a:ext uri="{FF2B5EF4-FFF2-40B4-BE49-F238E27FC236}">
                <a16:creationId xmlns:a16="http://schemas.microsoft.com/office/drawing/2014/main" id="{9C1A83E5-521E-6329-B11D-26689AD73413}"/>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5">
            <a:extLst>
              <a:ext uri="{FF2B5EF4-FFF2-40B4-BE49-F238E27FC236}">
                <a16:creationId xmlns:a16="http://schemas.microsoft.com/office/drawing/2014/main" id="{E708DF00-3449-F6D7-C49E-173837E299F6}"/>
              </a:ext>
            </a:extLst>
          </p:cNvPr>
          <p:cNvSpPr>
            <a:spLocks noGrp="1"/>
          </p:cNvSpPr>
          <p:nvPr>
            <p:ph type="title" hasCustomPrompt="1"/>
          </p:nvPr>
        </p:nvSpPr>
        <p:spPr>
          <a:xfrm>
            <a:off x="609600" y="685800"/>
            <a:ext cx="10972800" cy="2514600"/>
          </a:xfrm>
          <a:prstGeom prst="rect">
            <a:avLst/>
          </a:prstGeom>
        </p:spPr>
        <p:txBody>
          <a:bodyPr anchor="b"/>
          <a:lstStyle>
            <a:lvl1pPr algn="ctr">
              <a:defRPr sz="4000"/>
            </a:lvl1pPr>
          </a:lstStyle>
          <a:p>
            <a:r>
              <a:rPr lang="en-US"/>
              <a:t>Headline</a:t>
            </a:r>
          </a:p>
        </p:txBody>
      </p:sp>
    </p:spTree>
    <p:extLst>
      <p:ext uri="{BB962C8B-B14F-4D97-AF65-F5344CB8AC3E}">
        <p14:creationId xmlns:p14="http://schemas.microsoft.com/office/powerpoint/2010/main" val="1788339018"/>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Headline 4">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35DAB3F3-9C1E-3384-8191-D24A04C737CC}"/>
              </a:ext>
            </a:extLst>
          </p:cNvPr>
          <p:cNvSpPr>
            <a:spLocks noGrp="1"/>
          </p:cNvSpPr>
          <p:nvPr>
            <p:ph type="pic" idx="10" hasCustomPrompt="1"/>
          </p:nvPr>
        </p:nvSpPr>
        <p:spPr>
          <a:xfrm>
            <a:off x="0" y="0"/>
            <a:ext cx="12192000" cy="43434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	</a:t>
            </a:r>
          </a:p>
        </p:txBody>
      </p:sp>
      <p:sp>
        <p:nvSpPr>
          <p:cNvPr id="10" name="Title 1">
            <a:extLst>
              <a:ext uri="{FF2B5EF4-FFF2-40B4-BE49-F238E27FC236}">
                <a16:creationId xmlns:a16="http://schemas.microsoft.com/office/drawing/2014/main" id="{309F14A5-FED4-DB03-EF5A-59277B586B44}"/>
              </a:ext>
            </a:extLst>
          </p:cNvPr>
          <p:cNvSpPr>
            <a:spLocks noGrp="1"/>
          </p:cNvSpPr>
          <p:nvPr>
            <p:ph type="ctrTitle" hasCustomPrompt="1"/>
          </p:nvPr>
        </p:nvSpPr>
        <p:spPr>
          <a:xfrm>
            <a:off x="609600" y="4800600"/>
            <a:ext cx="10972800" cy="1371600"/>
          </a:xfrm>
          <a:prstGeom prst="rect">
            <a:avLst/>
          </a:prstGeom>
        </p:spPr>
        <p:txBody>
          <a:bodyPr wrap="square" anchor="t">
            <a:normAutofit/>
          </a:bodyPr>
          <a:lstStyle>
            <a:lvl1pPr algn="l">
              <a:defRPr sz="3200">
                <a:solidFill>
                  <a:srgbClr val="311E57"/>
                </a:solidFill>
              </a:defRPr>
            </a:lvl1pPr>
          </a:lstStyle>
          <a:p>
            <a:r>
              <a:rPr lang="en-US"/>
              <a:t>Headline</a:t>
            </a:r>
          </a:p>
        </p:txBody>
      </p:sp>
    </p:spTree>
    <p:extLst>
      <p:ext uri="{BB962C8B-B14F-4D97-AF65-F5344CB8AC3E}">
        <p14:creationId xmlns:p14="http://schemas.microsoft.com/office/powerpoint/2010/main" val="2337717994"/>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ubtitle 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5DB5140-EE1F-618F-193D-B87DF360BCD7}"/>
              </a:ext>
            </a:extLst>
          </p:cNvPr>
          <p:cNvSpPr>
            <a:spLocks noGrp="1"/>
          </p:cNvSpPr>
          <p:nvPr>
            <p:ph type="subTitle" idx="1" hasCustomPrompt="1"/>
          </p:nvPr>
        </p:nvSpPr>
        <p:spPr>
          <a:xfrm>
            <a:off x="609600" y="2286000"/>
            <a:ext cx="10972800" cy="2286000"/>
          </a:xfrm>
        </p:spPr>
        <p:txBody>
          <a:bodyPr/>
          <a:lstStyle>
            <a:lvl1pPr marL="0" indent="0" algn="l">
              <a:buNone/>
              <a:defRPr sz="2400">
                <a:solidFill>
                  <a:srgbClr val="311E57"/>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
        <p:nvSpPr>
          <p:cNvPr id="4" name="Text Placeholder 16">
            <a:extLst>
              <a:ext uri="{FF2B5EF4-FFF2-40B4-BE49-F238E27FC236}">
                <a16:creationId xmlns:a16="http://schemas.microsoft.com/office/drawing/2014/main" id="{9C1A83E5-521E-6329-B11D-26689AD73413}"/>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166477222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ubtitle 2">
    <p:spTree>
      <p:nvGrpSpPr>
        <p:cNvPr id="1" name=""/>
        <p:cNvGrpSpPr/>
        <p:nvPr/>
      </p:nvGrpSpPr>
      <p:grpSpPr>
        <a:xfrm>
          <a:off x="0" y="0"/>
          <a:ext cx="0" cy="0"/>
          <a:chOff x="0" y="0"/>
          <a:chExt cx="0" cy="0"/>
        </a:xfrm>
      </p:grpSpPr>
      <p:sp>
        <p:nvSpPr>
          <p:cNvPr id="2" name="Google Shape;51;p56">
            <a:extLst>
              <a:ext uri="{FF2B5EF4-FFF2-40B4-BE49-F238E27FC236}">
                <a16:creationId xmlns:a16="http://schemas.microsoft.com/office/drawing/2014/main" id="{5BEC1C6C-9AEB-AF4F-D552-C0F254BC067C}"/>
              </a:ext>
            </a:extLst>
          </p:cNvPr>
          <p:cNvSpPr/>
          <p:nvPr userDrawn="1"/>
        </p:nvSpPr>
        <p:spPr>
          <a:xfrm>
            <a:off x="0" y="0"/>
            <a:ext cx="12192000" cy="6400800"/>
          </a:xfrm>
          <a:prstGeom prst="rect">
            <a:avLst/>
          </a:prstGeom>
          <a:solidFill>
            <a:srgbClr val="301E57"/>
          </a:solidFill>
          <a:ln>
            <a:noFill/>
          </a:ln>
        </p:spPr>
        <p:txBody>
          <a:bodyPr spcFirstLastPara="1" wrap="square" lIns="91425" tIns="45700" rIns="91425" bIns="45700" anchor="ctr" anchorCtr="0">
            <a:noAutofit/>
          </a:bodyPr>
          <a:lstStyle/>
          <a:p>
            <a:pPr marL="0" marR="0" lvl="0" indent="0" algn="ctr" rtl="0">
              <a:spcBef>
                <a:spcPct val="0"/>
              </a:spcBef>
              <a:spcAft>
                <a:spcPct val="0"/>
              </a:spcAft>
              <a:buNone/>
            </a:pPr>
            <a:endParaRPr sz="1800">
              <a:solidFill>
                <a:schemeClr val="lt1"/>
              </a:solidFill>
              <a:latin typeface="+mn-lt"/>
              <a:ea typeface="Calibri"/>
              <a:cs typeface="Calibri"/>
              <a:sym typeface="Calibri"/>
            </a:endParaRPr>
          </a:p>
        </p:txBody>
      </p:sp>
      <p:sp>
        <p:nvSpPr>
          <p:cNvPr id="3" name="Google Shape;52;p56">
            <a:extLst>
              <a:ext uri="{FF2B5EF4-FFF2-40B4-BE49-F238E27FC236}">
                <a16:creationId xmlns:a16="http://schemas.microsoft.com/office/drawing/2014/main" id="{0CB23BA9-65BD-F2B7-0BA6-10C047A0169F}"/>
              </a:ext>
            </a:extLst>
          </p:cNvPr>
          <p:cNvSpPr txBox="1">
            <a:spLocks noGrp="1"/>
          </p:cNvSpPr>
          <p:nvPr>
            <p:ph type="ctrTitle" hasCustomPrompt="1"/>
          </p:nvPr>
        </p:nvSpPr>
        <p:spPr>
          <a:xfrm>
            <a:off x="1066800" y="698741"/>
            <a:ext cx="10058400" cy="2730260"/>
          </a:xfrm>
          <a:prstGeom prst="rect">
            <a:avLst/>
          </a:prstGeom>
          <a:noFill/>
          <a:ln>
            <a:noFill/>
          </a:ln>
        </p:spPr>
        <p:txBody>
          <a:bodyPr spcFirstLastPara="1" wrap="square" lIns="0" tIns="0" rIns="0" bIns="0" anchor="b" anchorCtr="0">
            <a:normAutofit/>
          </a:bodyPr>
          <a:lstStyle>
            <a:lvl1pPr lvl="0" algn="ctr">
              <a:lnSpc>
                <a:spcPct val="150000"/>
              </a:lnSpc>
              <a:spcBef>
                <a:spcPct val="0"/>
              </a:spcBef>
              <a:spcAft>
                <a:spcPct val="0"/>
              </a:spcAft>
              <a:buClr>
                <a:schemeClr val="lt1"/>
              </a:buClr>
              <a:buSzPts val="4000"/>
              <a:buFont typeface="Inter"/>
              <a:buNone/>
              <a:defRPr sz="2400" b="0">
                <a:solidFill>
                  <a:schemeClr val="lt1"/>
                </a:solidFill>
                <a:latin typeface="+mn-l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a:r>
              <a:rPr lang="en-US"/>
              <a:t>Subtitle</a:t>
            </a:r>
            <a:endParaRPr/>
          </a:p>
        </p:txBody>
      </p:sp>
      <p:sp>
        <p:nvSpPr>
          <p:cNvPr id="4" name="Text Placeholder 16">
            <a:extLst>
              <a:ext uri="{FF2B5EF4-FFF2-40B4-BE49-F238E27FC236}">
                <a16:creationId xmlns:a16="http://schemas.microsoft.com/office/drawing/2014/main" id="{FF469B2C-C9DA-57BE-9E50-B3770033EA83}"/>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827542598"/>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sp>
        <p:nvSpPr>
          <p:cNvPr id="6" name="Google Shape;1480;p4">
            <a:extLst>
              <a:ext uri="{FF2B5EF4-FFF2-40B4-BE49-F238E27FC236}">
                <a16:creationId xmlns:a16="http://schemas.microsoft.com/office/drawing/2014/main" id="{98199E2E-2E79-7F42-23A7-5E1ACA65DF99}"/>
              </a:ext>
            </a:extLst>
          </p:cNvPr>
          <p:cNvSpPr/>
          <p:nvPr userDrawn="1"/>
        </p:nvSpPr>
        <p:spPr>
          <a:xfrm>
            <a:off x="609600" y="2057400"/>
            <a:ext cx="5029200" cy="2743200"/>
          </a:xfrm>
          <a:prstGeom prst="rect">
            <a:avLst/>
          </a:prstGeom>
          <a:solidFill>
            <a:srgbClr val="301E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 name="Subtitle 2">
            <a:extLst>
              <a:ext uri="{FF2B5EF4-FFF2-40B4-BE49-F238E27FC236}">
                <a16:creationId xmlns:a16="http://schemas.microsoft.com/office/drawing/2014/main" id="{7D09B1C9-E858-C5B2-590F-67A7BEFFD689}"/>
              </a:ext>
            </a:extLst>
          </p:cNvPr>
          <p:cNvSpPr>
            <a:spLocks noGrp="1"/>
          </p:cNvSpPr>
          <p:nvPr>
            <p:ph type="subTitle" idx="1" hasCustomPrompt="1"/>
          </p:nvPr>
        </p:nvSpPr>
        <p:spPr>
          <a:xfrm>
            <a:off x="810882" y="2286000"/>
            <a:ext cx="4573917" cy="685800"/>
          </a:xfrm>
        </p:spPr>
        <p:txBody>
          <a:bodyPr>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CASE STUDY</a:t>
            </a:r>
          </a:p>
        </p:txBody>
      </p:sp>
      <p:sp>
        <p:nvSpPr>
          <p:cNvPr id="5" name="Title 4">
            <a:extLst>
              <a:ext uri="{FF2B5EF4-FFF2-40B4-BE49-F238E27FC236}">
                <a16:creationId xmlns:a16="http://schemas.microsoft.com/office/drawing/2014/main" id="{241E8275-CC38-193B-9C84-16CB446CA0E3}"/>
              </a:ext>
            </a:extLst>
          </p:cNvPr>
          <p:cNvSpPr>
            <a:spLocks noGrp="1"/>
          </p:cNvSpPr>
          <p:nvPr>
            <p:ph type="title" hasCustomPrompt="1"/>
          </p:nvPr>
        </p:nvSpPr>
        <p:spPr>
          <a:xfrm>
            <a:off x="810882" y="2971800"/>
            <a:ext cx="4573917" cy="1600198"/>
          </a:xfrm>
          <a:prstGeom prst="rect">
            <a:avLst/>
          </a:prstGeom>
        </p:spPr>
        <p:txBody>
          <a:bodyPr/>
          <a:lstStyle>
            <a:lvl1pPr>
              <a:defRPr>
                <a:solidFill>
                  <a:schemeClr val="bg1"/>
                </a:solidFill>
              </a:defRPr>
            </a:lvl1pPr>
          </a:lstStyle>
          <a:p>
            <a:r>
              <a:rPr lang="en-US"/>
              <a:t>Client Name</a:t>
            </a:r>
          </a:p>
        </p:txBody>
      </p:sp>
    </p:spTree>
    <p:extLst>
      <p:ext uri="{BB962C8B-B14F-4D97-AF65-F5344CB8AC3E}">
        <p14:creationId xmlns:p14="http://schemas.microsoft.com/office/powerpoint/2010/main" val="722559408"/>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35" name="Freeform 34">
            <a:extLst>
              <a:ext uri="{FF2B5EF4-FFF2-40B4-BE49-F238E27FC236}">
                <a16:creationId xmlns:a16="http://schemas.microsoft.com/office/drawing/2014/main" id="{9D1800A6-53A6-A421-F4CB-0039D59147FF}"/>
              </a:ext>
            </a:extLst>
          </p:cNvPr>
          <p:cNvSpPr txBox="1"/>
          <p:nvPr userDrawn="1"/>
        </p:nvSpPr>
        <p:spPr>
          <a:xfrm>
            <a:off x="8078242" y="2772300"/>
            <a:ext cx="546" cy="656700"/>
          </a:xfrm>
          <a:custGeom>
            <a:avLst/>
            <a:gdLst>
              <a:gd name="connsiteX0" fmla="*/ 0 w 546"/>
              <a:gd name="connsiteY0" fmla="*/ 0 h 656700"/>
              <a:gd name="connsiteX1" fmla="*/ 546 w 546"/>
              <a:gd name="connsiteY1" fmla="*/ 0 h 656700"/>
              <a:gd name="connsiteX2" fmla="*/ 546 w 546"/>
              <a:gd name="connsiteY2" fmla="*/ 656700 h 656700"/>
              <a:gd name="connsiteX3" fmla="*/ 0 w 546"/>
              <a:gd name="connsiteY3" fmla="*/ 656700 h 656700"/>
              <a:gd name="connsiteX4" fmla="*/ 0 w 546"/>
              <a:gd name="connsiteY4" fmla="*/ 0 h 65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 h="656700">
                <a:moveTo>
                  <a:pt x="0" y="0"/>
                </a:moveTo>
                <a:lnTo>
                  <a:pt x="546" y="0"/>
                </a:lnTo>
                <a:lnTo>
                  <a:pt x="546" y="656700"/>
                </a:lnTo>
                <a:lnTo>
                  <a:pt x="0" y="656700"/>
                </a:lnTo>
                <a:lnTo>
                  <a:pt x="0" y="0"/>
                </a:lnTo>
                <a:close/>
              </a:path>
            </a:pathLst>
          </a:custGeom>
          <a:solidFill>
            <a:schemeClr val="tx1"/>
          </a:solidFill>
        </p:spPr>
        <p:txBody>
          <a:bodyPr vert="horz" wrap="square" lIns="0" tIns="0" rIns="0" bIns="0" rtlCol="0">
            <a:noAutofit/>
          </a:bodyPr>
          <a:lstStyle>
            <a:lvl1pPr marL="0" indent="0" algn="ctr" defTabSz="228600" rtl="0" eaLnBrk="1" latinLnBrk="0" hangingPunct="1">
              <a:lnSpc>
                <a:spcPct val="150000"/>
              </a:lnSpc>
              <a:spcBef>
                <a:spcPct val="0"/>
              </a:spcBef>
              <a:spcAft>
                <a:spcPct val="0"/>
              </a:spcAft>
              <a:buFont typeface="Arial" panose="020B0604020202020204" pitchFamily="34" charset="0"/>
              <a:buNone/>
              <a:defRPr sz="2400" b="0" i="0" kern="1200">
                <a:solidFill>
                  <a:schemeClr val="bg1"/>
                </a:solidFill>
                <a:latin typeface="+mn-lt"/>
                <a:ea typeface="Inter" panose="02000503000000020004" pitchFamily="2" charset="0"/>
                <a:cs typeface="Arial" panose="020B0604020202020204" pitchFamily="34" charset="0"/>
              </a:defRPr>
            </a:lvl1pPr>
            <a:lvl2pPr marL="685800" indent="-228600" algn="l" defTabSz="228600" rtl="0" eaLnBrk="1" latinLnBrk="0" hangingPunct="1">
              <a:lnSpc>
                <a:spcPct val="150000"/>
              </a:lnSpc>
              <a:spcBef>
                <a:spcPct val="0"/>
              </a:spcBef>
              <a:spcAft>
                <a:spcPct val="0"/>
              </a:spcAft>
              <a:buFont typeface="Arial" panose="020B0604020202020204" pitchFamily="34" charset="0"/>
              <a:buChar char="•"/>
              <a:defRPr sz="2000" b="0" i="0" kern="1200">
                <a:solidFill>
                  <a:schemeClr val="tx1"/>
                </a:solidFill>
                <a:latin typeface="+mn-lt"/>
                <a:ea typeface="Inter" panose="02000503000000020004" pitchFamily="2" charset="0"/>
                <a:cs typeface="Arial" panose="020B0604020202020204" pitchFamily="34" charset="0"/>
              </a:defRPr>
            </a:lvl2pPr>
            <a:lvl3pPr marL="1143000" indent="-228600" algn="l" defTabSz="228600" rtl="0" eaLnBrk="1" latinLnBrk="0" hangingPunct="1">
              <a:lnSpc>
                <a:spcPct val="150000"/>
              </a:lnSpc>
              <a:spcBef>
                <a:spcPct val="0"/>
              </a:spcBef>
              <a:spcAft>
                <a:spcPct val="0"/>
              </a:spcAft>
              <a:buFont typeface="Arial" panose="020B0604020202020204" pitchFamily="34" charset="0"/>
              <a:buChar char="•"/>
              <a:defRPr sz="1800" b="0" i="0" kern="1200">
                <a:solidFill>
                  <a:schemeClr val="tx1"/>
                </a:solidFill>
                <a:latin typeface="+mn-lt"/>
                <a:ea typeface="Inter" panose="02000503000000020004" pitchFamily="2" charset="0"/>
                <a:cs typeface="Arial" panose="020B0604020202020204" pitchFamily="34" charset="0"/>
              </a:defRPr>
            </a:lvl3pPr>
            <a:lvl4pPr marL="1600200" indent="-228600" algn="l" defTabSz="228600" rtl="0" eaLnBrk="1" latinLnBrk="0" hangingPunct="1">
              <a:lnSpc>
                <a:spcPct val="150000"/>
              </a:lnSpc>
              <a:spcBef>
                <a:spcPct val="0"/>
              </a:spcBef>
              <a:spcAft>
                <a:spcPct val="0"/>
              </a:spcAft>
              <a:buFont typeface="Arial" panose="020B0604020202020204" pitchFamily="34" charset="0"/>
              <a:buChar char="•"/>
              <a:defRPr sz="1600" b="0" i="0" kern="1200">
                <a:solidFill>
                  <a:schemeClr val="tx1"/>
                </a:solidFill>
                <a:latin typeface="+mn-lt"/>
                <a:ea typeface="Inter" panose="02000503000000020004" pitchFamily="2" charset="0"/>
                <a:cs typeface="Arial" panose="020B0604020202020204" pitchFamily="34" charset="0"/>
              </a:defRPr>
            </a:lvl4pPr>
            <a:lvl5pPr marL="2057400" indent="-228600" algn="l" defTabSz="228600" rtl="0" eaLnBrk="1" latinLnBrk="0" hangingPunct="1">
              <a:lnSpc>
                <a:spcPct val="150000"/>
              </a:lnSpc>
              <a:spcBef>
                <a:spcPct val="0"/>
              </a:spcBef>
              <a:spcAft>
                <a:spcPct val="0"/>
              </a:spcAft>
              <a:buFont typeface="Arial" panose="020B0604020202020204" pitchFamily="34" charset="0"/>
              <a:buChar char="•"/>
              <a:defRPr sz="1600" b="0" i="0" kern="1200">
                <a:solidFill>
                  <a:schemeClr val="tx1"/>
                </a:solidFill>
                <a:latin typeface="+mn-lt"/>
                <a:ea typeface="Inter" panose="02000503000000020004"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0"/>
            <a:ext cx="3657599" cy="1143000"/>
          </a:xfrm>
          <a:prstGeom prst="rect">
            <a:avLst/>
          </a:prstGeom>
        </p:spPr>
        <p:txBody>
          <a:bodyPr anchor="t">
            <a:noAutofit/>
          </a:bodyPr>
          <a:lstStyle>
            <a:lvl1pPr>
              <a:defRPr sz="2400">
                <a:solidFill>
                  <a:srgbClr val="311E57"/>
                </a:solidFill>
              </a:defRPr>
            </a:lvl1pPr>
          </a:lstStyle>
          <a:p>
            <a:r>
              <a:rPr lang="en-US"/>
              <a:t>Solution Name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3657598" cy="43434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3657598"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“Case Study”</a:t>
            </a:r>
          </a:p>
        </p:txBody>
      </p:sp>
      <p:sp>
        <p:nvSpPr>
          <p:cNvPr id="8" name="Google Shape;826;g2376dc73dc0_0_1">
            <a:extLst>
              <a:ext uri="{FF2B5EF4-FFF2-40B4-BE49-F238E27FC236}">
                <a16:creationId xmlns:a16="http://schemas.microsoft.com/office/drawing/2014/main" id="{ADC30F87-10E1-F66C-6AA0-041938FB99F9}"/>
              </a:ext>
            </a:extLst>
          </p:cNvPr>
          <p:cNvSpPr/>
          <p:nvPr userDrawn="1"/>
        </p:nvSpPr>
        <p:spPr>
          <a:xfrm>
            <a:off x="6533692" y="1262094"/>
            <a:ext cx="3677100" cy="36771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3" name="Picture Placeholder 32">
            <a:extLst>
              <a:ext uri="{FF2B5EF4-FFF2-40B4-BE49-F238E27FC236}">
                <a16:creationId xmlns:a16="http://schemas.microsoft.com/office/drawing/2014/main" id="{5A5DD952-1B51-B038-03D4-A4F44CB90BB9}"/>
              </a:ext>
            </a:extLst>
          </p:cNvPr>
          <p:cNvSpPr>
            <a:spLocks noGrp="1"/>
          </p:cNvSpPr>
          <p:nvPr>
            <p:ph type="pic" sz="quarter" idx="22" hasCustomPrompt="1"/>
          </p:nvPr>
        </p:nvSpPr>
        <p:spPr>
          <a:xfrm>
            <a:off x="4724400" y="342900"/>
            <a:ext cx="3941763" cy="3086100"/>
          </a:xfrm>
          <a:custGeom>
            <a:avLst/>
            <a:gdLst>
              <a:gd name="connsiteX0" fmla="*/ 0 w 3941763"/>
              <a:gd name="connsiteY0" fmla="*/ 0 h 3086100"/>
              <a:gd name="connsiteX1" fmla="*/ 3941763 w 3941763"/>
              <a:gd name="connsiteY1" fmla="*/ 0 h 3086100"/>
              <a:gd name="connsiteX2" fmla="*/ 3941763 w 3941763"/>
              <a:gd name="connsiteY2" fmla="*/ 2429400 h 3086100"/>
              <a:gd name="connsiteX3" fmla="*/ 3353850 w 3941763"/>
              <a:gd name="connsiteY3" fmla="*/ 2429400 h 3086100"/>
              <a:gd name="connsiteX4" fmla="*/ 3353850 w 3941763"/>
              <a:gd name="connsiteY4" fmla="*/ 3086100 h 3086100"/>
              <a:gd name="connsiteX5" fmla="*/ 0 w 3941763"/>
              <a:gd name="connsiteY5" fmla="*/ 3086100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1763" h="3086100">
                <a:moveTo>
                  <a:pt x="0" y="0"/>
                </a:moveTo>
                <a:lnTo>
                  <a:pt x="3941763" y="0"/>
                </a:lnTo>
                <a:lnTo>
                  <a:pt x="3941763" y="2429400"/>
                </a:lnTo>
                <a:lnTo>
                  <a:pt x="3353850" y="2429400"/>
                </a:lnTo>
                <a:lnTo>
                  <a:pt x="3353850" y="3086100"/>
                </a:lnTo>
                <a:lnTo>
                  <a:pt x="0" y="3086100"/>
                </a:lnTo>
                <a:close/>
              </a:path>
            </a:pathLst>
          </a:custGeom>
          <a:solidFill>
            <a:schemeClr val="tx1"/>
          </a:solidFill>
        </p:spPr>
        <p:txBody>
          <a:bodyPr wrap="square">
            <a:noAutofit/>
          </a:bodyPr>
          <a:lstStyle>
            <a:lvl1pPr marL="0" indent="0" algn="ctr">
              <a:buNone/>
              <a:defRPr>
                <a:solidFill>
                  <a:schemeClr val="bg1"/>
                </a:solidFill>
              </a:defRPr>
            </a:lvl1pPr>
          </a:lstStyle>
          <a:p>
            <a:r>
              <a:rPr lang="en-US"/>
              <a:t>Picture</a:t>
            </a:r>
          </a:p>
        </p:txBody>
      </p:sp>
      <p:sp>
        <p:nvSpPr>
          <p:cNvPr id="41" name="Google Shape;825;g2376dc73dc0_0_1">
            <a:extLst>
              <a:ext uri="{FF2B5EF4-FFF2-40B4-BE49-F238E27FC236}">
                <a16:creationId xmlns:a16="http://schemas.microsoft.com/office/drawing/2014/main" id="{045E7AD3-A423-504E-2CBB-8D649B534088}"/>
              </a:ext>
            </a:extLst>
          </p:cNvPr>
          <p:cNvSpPr/>
          <p:nvPr userDrawn="1"/>
        </p:nvSpPr>
        <p:spPr>
          <a:xfrm>
            <a:off x="8078163" y="2772300"/>
            <a:ext cx="588000" cy="656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9" name="Picture Placeholder 58">
            <a:extLst>
              <a:ext uri="{FF2B5EF4-FFF2-40B4-BE49-F238E27FC236}">
                <a16:creationId xmlns:a16="http://schemas.microsoft.com/office/drawing/2014/main" id="{7AF074B6-3A03-CF3C-C23F-A684C2FBAE2C}"/>
              </a:ext>
            </a:extLst>
          </p:cNvPr>
          <p:cNvSpPr>
            <a:spLocks noGrp="1"/>
          </p:cNvSpPr>
          <p:nvPr>
            <p:ph type="pic" sz="quarter" idx="23"/>
          </p:nvPr>
        </p:nvSpPr>
        <p:spPr>
          <a:xfrm>
            <a:off x="8080972" y="2772300"/>
            <a:ext cx="3501428" cy="3400424"/>
          </a:xfrm>
          <a:custGeom>
            <a:avLst/>
            <a:gdLst>
              <a:gd name="connsiteX0" fmla="*/ 587454 w 3501428"/>
              <a:gd name="connsiteY0" fmla="*/ 0 h 3400424"/>
              <a:gd name="connsiteX1" fmla="*/ 3501428 w 3501428"/>
              <a:gd name="connsiteY1" fmla="*/ 0 h 3400424"/>
              <a:gd name="connsiteX2" fmla="*/ 3501428 w 3501428"/>
              <a:gd name="connsiteY2" fmla="*/ 3400424 h 3400424"/>
              <a:gd name="connsiteX3" fmla="*/ 0 w 3501428"/>
              <a:gd name="connsiteY3" fmla="*/ 3400424 h 3400424"/>
              <a:gd name="connsiteX4" fmla="*/ 0 w 3501428"/>
              <a:gd name="connsiteY4" fmla="*/ 656700 h 3400424"/>
              <a:gd name="connsiteX5" fmla="*/ 587454 w 3501428"/>
              <a:gd name="connsiteY5" fmla="*/ 656700 h 340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1427" h="3400423">
                <a:moveTo>
                  <a:pt x="587454" y="0"/>
                </a:moveTo>
                <a:lnTo>
                  <a:pt x="3501428" y="0"/>
                </a:lnTo>
                <a:lnTo>
                  <a:pt x="3501428" y="3400424"/>
                </a:lnTo>
                <a:lnTo>
                  <a:pt x="0" y="3400424"/>
                </a:lnTo>
                <a:lnTo>
                  <a:pt x="0" y="656700"/>
                </a:lnTo>
                <a:lnTo>
                  <a:pt x="587454" y="656700"/>
                </a:lnTo>
                <a:close/>
              </a:path>
            </a:pathLst>
          </a:custGeom>
          <a:solidFill>
            <a:schemeClr val="tx1"/>
          </a:solidFill>
        </p:spPr>
        <p:txBody>
          <a:bodyPr wrap="square" anchor="b">
            <a:noAutofit/>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3804247726"/>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0" y="0"/>
            <a:ext cx="5181600" cy="6400800"/>
          </a:xfrm>
          <a:solidFill>
            <a:schemeClr val="tx1"/>
          </a:solidFill>
        </p:spPr>
        <p:txBody>
          <a:bodyPr/>
          <a:lstStyle>
            <a:lvl1pPr marL="0" indent="0" algn="ctr">
              <a:buNone/>
              <a:defRPr>
                <a:solidFill>
                  <a:schemeClr val="bg1"/>
                </a:solidFill>
                <a:latin typeface="+mn-lt"/>
              </a:defRPr>
            </a:lvl1pPr>
          </a:lstStyle>
          <a:p>
            <a:endParaRPr lang="en-US"/>
          </a:p>
        </p:txBody>
      </p:sp>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5181600" y="1"/>
            <a:ext cx="7010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mn-lt"/>
            </a:endParaRPr>
          </a:p>
        </p:txBody>
      </p:sp>
      <p:sp>
        <p:nvSpPr>
          <p:cNvPr id="13" name="Google Shape;947;p32">
            <a:extLst>
              <a:ext uri="{FF2B5EF4-FFF2-40B4-BE49-F238E27FC236}">
                <a16:creationId xmlns:a16="http://schemas.microsoft.com/office/drawing/2014/main" id="{965414F0-3962-49C1-E88B-96E277EE024F}"/>
              </a:ext>
            </a:extLst>
          </p:cNvPr>
          <p:cNvSpPr/>
          <p:nvPr userDrawn="1"/>
        </p:nvSpPr>
        <p:spPr>
          <a:xfrm flipH="1">
            <a:off x="5638800" y="1600200"/>
            <a:ext cx="5943600" cy="2514600"/>
          </a:xfrm>
          <a:prstGeom prst="wedgeRoundRectCallout">
            <a:avLst>
              <a:gd name="adj1" fmla="val -5768"/>
              <a:gd name="adj2" fmla="val 77321"/>
              <a:gd name="adj3" fmla="val 0"/>
            </a:avLst>
          </a:prstGeom>
          <a:noFill/>
          <a:ln w="19050" cap="flat" cmpd="sng">
            <a:solidFill>
              <a:srgbClr val="5C3E9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mn-lt"/>
            </a:endParaRPr>
          </a:p>
        </p:txBody>
      </p:sp>
      <p:sp>
        <p:nvSpPr>
          <p:cNvPr id="5" name="Text Placeholder 4">
            <a:extLst>
              <a:ext uri="{FF2B5EF4-FFF2-40B4-BE49-F238E27FC236}">
                <a16:creationId xmlns:a16="http://schemas.microsoft.com/office/drawing/2014/main" id="{ED034414-8764-7E45-976D-12B3CF34309B}"/>
              </a:ext>
            </a:extLst>
          </p:cNvPr>
          <p:cNvSpPr>
            <a:spLocks noGrp="1"/>
          </p:cNvSpPr>
          <p:nvPr>
            <p:ph type="body" sz="quarter" idx="11" hasCustomPrompt="1"/>
          </p:nvPr>
        </p:nvSpPr>
        <p:spPr>
          <a:xfrm>
            <a:off x="6096001" y="4786313"/>
            <a:ext cx="5029200" cy="471487"/>
          </a:xfrm>
        </p:spPr>
        <p:txBody>
          <a:bodyPr anchor="ctr">
            <a:normAutofit/>
          </a:bodyPr>
          <a:lstStyle>
            <a:lvl1pPr marL="0" indent="0" algn="ctr">
              <a:lnSpc>
                <a:spcPct val="100000"/>
              </a:lnSpc>
              <a:buNone/>
              <a:defRPr sz="1400">
                <a:solidFill>
                  <a:schemeClr val="bg1"/>
                </a:solidFill>
                <a:latin typeface="+mj-lt"/>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a:t>Author</a:t>
            </a:r>
          </a:p>
        </p:txBody>
      </p:sp>
      <p:sp>
        <p:nvSpPr>
          <p:cNvPr id="3" name="Title 2">
            <a:extLst>
              <a:ext uri="{FF2B5EF4-FFF2-40B4-BE49-F238E27FC236}">
                <a16:creationId xmlns:a16="http://schemas.microsoft.com/office/drawing/2014/main" id="{8E69D61D-0A64-6430-692E-C632F7127E80}"/>
              </a:ext>
            </a:extLst>
          </p:cNvPr>
          <p:cNvSpPr>
            <a:spLocks noGrp="1"/>
          </p:cNvSpPr>
          <p:nvPr>
            <p:ph type="title" hasCustomPrompt="1"/>
          </p:nvPr>
        </p:nvSpPr>
        <p:spPr>
          <a:xfrm>
            <a:off x="5638800" y="1600199"/>
            <a:ext cx="5943600" cy="2514599"/>
          </a:xfrm>
          <a:prstGeom prst="rect">
            <a:avLst/>
          </a:prstGeom>
        </p:spPr>
        <p:txBody>
          <a:bodyPr lIns="91440" tIns="91440" rIns="91440" bIns="0">
            <a:normAutofit/>
          </a:bodyPr>
          <a:lstStyle>
            <a:lvl1pPr algn="ctr">
              <a:lnSpc>
                <a:spcPct val="150000"/>
              </a:lnSpc>
              <a:defRPr sz="2000">
                <a:solidFill>
                  <a:schemeClr val="bg1"/>
                </a:solidFill>
                <a:latin typeface="+mj-lt"/>
              </a:defRPr>
            </a:lvl1pPr>
          </a:lstStyle>
          <a:p>
            <a:r>
              <a:rPr lang="en-US"/>
              <a:t>“Quote here”</a:t>
            </a:r>
          </a:p>
        </p:txBody>
      </p:sp>
    </p:spTree>
    <p:extLst>
      <p:ext uri="{BB962C8B-B14F-4D97-AF65-F5344CB8AC3E}">
        <p14:creationId xmlns:p14="http://schemas.microsoft.com/office/powerpoint/2010/main" val="1416795179"/>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6096000" y="1"/>
            <a:ext cx="60960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0" y="0"/>
            <a:ext cx="6096000" cy="6400800"/>
          </a:xfrm>
          <a:solidFill>
            <a:schemeClr val="tx1"/>
          </a:solidFill>
        </p:spPr>
        <p:txBody>
          <a:bodyPr/>
          <a:lstStyle>
            <a:lvl1pPr marL="0" indent="0" algn="ctr">
              <a:buNone/>
              <a:defRPr>
                <a:solidFill>
                  <a:schemeClr val="bg1"/>
                </a:solidFill>
              </a:defRPr>
            </a:lvl1pPr>
          </a:lstStyle>
          <a:p>
            <a:endParaRPr lang="en-US"/>
          </a:p>
        </p:txBody>
      </p:sp>
      <p:sp>
        <p:nvSpPr>
          <p:cNvPr id="5" name="Title 4">
            <a:extLst>
              <a:ext uri="{FF2B5EF4-FFF2-40B4-BE49-F238E27FC236}">
                <a16:creationId xmlns:a16="http://schemas.microsoft.com/office/drawing/2014/main" id="{BEB1F37B-9793-21EC-F340-83BFE965D5FB}"/>
              </a:ext>
            </a:extLst>
          </p:cNvPr>
          <p:cNvSpPr>
            <a:spLocks noGrp="1"/>
          </p:cNvSpPr>
          <p:nvPr>
            <p:ph type="title" hasCustomPrompt="1"/>
          </p:nvPr>
        </p:nvSpPr>
        <p:spPr>
          <a:xfrm>
            <a:off x="7010399" y="-1"/>
            <a:ext cx="4114801" cy="6400799"/>
          </a:xfrm>
          <a:prstGeom prst="rect">
            <a:avLst/>
          </a:prstGeom>
        </p:spPr>
        <p:txBody>
          <a:bodyPr>
            <a:normAutofit/>
          </a:bodyPr>
          <a:lstStyle>
            <a:lvl1pPr algn="ctr">
              <a:defRPr sz="2000">
                <a:solidFill>
                  <a:schemeClr val="bg1"/>
                </a:solidFill>
              </a:defRPr>
            </a:lvl1pPr>
          </a:lstStyle>
          <a:p>
            <a:r>
              <a:rPr lang="en-US"/>
              <a:t>“Quote here”</a:t>
            </a:r>
          </a:p>
        </p:txBody>
      </p:sp>
    </p:spTree>
    <p:extLst>
      <p:ext uri="{BB962C8B-B14F-4D97-AF65-F5344CB8AC3E}">
        <p14:creationId xmlns:p14="http://schemas.microsoft.com/office/powerpoint/2010/main" val="332642969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6916-4E23-4E78-B052-EED9A2792453}"/>
              </a:ext>
            </a:extLst>
          </p:cNvPr>
          <p:cNvSpPr>
            <a:spLocks noGrp="1"/>
          </p:cNvSpPr>
          <p:nvPr>
            <p:ph type="ctrTitle" hasCustomPrompt="1"/>
          </p:nvPr>
        </p:nvSpPr>
        <p:spPr>
          <a:xfrm>
            <a:off x="1066800" y="1143000"/>
            <a:ext cx="10058400" cy="3195536"/>
          </a:xfrm>
          <a:prstGeom prst="rect">
            <a:avLst/>
          </a:prstGeom>
        </p:spPr>
        <p:txBody>
          <a:bodyPr wrap="square" anchor="b">
            <a:normAutofit/>
          </a:bodyPr>
          <a:lstStyle>
            <a:lvl1pPr algn="ctr">
              <a:lnSpc>
                <a:spcPct val="150000"/>
              </a:lnSpc>
              <a:defRPr sz="4000" b="1" i="0">
                <a:solidFill>
                  <a:srgbClr val="311E57"/>
                </a:solidFill>
                <a:latin typeface="+mj-lt"/>
                <a:cs typeface="Arial" panose="020B0604020202020204" pitchFamily="34" charset="0"/>
              </a:defRPr>
            </a:lvl1pPr>
          </a:lstStyle>
          <a:p>
            <a:r>
              <a:rPr lang="en-US"/>
              <a:t>Quote</a:t>
            </a:r>
          </a:p>
        </p:txBody>
      </p:sp>
      <p:sp>
        <p:nvSpPr>
          <p:cNvPr id="3" name="Subtitle 2">
            <a:extLst>
              <a:ext uri="{FF2B5EF4-FFF2-40B4-BE49-F238E27FC236}">
                <a16:creationId xmlns:a16="http://schemas.microsoft.com/office/drawing/2014/main" id="{CE96AA36-0472-4813-A319-EA8C258D8526}"/>
              </a:ext>
            </a:extLst>
          </p:cNvPr>
          <p:cNvSpPr>
            <a:spLocks noGrp="1"/>
          </p:cNvSpPr>
          <p:nvPr>
            <p:ph type="subTitle" idx="1" hasCustomPrompt="1"/>
          </p:nvPr>
        </p:nvSpPr>
        <p:spPr>
          <a:xfrm>
            <a:off x="1066800" y="5715001"/>
            <a:ext cx="10058400" cy="457200"/>
          </a:xfrm>
        </p:spPr>
        <p:txBody>
          <a:bodyPr wrap="square" tIns="91440">
            <a:normAutofit/>
          </a:bodyPr>
          <a:lstStyle>
            <a:lvl1pPr marL="0" indent="0" algn="r">
              <a:buNone/>
              <a:defRPr sz="1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Credit</a:t>
            </a:r>
          </a:p>
        </p:txBody>
      </p:sp>
      <p:sp>
        <p:nvSpPr>
          <p:cNvPr id="4" name="Text Placeholder 16">
            <a:extLst>
              <a:ext uri="{FF2B5EF4-FFF2-40B4-BE49-F238E27FC236}">
                <a16:creationId xmlns:a16="http://schemas.microsoft.com/office/drawing/2014/main" id="{6097ED92-D201-561A-7478-554982766C77}"/>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1720932589"/>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00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4699-EC33-4296-C2C6-10D1E2B91098}"/>
              </a:ext>
            </a:extLst>
          </p:cNvPr>
          <p:cNvSpPr>
            <a:spLocks noGrp="1"/>
          </p:cNvSpPr>
          <p:nvPr>
            <p:ph type="title" hasCustomPrompt="1"/>
          </p:nvPr>
        </p:nvSpPr>
        <p:spPr>
          <a:xfrm>
            <a:off x="609599" y="685800"/>
            <a:ext cx="10972801" cy="1143000"/>
          </a:xfrm>
          <a:prstGeom prst="rect">
            <a:avLst/>
          </a:prstGeom>
        </p:spPr>
        <p:txBody>
          <a:bodyPr anchor="ctr">
            <a:normAutofit/>
          </a:bodyPr>
          <a:lstStyle>
            <a:lvl1pPr>
              <a:defRPr sz="3200">
                <a:solidFill>
                  <a:srgbClr val="311E57"/>
                </a:solidFill>
              </a:defRPr>
            </a:lvl1pPr>
          </a:lstStyle>
          <a:p>
            <a:r>
              <a:rPr lang="en-US"/>
              <a:t>Headline</a:t>
            </a:r>
          </a:p>
        </p:txBody>
      </p:sp>
      <p:sp>
        <p:nvSpPr>
          <p:cNvPr id="3" name="Content Placeholder 2">
            <a:extLst>
              <a:ext uri="{FF2B5EF4-FFF2-40B4-BE49-F238E27FC236}">
                <a16:creationId xmlns:a16="http://schemas.microsoft.com/office/drawing/2014/main" id="{BE0C9463-A06F-F3CE-E62E-F0738F76ABD3}"/>
              </a:ext>
            </a:extLst>
          </p:cNvPr>
          <p:cNvSpPr>
            <a:spLocks noGrp="1"/>
          </p:cNvSpPr>
          <p:nvPr>
            <p:ph idx="1" hasCustomPrompt="1"/>
          </p:nvPr>
        </p:nvSpPr>
        <p:spPr>
          <a:xfrm>
            <a:off x="609599" y="1828800"/>
            <a:ext cx="10972801" cy="4343400"/>
          </a:xfrm>
        </p:spPr>
        <p:txBody>
          <a:bodyPr>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buClr>
                <a:schemeClr val="tx1"/>
              </a:buClr>
              <a:defRPr sz="2000">
                <a:solidFill>
                  <a:srgbClr val="6C7986"/>
                </a:solidFill>
              </a:defRPr>
            </a:lvl4pPr>
            <a:lvl5pPr>
              <a:lnSpc>
                <a:spcPct val="150000"/>
              </a:lnSpc>
              <a:buClr>
                <a:schemeClr val="tx1"/>
              </a:buClr>
              <a:defRPr sz="2000">
                <a:solidFill>
                  <a:srgbClr val="6C7986"/>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Text Placeholder 16">
            <a:extLst>
              <a:ext uri="{FF2B5EF4-FFF2-40B4-BE49-F238E27FC236}">
                <a16:creationId xmlns:a16="http://schemas.microsoft.com/office/drawing/2014/main" id="{74B8D4E6-B726-EB36-6EEF-9A56D3977377}"/>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126763800"/>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0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4699-EC33-4296-C2C6-10D1E2B91098}"/>
              </a:ext>
            </a:extLst>
          </p:cNvPr>
          <p:cNvSpPr>
            <a:spLocks noGrp="1"/>
          </p:cNvSpPr>
          <p:nvPr>
            <p:ph type="title" hasCustomPrompt="1"/>
          </p:nvPr>
        </p:nvSpPr>
        <p:spPr>
          <a:xfrm>
            <a:off x="609599" y="685800"/>
            <a:ext cx="10972801" cy="1143000"/>
          </a:xfrm>
          <a:prstGeom prst="rect">
            <a:avLst/>
          </a:prstGeom>
        </p:spPr>
        <p:txBody>
          <a:bodyPr anchor="ctr">
            <a:normAutofit/>
          </a:bodyPr>
          <a:lstStyle>
            <a:lvl1pPr>
              <a:defRPr sz="3200">
                <a:solidFill>
                  <a:srgbClr val="311E57"/>
                </a:solidFill>
              </a:defRPr>
            </a:lvl1pPr>
          </a:lstStyle>
          <a:p>
            <a:r>
              <a:rPr lang="en-US"/>
              <a:t>Headline</a:t>
            </a:r>
          </a:p>
        </p:txBody>
      </p:sp>
      <p:sp>
        <p:nvSpPr>
          <p:cNvPr id="3" name="Content Placeholder 2">
            <a:extLst>
              <a:ext uri="{FF2B5EF4-FFF2-40B4-BE49-F238E27FC236}">
                <a16:creationId xmlns:a16="http://schemas.microsoft.com/office/drawing/2014/main" id="{BE0C9463-A06F-F3CE-E62E-F0738F76ABD3}"/>
              </a:ext>
            </a:extLst>
          </p:cNvPr>
          <p:cNvSpPr>
            <a:spLocks noGrp="1"/>
          </p:cNvSpPr>
          <p:nvPr>
            <p:ph idx="1" hasCustomPrompt="1"/>
          </p:nvPr>
        </p:nvSpPr>
        <p:spPr>
          <a:xfrm>
            <a:off x="609599" y="1828800"/>
            <a:ext cx="10972801" cy="1143000"/>
          </a:xfrm>
        </p:spPr>
        <p:txBody>
          <a:bodyPr>
            <a:normAutofit/>
          </a:bodyPr>
          <a:lstStyle>
            <a:lvl1pPr marL="0" indent="0">
              <a:lnSpc>
                <a:spcPct val="150000"/>
              </a:lnSpc>
              <a:buNone/>
              <a:defRPr sz="16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5" name="Text Placeholder 16">
            <a:extLst>
              <a:ext uri="{FF2B5EF4-FFF2-40B4-BE49-F238E27FC236}">
                <a16:creationId xmlns:a16="http://schemas.microsoft.com/office/drawing/2014/main" id="{74B8D4E6-B726-EB36-6EEF-9A56D3977377}"/>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Rectangle 3">
            <a:extLst>
              <a:ext uri="{FF2B5EF4-FFF2-40B4-BE49-F238E27FC236}">
                <a16:creationId xmlns:a16="http://schemas.microsoft.com/office/drawing/2014/main" id="{628C9C4F-A6F4-D4C0-4739-5DDEE1A57838}"/>
              </a:ext>
            </a:extLst>
          </p:cNvPr>
          <p:cNvSpPr/>
          <p:nvPr userDrawn="1"/>
        </p:nvSpPr>
        <p:spPr>
          <a:xfrm>
            <a:off x="0" y="2971800"/>
            <a:ext cx="12192000" cy="34497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8305115"/>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00 Tab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9503-5610-C243-8816-778741646BB6}"/>
              </a:ext>
            </a:extLst>
          </p:cNvPr>
          <p:cNvSpPr>
            <a:spLocks noGrp="1"/>
          </p:cNvSpPr>
          <p:nvPr>
            <p:ph type="title" hasCustomPrompt="1"/>
          </p:nvPr>
        </p:nvSpPr>
        <p:spPr>
          <a:xfrm>
            <a:off x="609600" y="685800"/>
            <a:ext cx="10972800" cy="1143000"/>
          </a:xfrm>
          <a:prstGeom prst="rect">
            <a:avLst/>
          </a:prstGeom>
        </p:spPr>
        <p:txBody>
          <a:bodyPr>
            <a:noAutofit/>
          </a:bodyPr>
          <a:lstStyle>
            <a:lvl1pPr>
              <a:defRPr>
                <a:solidFill>
                  <a:srgbClr val="311E57"/>
                </a:solidFill>
              </a:defRPr>
            </a:lvl1pPr>
          </a:lstStyle>
          <a:p>
            <a:r>
              <a:rPr lang="en-US"/>
              <a:t>Headline</a:t>
            </a:r>
          </a:p>
        </p:txBody>
      </p:sp>
      <p:sp>
        <p:nvSpPr>
          <p:cNvPr id="7" name="Table Placeholder 6">
            <a:extLst>
              <a:ext uri="{FF2B5EF4-FFF2-40B4-BE49-F238E27FC236}">
                <a16:creationId xmlns:a16="http://schemas.microsoft.com/office/drawing/2014/main" id="{65B68517-CD6D-5044-904D-D4FB4B5A2843}"/>
              </a:ext>
            </a:extLst>
          </p:cNvPr>
          <p:cNvSpPr>
            <a:spLocks noGrp="1"/>
          </p:cNvSpPr>
          <p:nvPr>
            <p:ph type="tbl" sz="quarter" idx="14"/>
          </p:nvPr>
        </p:nvSpPr>
        <p:spPr>
          <a:xfrm>
            <a:off x="609599" y="2057401"/>
            <a:ext cx="10972801" cy="4114800"/>
          </a:xfrm>
        </p:spPr>
        <p:txBody>
          <a:bodyPr anchor="ctr">
            <a:noAutofit/>
          </a:bodyPr>
          <a:lstStyle>
            <a:lvl1pPr marL="0" indent="0" algn="ctr">
              <a:buNone/>
              <a:defRPr/>
            </a:lvl1pPr>
          </a:lstStyle>
          <a:p>
            <a:r>
              <a:rPr lang="en-US"/>
              <a:t>Click icon to add table</a:t>
            </a:r>
          </a:p>
        </p:txBody>
      </p:sp>
      <p:sp>
        <p:nvSpPr>
          <p:cNvPr id="3" name="Text Placeholder 16">
            <a:extLst>
              <a:ext uri="{FF2B5EF4-FFF2-40B4-BE49-F238E27FC236}">
                <a16:creationId xmlns:a16="http://schemas.microsoft.com/office/drawing/2014/main" id="{48C77CDA-113D-2741-2919-27D074C3226C}"/>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51888682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70/30 Content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7924800" y="0"/>
            <a:ext cx="42672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0"/>
            <a:ext cx="6857999" cy="4343399"/>
          </a:xfrm>
        </p:spPr>
        <p:txBody>
          <a:bodyPr tIns="182880" rIns="0"/>
          <a:lstStyle>
            <a:lvl1pPr marL="0" indent="0">
              <a:lnSpc>
                <a:spcPct val="150000"/>
              </a:lnSpc>
              <a:buNone/>
              <a:defRPr sz="1600" b="0" i="0">
                <a:solidFill>
                  <a:srgbClr val="6C7986"/>
                </a:solidFill>
                <a:latin typeface="+mn-lt"/>
                <a:ea typeface="Inter" panose="02000503000000020004"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F3BD6D1C-87EB-4D74-D690-208C0345835F}"/>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1">
            <a:extLst>
              <a:ext uri="{FF2B5EF4-FFF2-40B4-BE49-F238E27FC236}">
                <a16:creationId xmlns:a16="http://schemas.microsoft.com/office/drawing/2014/main" id="{FFDCFDA5-2AFB-25DA-1D77-389F4C8FE348}"/>
              </a:ext>
            </a:extLst>
          </p:cNvPr>
          <p:cNvSpPr>
            <a:spLocks noGrp="1"/>
          </p:cNvSpPr>
          <p:nvPr>
            <p:ph type="title"/>
          </p:nvPr>
        </p:nvSpPr>
        <p:spPr>
          <a:xfrm>
            <a:off x="609600" y="685800"/>
            <a:ext cx="6857999"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69761892"/>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70/30 Content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599" y="685800"/>
            <a:ext cx="6857999" cy="1128422"/>
          </a:xfrm>
          <a:prstGeom prst="rect">
            <a:avLst/>
          </a:prstGeom>
        </p:spPr>
        <p:txBody>
          <a:bodyPr wrap="square" bIns="91440" anchor="b">
            <a:noAutofit/>
          </a:bodyPr>
          <a:lstStyle>
            <a:lvl1pPr>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8382000" y="1143000"/>
            <a:ext cx="3200400" cy="5029200"/>
          </a:xfrm>
        </p:spPr>
        <p:txBody>
          <a:bodyPr wrap="square" tIns="0" anchor="t">
            <a:normAutofit/>
          </a:bodyPr>
          <a:lstStyle>
            <a:lvl1pPr marL="0" indent="0">
              <a:buNone/>
              <a:defRPr sz="2200" b="1">
                <a:solidFill>
                  <a:srgbClr val="311E57"/>
                </a:solidFill>
              </a:defRPr>
            </a:lvl1pPr>
            <a:lvl2pPr marL="457200" indent="0">
              <a:buNone/>
              <a:defRPr sz="2200" b="1">
                <a:solidFill>
                  <a:srgbClr val="311E57"/>
                </a:solidFill>
              </a:defRPr>
            </a:lvl2pPr>
            <a:lvl3pPr marL="914400" indent="0">
              <a:buNone/>
              <a:defRPr sz="2200" b="1">
                <a:solidFill>
                  <a:srgbClr val="311E57"/>
                </a:solidFill>
              </a:defRPr>
            </a:lvl3pPr>
            <a:lvl4pPr marL="1371600" indent="0">
              <a:buNone/>
              <a:defRPr sz="2200" b="1">
                <a:solidFill>
                  <a:srgbClr val="311E57"/>
                </a:solidFill>
              </a:defRPr>
            </a:lvl4pPr>
            <a:lvl5pPr marL="1828800" indent="0">
              <a:buNone/>
              <a:defRPr sz="2200" b="1">
                <a:solidFill>
                  <a:srgbClr val="311E57"/>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599" y="1828800"/>
            <a:ext cx="6858001" cy="4343400"/>
          </a:xfrm>
        </p:spPr>
        <p:txBody>
          <a:bodyPr wrap="square" tIns="91440"/>
          <a:lstStyle>
            <a:lvl1pPr marL="0" indent="0">
              <a:lnSpc>
                <a:spcPct val="150000"/>
              </a:lnSpc>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 name="Text Placeholder 16">
            <a:extLst>
              <a:ext uri="{FF2B5EF4-FFF2-40B4-BE49-F238E27FC236}">
                <a16:creationId xmlns:a16="http://schemas.microsoft.com/office/drawing/2014/main" id="{92159EDE-DD2C-8F64-9DAB-D5BBD204DEF8}"/>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pic>
        <p:nvPicPr>
          <p:cNvPr id="4" name="Picture 3">
            <a:extLst>
              <a:ext uri="{FF2B5EF4-FFF2-40B4-BE49-F238E27FC236}">
                <a16:creationId xmlns:a16="http://schemas.microsoft.com/office/drawing/2014/main" id="{E142A75E-0222-9333-592C-A0F618BDDDC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0452" y="6415378"/>
            <a:ext cx="1568514" cy="442622"/>
          </a:xfrm>
          <a:prstGeom prst="rect">
            <a:avLst/>
          </a:prstGeom>
        </p:spPr>
      </p:pic>
    </p:spTree>
    <p:extLst>
      <p:ext uri="{BB962C8B-B14F-4D97-AF65-F5344CB8AC3E}">
        <p14:creationId xmlns:p14="http://schemas.microsoft.com/office/powerpoint/2010/main" val="1575159332"/>
      </p:ext>
    </p:extLst>
  </p:cSld>
  <p:clrMapOvr>
    <a:masterClrMapping/>
  </p:clrMapOvr>
  <p:transition/>
  <p:extLst>
    <p:ext uri="{DCECCB84-F9BA-43D5-87BE-67443E8EF086}">
      <p15:sldGuideLst xmlns:p15="http://schemas.microsoft.com/office/powerpoint/2012/main">
        <p15:guide id="1" orient="horz" pos="1152">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0/30 Conten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6400800" cy="1143000"/>
          </a:xfrm>
          <a:prstGeom prst="rect">
            <a:avLst/>
          </a:prstGeom>
        </p:spPr>
        <p:txBody>
          <a:bodyPr wrap="square" bIns="91440" anchor="b">
            <a:noAutofit/>
          </a:bodyPr>
          <a:lstStyle>
            <a:lvl1pPr>
              <a:lnSpc>
                <a:spcPct val="100000"/>
              </a:lnSpc>
              <a:defRPr sz="3200">
                <a:solidFill>
                  <a:srgbClr val="311E57"/>
                </a:solidFill>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1828800"/>
            <a:ext cx="6400800" cy="4343400"/>
          </a:xfrm>
        </p:spPr>
        <p:txBody>
          <a:bodyPr wrap="square" tIns="9144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7924800" y="1828800"/>
            <a:ext cx="3657599" cy="4343400"/>
          </a:xfrm>
        </p:spPr>
        <p:txBody>
          <a:bodyPr wrap="square" tIns="9144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7924800" y="685800"/>
            <a:ext cx="3657600" cy="1143000"/>
          </a:xfrm>
        </p:spPr>
        <p:txBody>
          <a:bodyPr wrap="square" bIns="91440" anchor="b">
            <a:noAutofit/>
          </a:bodyPr>
          <a:lstStyle>
            <a:lvl1pPr marL="0" indent="0">
              <a:lnSpc>
                <a:spcPct val="100000"/>
              </a:lnSpc>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9" name="Straight Connector 8">
            <a:extLst>
              <a:ext uri="{FF2B5EF4-FFF2-40B4-BE49-F238E27FC236}">
                <a16:creationId xmlns:a16="http://schemas.microsoft.com/office/drawing/2014/main" id="{3282B8DB-4777-95A3-ECFA-28238F4A854E}"/>
              </a:ext>
            </a:extLst>
          </p:cNvPr>
          <p:cNvCxnSpPr/>
          <p:nvPr userDrawn="1"/>
        </p:nvCxnSpPr>
        <p:spPr>
          <a:xfrm flipH="1">
            <a:off x="7469436"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733426"/>
      </p:ext>
    </p:extLst>
  </p:cSld>
  <p:clrMapOvr>
    <a:masterClrMapping/>
  </p:clrMapOvr>
  <p:transition/>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70/30 Content 4">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90D00E-08B9-196F-0068-6BA9FC9CB0C8}"/>
              </a:ext>
            </a:extLst>
          </p:cNvPr>
          <p:cNvSpPr>
            <a:spLocks noGrp="1"/>
          </p:cNvSpPr>
          <p:nvPr>
            <p:ph type="pic" sz="quarter" idx="15" hasCustomPrompt="1"/>
          </p:nvPr>
        </p:nvSpPr>
        <p:spPr>
          <a:xfrm>
            <a:off x="609599" y="2057399"/>
            <a:ext cx="685800" cy="685800"/>
          </a:xfrm>
        </p:spPr>
        <p:txBody>
          <a:bodyPr anchor="t">
            <a:normAutofit/>
          </a:bodyPr>
          <a:lstStyle>
            <a:lvl1pPr marL="0" indent="0" algn="ctr">
              <a:buNone/>
              <a:defRPr sz="1800"/>
            </a:lvl1pPr>
          </a:lstStyle>
          <a:p>
            <a:r>
              <a:rPr lang="en-US"/>
              <a:t>Icon</a:t>
            </a:r>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6400800" cy="1143000"/>
          </a:xfrm>
          <a:prstGeom prst="rect">
            <a:avLst/>
          </a:prstGeom>
        </p:spPr>
        <p:txBody>
          <a:bodyPr wrap="square" bIns="91440" anchor="t">
            <a:noAutofit/>
          </a:bodyPr>
          <a:lstStyle>
            <a:lvl1pPr>
              <a:defRPr sz="3200">
                <a:solidFill>
                  <a:srgbClr val="311E57"/>
                </a:solidFill>
                <a:latin typeface="+mj-lt"/>
              </a:defRPr>
            </a:lvl1pPr>
          </a:lstStyle>
          <a:p>
            <a:r>
              <a:rPr lang="en-US"/>
              <a:t>Headline</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1524000" y="2062064"/>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7924800" y="685800"/>
            <a:ext cx="3657600" cy="1143000"/>
          </a:xfrm>
        </p:spPr>
        <p:txBody>
          <a:bodyPr wrap="square" bIns="91440" anchor="b">
            <a:noAutofit/>
          </a:bodyPr>
          <a:lstStyle>
            <a:lvl1pPr marL="0" indent="0">
              <a:lnSpc>
                <a:spcPct val="100000"/>
              </a:lnSpc>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8" name="Straight Connector 7">
            <a:extLst>
              <a:ext uri="{FF2B5EF4-FFF2-40B4-BE49-F238E27FC236}">
                <a16:creationId xmlns:a16="http://schemas.microsoft.com/office/drawing/2014/main" id="{2247B606-63A1-3A5D-A5E7-9CFDA826F193}"/>
              </a:ext>
            </a:extLst>
          </p:cNvPr>
          <p:cNvCxnSpPr/>
          <p:nvPr userDrawn="1"/>
        </p:nvCxnSpPr>
        <p:spPr>
          <a:xfrm flipH="1">
            <a:off x="7469436"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88FB08CD-726C-A0AB-027E-1409AC85B586}"/>
              </a:ext>
            </a:extLst>
          </p:cNvPr>
          <p:cNvSpPr>
            <a:spLocks noGrp="1"/>
          </p:cNvSpPr>
          <p:nvPr>
            <p:ph type="pic" sz="quarter" idx="25" hasCustomPrompt="1"/>
          </p:nvPr>
        </p:nvSpPr>
        <p:spPr>
          <a:xfrm>
            <a:off x="609600" y="3126796"/>
            <a:ext cx="685800" cy="6858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B4B852E8-6B97-8672-37AE-3A44A720E276}"/>
              </a:ext>
            </a:extLst>
          </p:cNvPr>
          <p:cNvSpPr>
            <a:spLocks noGrp="1"/>
          </p:cNvSpPr>
          <p:nvPr>
            <p:ph type="pic" sz="quarter" idx="26" hasCustomPrompt="1"/>
          </p:nvPr>
        </p:nvSpPr>
        <p:spPr>
          <a:xfrm>
            <a:off x="609600" y="4196192"/>
            <a:ext cx="685800" cy="685800"/>
          </a:xfrm>
        </p:spPr>
        <p:txBody>
          <a:bodyPr anchor="t">
            <a:normAutofit/>
          </a:bodyPr>
          <a:lstStyle>
            <a:lvl1pPr marL="0" indent="0" algn="ctr">
              <a:buNone/>
              <a:defRPr sz="1800"/>
            </a:lvl1pPr>
          </a:lstStyle>
          <a:p>
            <a:r>
              <a:rPr lang="en-US"/>
              <a:t>Icon</a:t>
            </a:r>
          </a:p>
        </p:txBody>
      </p:sp>
      <p:sp>
        <p:nvSpPr>
          <p:cNvPr id="13" name="Picture Placeholder 8">
            <a:extLst>
              <a:ext uri="{FF2B5EF4-FFF2-40B4-BE49-F238E27FC236}">
                <a16:creationId xmlns:a16="http://schemas.microsoft.com/office/drawing/2014/main" id="{FECAC954-3186-2E12-7131-371C378C0C0A}"/>
              </a:ext>
            </a:extLst>
          </p:cNvPr>
          <p:cNvSpPr>
            <a:spLocks noGrp="1"/>
          </p:cNvSpPr>
          <p:nvPr>
            <p:ph type="pic" sz="quarter" idx="27" hasCustomPrompt="1"/>
          </p:nvPr>
        </p:nvSpPr>
        <p:spPr>
          <a:xfrm>
            <a:off x="609600" y="5265588"/>
            <a:ext cx="685800" cy="685800"/>
          </a:xfrm>
        </p:spPr>
        <p:txBody>
          <a:bodyPr anchor="t">
            <a:normAutofit/>
          </a:bodyPr>
          <a:lstStyle>
            <a:lvl1pPr marL="0" indent="0" algn="ctr">
              <a:buNone/>
              <a:defRPr sz="1800"/>
            </a:lvl1pPr>
          </a:lstStyle>
          <a:p>
            <a:r>
              <a:rPr lang="en-US"/>
              <a:t>Icon</a:t>
            </a:r>
          </a:p>
        </p:txBody>
      </p:sp>
      <p:sp>
        <p:nvSpPr>
          <p:cNvPr id="4" name="Text Placeholder 3">
            <a:extLst>
              <a:ext uri="{FF2B5EF4-FFF2-40B4-BE49-F238E27FC236}">
                <a16:creationId xmlns:a16="http://schemas.microsoft.com/office/drawing/2014/main" id="{E461C6A8-289E-EBC4-312B-75C8BFB84ED0}"/>
              </a:ext>
            </a:extLst>
          </p:cNvPr>
          <p:cNvSpPr>
            <a:spLocks noGrp="1"/>
          </p:cNvSpPr>
          <p:nvPr>
            <p:ph type="body" sz="half" idx="28" hasCustomPrompt="1"/>
          </p:nvPr>
        </p:nvSpPr>
        <p:spPr>
          <a:xfrm>
            <a:off x="1524000" y="3126796"/>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5" name="Text Placeholder 3">
            <a:extLst>
              <a:ext uri="{FF2B5EF4-FFF2-40B4-BE49-F238E27FC236}">
                <a16:creationId xmlns:a16="http://schemas.microsoft.com/office/drawing/2014/main" id="{BBC7ED92-5999-3B07-CF66-ACA7795F2415}"/>
              </a:ext>
            </a:extLst>
          </p:cNvPr>
          <p:cNvSpPr>
            <a:spLocks noGrp="1"/>
          </p:cNvSpPr>
          <p:nvPr>
            <p:ph type="body" sz="half" idx="29" hasCustomPrompt="1"/>
          </p:nvPr>
        </p:nvSpPr>
        <p:spPr>
          <a:xfrm>
            <a:off x="1524000" y="4191528"/>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4" name="Text Placeholder 3">
            <a:extLst>
              <a:ext uri="{FF2B5EF4-FFF2-40B4-BE49-F238E27FC236}">
                <a16:creationId xmlns:a16="http://schemas.microsoft.com/office/drawing/2014/main" id="{05C7689D-2BFE-F5C7-B94E-56C7D005F95E}"/>
              </a:ext>
            </a:extLst>
          </p:cNvPr>
          <p:cNvSpPr>
            <a:spLocks noGrp="1"/>
          </p:cNvSpPr>
          <p:nvPr>
            <p:ph type="body" sz="half" idx="30" hasCustomPrompt="1"/>
          </p:nvPr>
        </p:nvSpPr>
        <p:spPr>
          <a:xfrm>
            <a:off x="1524000" y="5265588"/>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5" name="Text Placeholder 3">
            <a:extLst>
              <a:ext uri="{FF2B5EF4-FFF2-40B4-BE49-F238E27FC236}">
                <a16:creationId xmlns:a16="http://schemas.microsoft.com/office/drawing/2014/main" id="{7E828F81-3CE5-6420-7BF8-4C36E9ADA26F}"/>
              </a:ext>
            </a:extLst>
          </p:cNvPr>
          <p:cNvSpPr>
            <a:spLocks noGrp="1"/>
          </p:cNvSpPr>
          <p:nvPr>
            <p:ph type="body" sz="half" idx="31" hasCustomPrompt="1"/>
          </p:nvPr>
        </p:nvSpPr>
        <p:spPr>
          <a:xfrm>
            <a:off x="7924800" y="1828800"/>
            <a:ext cx="3657600" cy="4343400"/>
          </a:xfrm>
        </p:spPr>
        <p:txBody>
          <a:bodyPr wrap="square" tIns="182880">
            <a:normAutofit/>
          </a:bodyPr>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3260627344"/>
      </p:ext>
    </p:extLst>
  </p:cSld>
  <p:clrMapOvr>
    <a:masterClrMapping/>
  </p:clrMapOvr>
  <p:transition/>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60/4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5943600" cy="5486400"/>
          </a:xfrm>
          <a:prstGeom prst="rect">
            <a:avLst/>
          </a:prstGeom>
        </p:spPr>
        <p:txBody>
          <a:bodyPr wrap="square" tIns="0" bIns="0" anchor="ctr">
            <a:noAutofit/>
          </a:bodyPr>
          <a:lstStyle>
            <a:lvl1pPr>
              <a:lnSpc>
                <a:spcPct val="100000"/>
              </a:lnSpc>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7467600" y="685800"/>
            <a:ext cx="4114800" cy="5486400"/>
          </a:xfrm>
        </p:spPr>
        <p:txBody>
          <a:bodyPr wrap="square" anchor="ctr">
            <a:normAutofit/>
          </a:bodyPr>
          <a:lstStyle>
            <a:lvl1pPr marL="0" indent="0">
              <a:buNone/>
              <a:defRPr sz="2200">
                <a:solidFill>
                  <a:srgbClr val="6C7986"/>
                </a:solidFill>
              </a:defRPr>
            </a:lvl1pPr>
            <a:lvl2pPr>
              <a:buClr>
                <a:schemeClr val="tx1"/>
              </a:buClr>
              <a:defRPr sz="2200">
                <a:solidFill>
                  <a:srgbClr val="6C7986"/>
                </a:solidFill>
              </a:defRPr>
            </a:lvl2pPr>
            <a:lvl3pPr>
              <a:buClr>
                <a:schemeClr val="tx1"/>
              </a:buClr>
              <a:defRPr sz="2200">
                <a:solidFill>
                  <a:srgbClr val="6C7986"/>
                </a:solidFill>
              </a:defRPr>
            </a:lvl3pPr>
            <a:lvl4pPr>
              <a:buClr>
                <a:schemeClr val="tx1"/>
              </a:buClr>
              <a:defRPr sz="2200">
                <a:solidFill>
                  <a:srgbClr val="6C7986"/>
                </a:solidFill>
              </a:defRPr>
            </a:lvl4pPr>
            <a:lvl5pPr>
              <a:buClr>
                <a:schemeClr val="tx1"/>
              </a:buClr>
              <a:defRPr sz="22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4640C156-F7E8-84A6-70A7-A17F311F389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0452" y="6415378"/>
            <a:ext cx="1568514" cy="442622"/>
          </a:xfrm>
          <a:prstGeom prst="rect">
            <a:avLst/>
          </a:prstGeom>
        </p:spPr>
      </p:pic>
    </p:spTree>
    <p:extLst>
      <p:ext uri="{BB962C8B-B14F-4D97-AF65-F5344CB8AC3E}">
        <p14:creationId xmlns:p14="http://schemas.microsoft.com/office/powerpoint/2010/main" val="1685472510"/>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0/40 Content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5943600" cy="1143000"/>
          </a:xfrm>
          <a:prstGeom prst="rect">
            <a:avLst/>
          </a:prstGeom>
        </p:spPr>
        <p:txBody>
          <a:bodyPr wrap="square" anchor="b">
            <a:noAutofit/>
          </a:bodyPr>
          <a:lstStyle>
            <a:lvl1pPr>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7467600" y="685800"/>
            <a:ext cx="4114800" cy="5486400"/>
          </a:xfrm>
        </p:spPr>
        <p:txBody>
          <a:bodyPr wrap="square" anchor="ctr">
            <a:normAutofit/>
          </a:bodyPr>
          <a:lstStyle>
            <a:lvl1pPr marL="0" indent="0">
              <a:buNone/>
              <a:defRPr sz="2400">
                <a:solidFill>
                  <a:srgbClr val="6C7986"/>
                </a:solidFill>
              </a:defRPr>
            </a:lvl1pPr>
            <a:lvl2pPr>
              <a:buClr>
                <a:schemeClr val="tx1"/>
              </a:buClr>
              <a:defRPr sz="2400">
                <a:solidFill>
                  <a:srgbClr val="6C7986"/>
                </a:solidFill>
              </a:defRPr>
            </a:lvl2pPr>
            <a:lvl3pPr>
              <a:buClr>
                <a:schemeClr val="tx1"/>
              </a:buClr>
              <a:defRPr sz="2400">
                <a:solidFill>
                  <a:srgbClr val="6C7986"/>
                </a:solidFill>
              </a:defRPr>
            </a:lvl3pPr>
            <a:lvl4pPr>
              <a:defRPr sz="2400">
                <a:solidFill>
                  <a:srgbClr val="6C7986"/>
                </a:solidFill>
              </a:defRPr>
            </a:lvl4pPr>
            <a:lvl5pPr>
              <a:defRPr sz="24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1" y="1828800"/>
            <a:ext cx="5943599" cy="4343400"/>
          </a:xfrm>
        </p:spPr>
        <p:txBody>
          <a:bodyPr wrap="square" tIns="182880"/>
          <a:lstStyle>
            <a:lvl1pPr marL="285750" indent="-285750">
              <a:lnSpc>
                <a:spcPct val="150000"/>
              </a:lnSpc>
              <a:buFont typeface="Arial" panose="020B0604020202020204" pitchFamily="34" charset="0"/>
              <a:buChar char="•"/>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pic>
        <p:nvPicPr>
          <p:cNvPr id="3" name="Picture 2">
            <a:extLst>
              <a:ext uri="{FF2B5EF4-FFF2-40B4-BE49-F238E27FC236}">
                <a16:creationId xmlns:a16="http://schemas.microsoft.com/office/drawing/2014/main" id="{005F01B4-9812-2D87-248C-043967657C8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0452" y="6415378"/>
            <a:ext cx="1568514" cy="442622"/>
          </a:xfrm>
          <a:prstGeom prst="rect">
            <a:avLst/>
          </a:prstGeom>
        </p:spPr>
      </p:pic>
      <p:sp>
        <p:nvSpPr>
          <p:cNvPr id="4" name="Text Placeholder 16">
            <a:extLst>
              <a:ext uri="{FF2B5EF4-FFF2-40B4-BE49-F238E27FC236}">
                <a16:creationId xmlns:a16="http://schemas.microsoft.com/office/drawing/2014/main" id="{B8A96BB6-D77D-0798-8513-73E2AB5973FB}"/>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2797552512"/>
      </p:ext>
    </p:extLst>
  </p:cSld>
  <p:clrMapOvr>
    <a:masterClrMapping/>
  </p:clrMapOvr>
  <p:transition/>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0/40 Content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70104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943600" cy="1142999"/>
          </a:xfrm>
          <a:prstGeom prst="rect">
            <a:avLst/>
          </a:prstGeom>
        </p:spPr>
        <p:txBody>
          <a:bodyPr anchor="b">
            <a:noAutofit/>
          </a:bodyPr>
          <a:lstStyle>
            <a:lvl1pPr>
              <a:defRPr sz="3200">
                <a:solidFill>
                  <a:srgbClr val="FFFFFF"/>
                </a:solidFill>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9436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59436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3BBCDB36-94CC-DA2F-862C-791EFBCA0D35}"/>
              </a:ext>
            </a:extLst>
          </p:cNvPr>
          <p:cNvSpPr>
            <a:spLocks noGrp="1"/>
          </p:cNvSpPr>
          <p:nvPr>
            <p:ph type="pic" sz="quarter" idx="10"/>
          </p:nvPr>
        </p:nvSpPr>
        <p:spPr>
          <a:xfrm>
            <a:off x="7010400" y="0"/>
            <a:ext cx="5181600" cy="6400800"/>
          </a:xfrm>
          <a:solidFill>
            <a:schemeClr val="tx1"/>
          </a:solidFill>
        </p:spPr>
        <p:txBody>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3530209129"/>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0/40 Conten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7010399" y="685799"/>
            <a:ext cx="5181601" cy="3886201"/>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685800"/>
            <a:ext cx="5943600" cy="1143000"/>
          </a:xfrm>
          <a:prstGeom prst="rect">
            <a:avLst/>
          </a:prstGeom>
        </p:spPr>
        <p:txBody>
          <a:bodyPr rIns="0" anchor="b">
            <a:noAutofit/>
          </a:bodyPr>
          <a:lstStyle>
            <a:lvl1pPr>
              <a:defRPr sz="3200">
                <a:solidFill>
                  <a:srgbClr val="311E57"/>
                </a:solidFill>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0"/>
            <a:ext cx="5943600" cy="2743200"/>
          </a:xfrm>
        </p:spPr>
        <p:txBody>
          <a:bodyPr tIns="182880" rIns="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E28DDB66-B2C6-826A-55D1-054DF47903DC}"/>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2759095951"/>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0/40 Content 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65532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486400" cy="1143000"/>
          </a:xfrm>
          <a:prstGeom prst="rect">
            <a:avLst/>
          </a:prstGeom>
        </p:spPr>
        <p:txBody>
          <a:bodyPr anchor="b">
            <a:noAutofit/>
          </a:bodyPr>
          <a:lstStyle>
            <a:lvl1pPr>
              <a:defRPr sz="3200">
                <a:solidFill>
                  <a:srgbClr val="FFFFFF"/>
                </a:solidFill>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4864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ext Placeholder 13">
            <a:extLst>
              <a:ext uri="{FF2B5EF4-FFF2-40B4-BE49-F238E27FC236}">
                <a16:creationId xmlns:a16="http://schemas.microsoft.com/office/drawing/2014/main" id="{8C48F8E6-A7E4-55CA-6B6F-876BF36D5D36}"/>
              </a:ext>
            </a:extLst>
          </p:cNvPr>
          <p:cNvSpPr>
            <a:spLocks noGrp="1"/>
          </p:cNvSpPr>
          <p:nvPr>
            <p:ph type="body" sz="quarter" idx="30" hasCustomPrompt="1"/>
          </p:nvPr>
        </p:nvSpPr>
        <p:spPr>
          <a:xfrm>
            <a:off x="8381999" y="2057400"/>
            <a:ext cx="3200401"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7" name="Text Placeholder 13">
            <a:extLst>
              <a:ext uri="{FF2B5EF4-FFF2-40B4-BE49-F238E27FC236}">
                <a16:creationId xmlns:a16="http://schemas.microsoft.com/office/drawing/2014/main" id="{3ABF309C-C44B-0596-3C66-B3FE3D54B7B4}"/>
              </a:ext>
            </a:extLst>
          </p:cNvPr>
          <p:cNvSpPr>
            <a:spLocks noGrp="1"/>
          </p:cNvSpPr>
          <p:nvPr>
            <p:ph type="body" sz="quarter" idx="31" hasCustomPrompt="1"/>
          </p:nvPr>
        </p:nvSpPr>
        <p:spPr>
          <a:xfrm>
            <a:off x="8382000" y="3428999"/>
            <a:ext cx="3200400"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8" name="Text Placeholder 13">
            <a:extLst>
              <a:ext uri="{FF2B5EF4-FFF2-40B4-BE49-F238E27FC236}">
                <a16:creationId xmlns:a16="http://schemas.microsoft.com/office/drawing/2014/main" id="{61E100D7-DFD9-D233-F3FC-2F4CFC18E79D}"/>
              </a:ext>
            </a:extLst>
          </p:cNvPr>
          <p:cNvSpPr>
            <a:spLocks noGrp="1"/>
          </p:cNvSpPr>
          <p:nvPr>
            <p:ph type="body" sz="quarter" idx="32" hasCustomPrompt="1"/>
          </p:nvPr>
        </p:nvSpPr>
        <p:spPr>
          <a:xfrm>
            <a:off x="8382000" y="4800600"/>
            <a:ext cx="3200400" cy="914400"/>
          </a:xfrm>
        </p:spPr>
        <p:txBody>
          <a:bodyPr tIns="0" bIns="0" anchor="t" anchorCtr="0">
            <a:noAutofit/>
          </a:bodyPr>
          <a:lstStyle>
            <a:lvl1pPr marL="0" indent="0" algn="l">
              <a:buNone/>
              <a:defRPr sz="2000" b="1" u="none">
                <a:solidFill>
                  <a:srgbClr val="311E57"/>
                </a:solidFill>
              </a:defRPr>
            </a:lvl1pPr>
          </a:lstStyle>
          <a:p>
            <a:pPr lvl="0"/>
            <a:r>
              <a:rPr lang="en-US"/>
              <a:t>Heading</a:t>
            </a:r>
          </a:p>
        </p:txBody>
      </p:sp>
      <p:sp>
        <p:nvSpPr>
          <p:cNvPr id="9" name="Picture Placeholder 8">
            <a:extLst>
              <a:ext uri="{FF2B5EF4-FFF2-40B4-BE49-F238E27FC236}">
                <a16:creationId xmlns:a16="http://schemas.microsoft.com/office/drawing/2014/main" id="{5DF399E4-A87B-A4CA-8308-B517DB2154C8}"/>
              </a:ext>
            </a:extLst>
          </p:cNvPr>
          <p:cNvSpPr>
            <a:spLocks noGrp="1"/>
          </p:cNvSpPr>
          <p:nvPr>
            <p:ph type="pic" sz="quarter" idx="33" hasCustomPrompt="1"/>
          </p:nvPr>
        </p:nvSpPr>
        <p:spPr>
          <a:xfrm>
            <a:off x="7010400" y="2060249"/>
            <a:ext cx="914400" cy="914400"/>
          </a:xfrm>
        </p:spPr>
        <p:txBody>
          <a:bodyPr anchor="t">
            <a:normAutofit/>
          </a:bodyPr>
          <a:lstStyle>
            <a:lvl1pPr marL="0" indent="0" algn="ctr">
              <a:buNone/>
              <a:defRPr sz="1800"/>
            </a:lvl1pPr>
          </a:lstStyle>
          <a:p>
            <a:r>
              <a:rPr lang="en-US"/>
              <a:t>Icon</a:t>
            </a:r>
          </a:p>
        </p:txBody>
      </p:sp>
      <p:sp>
        <p:nvSpPr>
          <p:cNvPr id="10" name="Picture Placeholder 8">
            <a:extLst>
              <a:ext uri="{FF2B5EF4-FFF2-40B4-BE49-F238E27FC236}">
                <a16:creationId xmlns:a16="http://schemas.microsoft.com/office/drawing/2014/main" id="{EB296075-E49D-06F2-3F94-D01743A13C60}"/>
              </a:ext>
            </a:extLst>
          </p:cNvPr>
          <p:cNvSpPr>
            <a:spLocks noGrp="1"/>
          </p:cNvSpPr>
          <p:nvPr>
            <p:ph type="pic" sz="quarter" idx="34" hasCustomPrompt="1"/>
          </p:nvPr>
        </p:nvSpPr>
        <p:spPr>
          <a:xfrm>
            <a:off x="7010400" y="3432965"/>
            <a:ext cx="914400" cy="9144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DAA82BE4-1624-D722-B0D2-B26557F8B993}"/>
              </a:ext>
            </a:extLst>
          </p:cNvPr>
          <p:cNvSpPr>
            <a:spLocks noGrp="1"/>
          </p:cNvSpPr>
          <p:nvPr>
            <p:ph type="pic" sz="quarter" idx="35" hasCustomPrompt="1"/>
          </p:nvPr>
        </p:nvSpPr>
        <p:spPr>
          <a:xfrm>
            <a:off x="7010400" y="4805680"/>
            <a:ext cx="914400" cy="9144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2705126530"/>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0/40 Content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70104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943600" cy="1142999"/>
          </a:xfrm>
          <a:prstGeom prst="rect">
            <a:avLst/>
          </a:prstGeom>
        </p:spPr>
        <p:txBody>
          <a:bodyPr anchor="b">
            <a:noAutofit/>
          </a:bodyPr>
          <a:lstStyle>
            <a:lvl1pPr>
              <a:defRPr sz="3200">
                <a:solidFill>
                  <a:srgbClr val="FFFFFF"/>
                </a:solidFill>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9436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59436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3BBCDB36-94CC-DA2F-862C-791EFBCA0D35}"/>
              </a:ext>
            </a:extLst>
          </p:cNvPr>
          <p:cNvSpPr>
            <a:spLocks noGrp="1"/>
          </p:cNvSpPr>
          <p:nvPr>
            <p:ph type="pic" sz="quarter" idx="10"/>
          </p:nvPr>
        </p:nvSpPr>
        <p:spPr>
          <a:xfrm>
            <a:off x="7010400" y="0"/>
            <a:ext cx="5181600" cy="6400800"/>
          </a:xfrm>
          <a:solidFill>
            <a:schemeClr val="tx1"/>
          </a:solidFill>
        </p:spPr>
        <p:txBody>
          <a:bodyPr/>
          <a:lstStyle>
            <a:lvl1pPr marL="0" indent="0" algn="ctr">
              <a:buNone/>
              <a:defRPr>
                <a:solidFill>
                  <a:schemeClr val="bg1"/>
                </a:solidFill>
              </a:defRPr>
            </a:lvl1pPr>
          </a:lstStyle>
          <a:p>
            <a:endParaRPr lang="en-US"/>
          </a:p>
        </p:txBody>
      </p:sp>
      <p:grpSp>
        <p:nvGrpSpPr>
          <p:cNvPr id="9" name="Google Shape;57;p1">
            <a:extLst>
              <a:ext uri="{FF2B5EF4-FFF2-40B4-BE49-F238E27FC236}">
                <a16:creationId xmlns:a16="http://schemas.microsoft.com/office/drawing/2014/main" id="{068D8C2C-1408-8AB8-73E4-BB64D769F5D9}"/>
              </a:ext>
            </a:extLst>
          </p:cNvPr>
          <p:cNvGrpSpPr/>
          <p:nvPr userDrawn="1"/>
        </p:nvGrpSpPr>
        <p:grpSpPr>
          <a:xfrm rot="16200000" flipH="1">
            <a:off x="-3163188" y="3160994"/>
            <a:ext cx="6400800" cy="74423"/>
            <a:chOff x="-600" y="0"/>
            <a:chExt cx="7289973" cy="267900"/>
          </a:xfrm>
        </p:grpSpPr>
        <p:sp>
          <p:nvSpPr>
            <p:cNvPr id="10" name="Google Shape;58;p1">
              <a:extLst>
                <a:ext uri="{FF2B5EF4-FFF2-40B4-BE49-F238E27FC236}">
                  <a16:creationId xmlns:a16="http://schemas.microsoft.com/office/drawing/2014/main" id="{7BFC9885-E731-8BE2-1DDB-754B029008F9}"/>
                </a:ext>
              </a:extLst>
            </p:cNvPr>
            <p:cNvSpPr/>
            <p:nvPr/>
          </p:nvSpPr>
          <p:spPr>
            <a:xfrm>
              <a:off x="-600" y="0"/>
              <a:ext cx="1220400" cy="267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59;p1">
              <a:extLst>
                <a:ext uri="{FF2B5EF4-FFF2-40B4-BE49-F238E27FC236}">
                  <a16:creationId xmlns:a16="http://schemas.microsoft.com/office/drawing/2014/main" id="{61B369D2-FC0C-0592-AD8D-CB19D911E969}"/>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60;p1">
              <a:extLst>
                <a:ext uri="{FF2B5EF4-FFF2-40B4-BE49-F238E27FC236}">
                  <a16:creationId xmlns:a16="http://schemas.microsoft.com/office/drawing/2014/main" id="{30048D2C-37D9-23C2-68A4-13CED38FF1F7}"/>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61;p1">
              <a:extLst>
                <a:ext uri="{FF2B5EF4-FFF2-40B4-BE49-F238E27FC236}">
                  <a16:creationId xmlns:a16="http://schemas.microsoft.com/office/drawing/2014/main" id="{27559BAA-B783-9BBB-6951-A58024C2CAD1}"/>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62;p1">
              <a:extLst>
                <a:ext uri="{FF2B5EF4-FFF2-40B4-BE49-F238E27FC236}">
                  <a16:creationId xmlns:a16="http://schemas.microsoft.com/office/drawing/2014/main" id="{EBD3712F-3780-5BF3-D45C-3436BC9CFC68}"/>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63;p1">
              <a:extLst>
                <a:ext uri="{FF2B5EF4-FFF2-40B4-BE49-F238E27FC236}">
                  <a16:creationId xmlns:a16="http://schemas.microsoft.com/office/drawing/2014/main" id="{8B49BF71-CE33-A817-5175-47F811A76FDB}"/>
                </a:ext>
              </a:extLst>
            </p:cNvPr>
            <p:cNvSpPr/>
            <p:nvPr/>
          </p:nvSpPr>
          <p:spPr>
            <a:xfrm>
              <a:off x="6089373" y="0"/>
              <a:ext cx="1200000" cy="2679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ct val="0"/>
                </a:spcBef>
                <a:spcAft>
                  <a:spcPct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4099900803"/>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0/5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828800"/>
            <a:ext cx="5029200" cy="1375954"/>
          </a:xfrm>
          <a:prstGeom prst="rect">
            <a:avLst/>
          </a:prstGeom>
        </p:spPr>
        <p:txBody>
          <a:bodyPr wrap="square" tIns="0"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599" y="3200400"/>
            <a:ext cx="5029199" cy="29718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6553200" y="3200401"/>
            <a:ext cx="5029200" cy="2971799"/>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6553200" y="1828800"/>
            <a:ext cx="5029200" cy="1371600"/>
          </a:xfrm>
        </p:spPr>
        <p:txBody>
          <a:bodyPr wrap="square" tIns="0" bIns="91440" anchor="b">
            <a:noAutofit/>
          </a:bodyPr>
          <a:lstStyle>
            <a:lvl1pPr marL="0" indent="0">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cxnSp>
        <p:nvCxnSpPr>
          <p:cNvPr id="5" name="Straight Connector 4">
            <a:extLst>
              <a:ext uri="{FF2B5EF4-FFF2-40B4-BE49-F238E27FC236}">
                <a16:creationId xmlns:a16="http://schemas.microsoft.com/office/drawing/2014/main" id="{B063AAA1-E823-E20A-4263-75BBD0B97197}"/>
              </a:ext>
            </a:extLst>
          </p:cNvPr>
          <p:cNvCxnSpPr/>
          <p:nvPr userDrawn="1"/>
        </p:nvCxnSpPr>
        <p:spPr>
          <a:xfrm flipH="1">
            <a:off x="6096000"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773351"/>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0/50 Content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5029200" cy="1143000"/>
          </a:xfrm>
          <a:prstGeom prst="rect">
            <a:avLst/>
          </a:prstGeom>
        </p:spPr>
        <p:txBody>
          <a:bodyPr wrap="square"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1828800"/>
            <a:ext cx="5029200" cy="43434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6553200" y="1828800"/>
            <a:ext cx="5029200" cy="43434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6553200" y="685800"/>
            <a:ext cx="5029200" cy="1143000"/>
          </a:xfrm>
        </p:spPr>
        <p:txBody>
          <a:bodyPr wrap="square" bIns="91440" anchor="b">
            <a:noAutofit/>
          </a:bodyPr>
          <a:lstStyle>
            <a:lvl1pPr marL="0" indent="0">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1"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7" name="Straight Connector 6">
            <a:extLst>
              <a:ext uri="{FF2B5EF4-FFF2-40B4-BE49-F238E27FC236}">
                <a16:creationId xmlns:a16="http://schemas.microsoft.com/office/drawing/2014/main" id="{5E32184F-638C-2F92-B522-30AA69D9EC25}"/>
              </a:ext>
            </a:extLst>
          </p:cNvPr>
          <p:cNvCxnSpPr/>
          <p:nvPr userDrawn="1"/>
        </p:nvCxnSpPr>
        <p:spPr>
          <a:xfrm flipH="1">
            <a:off x="6096000"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323378"/>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0/50 Conten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4991100" cy="1143000"/>
          </a:xfrm>
          <a:prstGeom prst="rect">
            <a:avLst/>
          </a:prstGeom>
        </p:spPr>
        <p:txBody>
          <a:bodyPr wrap="square" bIns="91440" anchor="b">
            <a:noAutofit/>
          </a:bodyPr>
          <a:lstStyle>
            <a:lvl1pPr>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6553200" y="685801"/>
            <a:ext cx="5029200" cy="5486400"/>
          </a:xfrm>
        </p:spPr>
        <p:txBody>
          <a:bodyPr wrap="square">
            <a:normAutofit/>
          </a:bodyPr>
          <a:lstStyle>
            <a:lvl1pPr marL="0" indent="0">
              <a:lnSpc>
                <a:spcPct val="150000"/>
              </a:lnSpc>
              <a:buNone/>
              <a:defRPr sz="2200">
                <a:solidFill>
                  <a:srgbClr val="6C7986"/>
                </a:solidFill>
              </a:defRPr>
            </a:lvl1pPr>
            <a:lvl2pPr>
              <a:lnSpc>
                <a:spcPct val="150000"/>
              </a:lnSpc>
              <a:buClr>
                <a:schemeClr val="tx1"/>
              </a:buClr>
              <a:defRPr sz="2200">
                <a:solidFill>
                  <a:srgbClr val="6C7986"/>
                </a:solidFill>
              </a:defRPr>
            </a:lvl2pPr>
            <a:lvl3pPr>
              <a:lnSpc>
                <a:spcPct val="150000"/>
              </a:lnSpc>
              <a:buClr>
                <a:schemeClr val="tx1"/>
              </a:buClr>
              <a:defRPr sz="2200">
                <a:solidFill>
                  <a:srgbClr val="6C7986"/>
                </a:solidFill>
              </a:defRPr>
            </a:lvl3pPr>
            <a:lvl4pPr>
              <a:lnSpc>
                <a:spcPct val="150000"/>
              </a:lnSpc>
              <a:defRPr sz="2200">
                <a:solidFill>
                  <a:srgbClr val="6C7986"/>
                </a:solidFill>
              </a:defRPr>
            </a:lvl4pPr>
            <a:lvl5pPr>
              <a:lnSpc>
                <a:spcPct val="150000"/>
              </a:lnSpc>
              <a:defRPr sz="22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1828800"/>
            <a:ext cx="4991099" cy="4343400"/>
          </a:xfrm>
        </p:spPr>
        <p:txBody>
          <a:bodyPr wrap="square" tIns="182880"/>
          <a:lstStyle>
            <a:lvl1pPr marL="0" indent="0">
              <a:lnSpc>
                <a:spcPct val="150000"/>
              </a:lnSpc>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077B24D2-C3E0-00E7-847B-A18F23362076}"/>
              </a:ext>
            </a:extLst>
          </p:cNvPr>
          <p:cNvSpPr>
            <a:spLocks noGrp="1"/>
          </p:cNvSpPr>
          <p:nvPr>
            <p:ph type="body" sz="quarter" idx="18" hasCustomPrompt="1"/>
          </p:nvPr>
        </p:nvSpPr>
        <p:spPr>
          <a:xfrm>
            <a:off x="609601"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125676322"/>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50/50 Content 4">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0" y="0"/>
            <a:ext cx="60960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6096000" y="0"/>
            <a:ext cx="6096000" cy="6400800"/>
          </a:xfrm>
          <a:solidFill>
            <a:schemeClr val="tx1"/>
          </a:solidFill>
        </p:spPr>
        <p:txBody>
          <a:bodyPr/>
          <a:lstStyle>
            <a:lvl1pPr marL="0" indent="0" algn="ctr">
              <a:buNone/>
              <a:defRPr>
                <a:solidFill>
                  <a:schemeClr val="bg1"/>
                </a:solidFill>
              </a:defRPr>
            </a:lvl1pPr>
          </a:lstStyle>
          <a:p>
            <a:endParaRPr lang="en-US"/>
          </a:p>
        </p:txBody>
      </p:sp>
      <p:sp>
        <p:nvSpPr>
          <p:cNvPr id="3" name="Title 2">
            <a:extLst>
              <a:ext uri="{FF2B5EF4-FFF2-40B4-BE49-F238E27FC236}">
                <a16:creationId xmlns:a16="http://schemas.microsoft.com/office/drawing/2014/main" id="{55B58D19-FBE9-AFEF-BE83-06978CF8F9E0}"/>
              </a:ext>
            </a:extLst>
          </p:cNvPr>
          <p:cNvSpPr>
            <a:spLocks noGrp="1"/>
          </p:cNvSpPr>
          <p:nvPr>
            <p:ph type="title" hasCustomPrompt="1"/>
          </p:nvPr>
        </p:nvSpPr>
        <p:spPr>
          <a:xfrm>
            <a:off x="609600" y="-1"/>
            <a:ext cx="5029200" cy="6400799"/>
          </a:xfrm>
          <a:prstGeom prst="rect">
            <a:avLst/>
          </a:prstGeom>
        </p:spPr>
        <p:txBody>
          <a:bodyPr/>
          <a:lstStyle>
            <a:lvl1pPr>
              <a:defRPr>
                <a:solidFill>
                  <a:schemeClr val="bg1"/>
                </a:solidFill>
              </a:defRPr>
            </a:lvl1pPr>
          </a:lstStyle>
          <a:p>
            <a:r>
              <a:rPr lang="en-US"/>
              <a:t>Headline</a:t>
            </a:r>
          </a:p>
        </p:txBody>
      </p:sp>
    </p:spTree>
    <p:extLst>
      <p:ext uri="{BB962C8B-B14F-4D97-AF65-F5344CB8AC3E}">
        <p14:creationId xmlns:p14="http://schemas.microsoft.com/office/powerpoint/2010/main" val="1172951790"/>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50/50 Content 5">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0" y="1828801"/>
            <a:ext cx="5486400" cy="4343400"/>
          </a:xfrm>
        </p:spPr>
        <p:txBody>
          <a:bodyPr tIns="182880"/>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sz="2000">
                <a:solidFill>
                  <a:srgbClr val="6C7986"/>
                </a:solidFill>
              </a:defRPr>
            </a:lvl4pPr>
            <a:lvl5pPr>
              <a:lnSpc>
                <a:spcPct val="150000"/>
              </a:lnSpc>
              <a:defRPr sz="2000">
                <a:solidFill>
                  <a:srgbClr val="6C7986"/>
                </a:solidFill>
              </a:defRPr>
            </a:lvl5pPr>
          </a:lstStyle>
          <a:p>
            <a:pPr lvl="0"/>
            <a:r>
              <a:rPr lang="en-US"/>
              <a:t>First level</a:t>
            </a:r>
          </a:p>
          <a:p>
            <a:pPr lvl="1"/>
            <a:r>
              <a:rPr lang="en-US"/>
              <a:t>Second level</a:t>
            </a:r>
          </a:p>
          <a:p>
            <a:pPr lvl="2"/>
            <a:r>
              <a:rPr lang="en-US"/>
              <a:t>Third level</a:t>
            </a:r>
          </a:p>
        </p:txBody>
      </p:sp>
      <p:sp>
        <p:nvSpPr>
          <p:cNvPr id="10" name="Title Placeholder 1">
            <a:extLst>
              <a:ext uri="{FF2B5EF4-FFF2-40B4-BE49-F238E27FC236}">
                <a16:creationId xmlns:a16="http://schemas.microsoft.com/office/drawing/2014/main" id="{A31E6A69-0A0F-C60B-2AB6-7626B9AC3C66}"/>
              </a:ext>
            </a:extLst>
          </p:cNvPr>
          <p:cNvSpPr>
            <a:spLocks noGrp="1"/>
          </p:cNvSpPr>
          <p:nvPr>
            <p:ph type="title" hasCustomPrompt="1"/>
          </p:nvPr>
        </p:nvSpPr>
        <p:spPr>
          <a:xfrm>
            <a:off x="609600" y="685800"/>
            <a:ext cx="10972800" cy="1143000"/>
          </a:xfrm>
          <a:prstGeom prst="rect">
            <a:avLst/>
          </a:prstGeom>
        </p:spPr>
        <p:txBody>
          <a:bodyPr vert="horz" wrap="square" lIns="0" tIns="45720" rIns="0" bIns="45720" rtlCol="0" anchor="ctr">
            <a:normAutofit/>
          </a:bodyPr>
          <a:lstStyle>
            <a:lvl1pPr>
              <a:defRPr sz="3200">
                <a:solidFill>
                  <a:srgbClr val="311E57"/>
                </a:solidFill>
              </a:defRPr>
            </a:lvl1pPr>
          </a:lstStyle>
          <a:p>
            <a:r>
              <a:rPr lang="en-US"/>
              <a:t>Headline</a:t>
            </a:r>
          </a:p>
        </p:txBody>
      </p:sp>
      <p:sp>
        <p:nvSpPr>
          <p:cNvPr id="3" name="Text Placeholder 16">
            <a:extLst>
              <a:ext uri="{FF2B5EF4-FFF2-40B4-BE49-F238E27FC236}">
                <a16:creationId xmlns:a16="http://schemas.microsoft.com/office/drawing/2014/main" id="{F4CF3DD3-B9B3-D3C2-F912-5796446CD041}"/>
              </a:ext>
            </a:extLst>
          </p:cNvPr>
          <p:cNvSpPr>
            <a:spLocks noGrp="1"/>
          </p:cNvSpPr>
          <p:nvPr>
            <p:ph type="body" sz="quarter" idx="18" hasCustomPrompt="1"/>
          </p:nvPr>
        </p:nvSpPr>
        <p:spPr>
          <a:xfrm>
            <a:off x="609600" y="-1"/>
            <a:ext cx="4572000" cy="685799"/>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962518509"/>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50/50 Content 6">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8F912BE-977A-652A-9F27-40074DF9BF0E}"/>
              </a:ext>
            </a:extLst>
          </p:cNvPr>
          <p:cNvSpPr>
            <a:spLocks noGrp="1"/>
          </p:cNvSpPr>
          <p:nvPr>
            <p:ph type="body" idx="1" hasCustomPrompt="1"/>
          </p:nvPr>
        </p:nvSpPr>
        <p:spPr>
          <a:xfrm>
            <a:off x="609600" y="1828800"/>
            <a:ext cx="5486400" cy="457200"/>
          </a:xfrm>
        </p:spPr>
        <p:txBody>
          <a:bodyPr anchor="b"/>
          <a:lstStyle>
            <a:lvl1pPr marL="0" indent="0">
              <a:lnSpc>
                <a:spcPct val="100000"/>
              </a:lnSpc>
              <a:buNone/>
              <a:defRPr sz="2400" b="1">
                <a:solidFill>
                  <a:srgbClr val="311E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0" y="2286000"/>
            <a:ext cx="5486400" cy="3813142"/>
          </a:xfrm>
        </p:spPr>
        <p:txBody>
          <a:bodyPr tIns="182880">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sz="2000">
                <a:solidFill>
                  <a:srgbClr val="6C7986"/>
                </a:solidFill>
              </a:defRPr>
            </a:lvl4pPr>
            <a:lvl5pPr>
              <a:lnSpc>
                <a:spcPct val="150000"/>
              </a:lnSpc>
              <a:defRPr sz="2000">
                <a:solidFill>
                  <a:srgbClr val="6C7986"/>
                </a:solidFill>
              </a:defRPr>
            </a:lvl5pPr>
          </a:lstStyle>
          <a:p>
            <a:pPr lvl="0"/>
            <a:r>
              <a:rPr lang="en-US"/>
              <a:t>First level</a:t>
            </a:r>
          </a:p>
          <a:p>
            <a:pPr lvl="1"/>
            <a:r>
              <a:rPr lang="en-US"/>
              <a:t>Second level</a:t>
            </a:r>
          </a:p>
          <a:p>
            <a:pPr lvl="2"/>
            <a:r>
              <a:rPr lang="en-US"/>
              <a:t>Third level</a:t>
            </a:r>
          </a:p>
        </p:txBody>
      </p:sp>
      <p:sp>
        <p:nvSpPr>
          <p:cNvPr id="5" name="Text Placeholder 16">
            <a:extLst>
              <a:ext uri="{FF2B5EF4-FFF2-40B4-BE49-F238E27FC236}">
                <a16:creationId xmlns:a16="http://schemas.microsoft.com/office/drawing/2014/main" id="{15B9FED8-73F6-08F2-1E04-F6661387B8A3}"/>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Placeholder 1">
            <a:extLst>
              <a:ext uri="{FF2B5EF4-FFF2-40B4-BE49-F238E27FC236}">
                <a16:creationId xmlns:a16="http://schemas.microsoft.com/office/drawing/2014/main" id="{86A8CB21-8582-6B5E-1E4B-CDEC7BFDFCC0}"/>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Tree>
    <p:extLst>
      <p:ext uri="{BB962C8B-B14F-4D97-AF65-F5344CB8AC3E}">
        <p14:creationId xmlns:p14="http://schemas.microsoft.com/office/powerpoint/2010/main" val="492618699"/>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50/50 Content 7">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2" y="1828397"/>
            <a:ext cx="5029198" cy="4343400"/>
          </a:xfrm>
        </p:spPr>
        <p:txBody>
          <a:bodyPr rIns="457200">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6" name="Content Placeholder 5">
            <a:extLst>
              <a:ext uri="{FF2B5EF4-FFF2-40B4-BE49-F238E27FC236}">
                <a16:creationId xmlns:a16="http://schemas.microsoft.com/office/drawing/2014/main" id="{7D4ECC34-7ECD-4AB3-D7FE-2A5776FF43BB}"/>
              </a:ext>
            </a:extLst>
          </p:cNvPr>
          <p:cNvSpPr>
            <a:spLocks noGrp="1"/>
          </p:cNvSpPr>
          <p:nvPr>
            <p:ph sz="quarter" idx="4" hasCustomPrompt="1"/>
          </p:nvPr>
        </p:nvSpPr>
        <p:spPr>
          <a:xfrm>
            <a:off x="6096001" y="1828397"/>
            <a:ext cx="5029200" cy="4343401"/>
          </a:xfrm>
        </p:spPr>
        <p:txBody>
          <a:bodyPr lIns="0" rIns="457200">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3" name="Text Placeholder 16">
            <a:extLst>
              <a:ext uri="{FF2B5EF4-FFF2-40B4-BE49-F238E27FC236}">
                <a16:creationId xmlns:a16="http://schemas.microsoft.com/office/drawing/2014/main" id="{81E5D2FE-953C-0A7B-0A52-FBF71473B2D7}"/>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Placeholder 1">
            <a:extLst>
              <a:ext uri="{FF2B5EF4-FFF2-40B4-BE49-F238E27FC236}">
                <a16:creationId xmlns:a16="http://schemas.microsoft.com/office/drawing/2014/main" id="{1A85E091-FF7D-40E3-D009-34E5398CA4C4}"/>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Tree>
    <p:extLst>
      <p:ext uri="{BB962C8B-B14F-4D97-AF65-F5344CB8AC3E}">
        <p14:creationId xmlns:p14="http://schemas.microsoft.com/office/powerpoint/2010/main" val="4068505568"/>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50/50 Content 8">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8F912BE-977A-652A-9F27-40074DF9BF0E}"/>
              </a:ext>
            </a:extLst>
          </p:cNvPr>
          <p:cNvSpPr>
            <a:spLocks noGrp="1"/>
          </p:cNvSpPr>
          <p:nvPr>
            <p:ph type="body" idx="1" hasCustomPrompt="1"/>
          </p:nvPr>
        </p:nvSpPr>
        <p:spPr>
          <a:xfrm>
            <a:off x="609600" y="1828800"/>
            <a:ext cx="5486400" cy="455579"/>
          </a:xfrm>
        </p:spPr>
        <p:txBody>
          <a:bodyPr rIns="457200" anchor="b"/>
          <a:lstStyle>
            <a:lvl1pPr marL="0" indent="0">
              <a:lnSpc>
                <a:spcPct val="100000"/>
              </a:lnSpc>
              <a:buNone/>
              <a:defRPr sz="2400" b="1">
                <a:solidFill>
                  <a:srgbClr val="311E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Column heading</a:t>
            </a:r>
          </a:p>
        </p:txBody>
      </p:sp>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0" y="2286000"/>
            <a:ext cx="5029200" cy="3886200"/>
          </a:xfrm>
        </p:spPr>
        <p:txBody>
          <a:bodyPr tIns="182880" rIns="457200">
            <a:normAutofit/>
          </a:bodyPr>
          <a:lstStyle>
            <a:lvl1pPr marL="0" indent="0">
              <a:lnSpc>
                <a:spcPct val="150000"/>
              </a:lnSpc>
              <a:spcAft>
                <a:spcPct val="0"/>
              </a:spcAft>
              <a:buNone/>
              <a:defRPr sz="2000">
                <a:solidFill>
                  <a:srgbClr val="6C7986"/>
                </a:solidFill>
              </a:defRPr>
            </a:lvl1pPr>
            <a:lvl2pPr>
              <a:lnSpc>
                <a:spcPct val="150000"/>
              </a:lnSpc>
              <a:spcAft>
                <a:spcPct val="0"/>
              </a:spcAft>
              <a:buClr>
                <a:schemeClr val="tx1"/>
              </a:buClr>
              <a:defRPr sz="2000">
                <a:solidFill>
                  <a:srgbClr val="6C7986"/>
                </a:solidFill>
              </a:defRPr>
            </a:lvl2pPr>
            <a:lvl3pPr>
              <a:lnSpc>
                <a:spcPct val="150000"/>
              </a:lnSpc>
              <a:spcAft>
                <a:spcPct val="0"/>
              </a:spcAft>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FBDD970D-8E05-D046-0C8C-072B2A313AF7}"/>
              </a:ext>
            </a:extLst>
          </p:cNvPr>
          <p:cNvSpPr>
            <a:spLocks noGrp="1"/>
          </p:cNvSpPr>
          <p:nvPr>
            <p:ph type="body" sz="quarter" idx="3" hasCustomPrompt="1"/>
          </p:nvPr>
        </p:nvSpPr>
        <p:spPr>
          <a:xfrm>
            <a:off x="6096000" y="1828800"/>
            <a:ext cx="5486400" cy="457200"/>
          </a:xfrm>
        </p:spPr>
        <p:txBody>
          <a:bodyPr lIns="0" rIns="457200" anchor="b"/>
          <a:lstStyle>
            <a:lvl1pPr marL="0" indent="0">
              <a:lnSpc>
                <a:spcPct val="100000"/>
              </a:lnSpc>
              <a:buNone/>
              <a:defRPr sz="2400" b="1">
                <a:solidFill>
                  <a:srgbClr val="311E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Column heading</a:t>
            </a:r>
          </a:p>
        </p:txBody>
      </p:sp>
      <p:sp>
        <p:nvSpPr>
          <p:cNvPr id="6" name="Content Placeholder 5">
            <a:extLst>
              <a:ext uri="{FF2B5EF4-FFF2-40B4-BE49-F238E27FC236}">
                <a16:creationId xmlns:a16="http://schemas.microsoft.com/office/drawing/2014/main" id="{7D4ECC34-7ECD-4AB3-D7FE-2A5776FF43BB}"/>
              </a:ext>
            </a:extLst>
          </p:cNvPr>
          <p:cNvSpPr>
            <a:spLocks noGrp="1"/>
          </p:cNvSpPr>
          <p:nvPr>
            <p:ph sz="quarter" idx="4" hasCustomPrompt="1"/>
          </p:nvPr>
        </p:nvSpPr>
        <p:spPr>
          <a:xfrm>
            <a:off x="6096000" y="2286000"/>
            <a:ext cx="5486400" cy="3886200"/>
          </a:xfrm>
        </p:spPr>
        <p:txBody>
          <a:bodyPr lIns="0" tIns="182880" rIns="457200">
            <a:normAutofit/>
          </a:bodyPr>
          <a:lstStyle>
            <a:lvl1pPr marL="0" indent="0">
              <a:lnSpc>
                <a:spcPct val="150000"/>
              </a:lnSpc>
              <a:spcAft>
                <a:spcPct val="0"/>
              </a:spcAft>
              <a:buNone/>
              <a:defRPr sz="2000">
                <a:solidFill>
                  <a:srgbClr val="6C7986"/>
                </a:solidFill>
              </a:defRPr>
            </a:lvl1pPr>
            <a:lvl2pPr>
              <a:lnSpc>
                <a:spcPct val="150000"/>
              </a:lnSpc>
              <a:spcAft>
                <a:spcPct val="0"/>
              </a:spcAft>
              <a:buClr>
                <a:schemeClr val="tx1"/>
              </a:buClr>
              <a:defRPr sz="2000">
                <a:solidFill>
                  <a:srgbClr val="6C7986"/>
                </a:solidFill>
              </a:defRPr>
            </a:lvl2pPr>
            <a:lvl3pPr>
              <a:lnSpc>
                <a:spcPct val="150000"/>
              </a:lnSpc>
              <a:spcAft>
                <a:spcPct val="0"/>
              </a:spcAft>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7" name="Text Placeholder 16">
            <a:extLst>
              <a:ext uri="{FF2B5EF4-FFF2-40B4-BE49-F238E27FC236}">
                <a16:creationId xmlns:a16="http://schemas.microsoft.com/office/drawing/2014/main" id="{40CF27D9-C4AD-CD11-1522-B0C2065040BC}"/>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Placeholder 1">
            <a:extLst>
              <a:ext uri="{FF2B5EF4-FFF2-40B4-BE49-F238E27FC236}">
                <a16:creationId xmlns:a16="http://schemas.microsoft.com/office/drawing/2014/main" id="{2064455F-B3E1-548E-2250-66B12267B722}"/>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Tree>
    <p:extLst>
      <p:ext uri="{BB962C8B-B14F-4D97-AF65-F5344CB8AC3E}">
        <p14:creationId xmlns:p14="http://schemas.microsoft.com/office/powerpoint/2010/main" val="971642875"/>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50/50 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1" y="685800"/>
            <a:ext cx="4572000" cy="1143000"/>
          </a:xfrm>
          <a:prstGeom prst="rect">
            <a:avLst/>
          </a:prstGeom>
        </p:spPr>
        <p:txBody>
          <a:bodyPr anchor="b">
            <a:noAutofit/>
          </a:bodyPr>
          <a:lstStyle>
            <a:lvl1pPr>
              <a:defRPr sz="3200">
                <a:solidFill>
                  <a:srgbClr val="311E57"/>
                </a:solidFill>
                <a:latin typeface="+mj-lt"/>
              </a:defRPr>
            </a:lvl1pPr>
          </a:lstStyle>
          <a:p>
            <a:r>
              <a:rPr lang="en-US"/>
              <a:t>Headline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5638800" y="685800"/>
            <a:ext cx="5943600" cy="5486400"/>
          </a:xfrm>
        </p:spPr>
        <p:txBody>
          <a:bodyPr anchor="ctr">
            <a:normAutofit/>
          </a:bodyPr>
          <a:lstStyle>
            <a:lvl1pPr marL="0" indent="0">
              <a:lnSpc>
                <a:spcPct val="150000"/>
              </a:lnSpc>
              <a:buNone/>
              <a:defRPr sz="2200">
                <a:solidFill>
                  <a:srgbClr val="6C7986"/>
                </a:solidFill>
              </a:defRPr>
            </a:lvl1pPr>
            <a:lvl2pPr>
              <a:lnSpc>
                <a:spcPct val="150000"/>
              </a:lnSpc>
              <a:buClr>
                <a:schemeClr val="tx1"/>
              </a:buClr>
              <a:defRPr sz="2200">
                <a:solidFill>
                  <a:srgbClr val="6C7986"/>
                </a:solidFill>
              </a:defRPr>
            </a:lvl2pPr>
            <a:lvl3pPr>
              <a:lnSpc>
                <a:spcPct val="150000"/>
              </a:lnSpc>
              <a:buClr>
                <a:schemeClr val="tx1"/>
              </a:buClr>
              <a:defRPr sz="2200">
                <a:solidFill>
                  <a:srgbClr val="6C7986"/>
                </a:solidFill>
              </a:defRPr>
            </a:lvl3pPr>
            <a:lvl4pPr>
              <a:lnSpc>
                <a:spcPct val="150000"/>
              </a:lnSpc>
              <a:defRPr sz="1800">
                <a:solidFill>
                  <a:srgbClr val="6C7986"/>
                </a:solidFill>
              </a:defRPr>
            </a:lvl4pPr>
            <a:lvl5pPr>
              <a:lnSpc>
                <a:spcPct val="150000"/>
              </a:lnSpc>
              <a:defRPr sz="18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5720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2790214527"/>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50/50 Content 10">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1"/>
            <a:ext cx="4563045" cy="685801"/>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12">
            <a:extLst>
              <a:ext uri="{FF2B5EF4-FFF2-40B4-BE49-F238E27FC236}">
                <a16:creationId xmlns:a16="http://schemas.microsoft.com/office/drawing/2014/main" id="{79E2F793-BD77-661D-8075-E70B9CA8E78A}"/>
              </a:ext>
            </a:extLst>
          </p:cNvPr>
          <p:cNvSpPr>
            <a:spLocks noGrp="1"/>
          </p:cNvSpPr>
          <p:nvPr>
            <p:ph type="title" hasCustomPrompt="1"/>
          </p:nvPr>
        </p:nvSpPr>
        <p:spPr>
          <a:xfrm>
            <a:off x="609600" y="685801"/>
            <a:ext cx="4563028" cy="1143000"/>
          </a:xfrm>
          <a:prstGeom prst="rect">
            <a:avLst/>
          </a:prstGeom>
        </p:spPr>
        <p:txBody>
          <a:bodyPr anchor="t"/>
          <a:lstStyle>
            <a:lvl1pPr>
              <a:defRPr>
                <a:solidFill>
                  <a:srgbClr val="311E57"/>
                </a:solidFill>
                <a:latin typeface="+mj-lt"/>
              </a:defRPr>
            </a:lvl1pPr>
          </a:lstStyle>
          <a:p>
            <a:r>
              <a:rPr lang="en-US"/>
              <a:t>Headline</a:t>
            </a:r>
            <a:endParaRPr lang="en-US" sz="1600"/>
          </a:p>
        </p:txBody>
      </p:sp>
      <p:sp>
        <p:nvSpPr>
          <p:cNvPr id="7" name="Text Placeholder 14">
            <a:extLst>
              <a:ext uri="{FF2B5EF4-FFF2-40B4-BE49-F238E27FC236}">
                <a16:creationId xmlns:a16="http://schemas.microsoft.com/office/drawing/2014/main" id="{F19FE15C-C3BB-E4F5-940F-3A3B42F5D2A4}"/>
              </a:ext>
            </a:extLst>
          </p:cNvPr>
          <p:cNvSpPr>
            <a:spLocks noGrp="1"/>
          </p:cNvSpPr>
          <p:nvPr>
            <p:ph type="body" sz="half" idx="2" hasCustomPrompt="1"/>
          </p:nvPr>
        </p:nvSpPr>
        <p:spPr>
          <a:xfrm>
            <a:off x="618565" y="1828800"/>
            <a:ext cx="4554080" cy="4343399"/>
          </a:xfrm>
        </p:spPr>
        <p:txBody>
          <a:bodyPr lIns="0" tIns="182880" rIns="0" bIns="0">
            <a:normAutofit lnSpcReduction="10000"/>
          </a:bodyPr>
          <a:lstStyle>
            <a:lvl1pPr marL="0" indent="0">
              <a:lnSpc>
                <a:spcPct val="160000"/>
              </a:lnSpc>
              <a:buNone/>
              <a:defRPr sz="1600">
                <a:solidFill>
                  <a:srgbClr val="6C7986"/>
                </a:solidFill>
              </a:defRPr>
            </a:lvl1pPr>
          </a:lstStyle>
          <a:p>
            <a:pPr algn="l"/>
            <a:r>
              <a:rPr lang="en-US" sz="2000"/>
              <a:t>Content</a:t>
            </a:r>
            <a:endParaRPr lang="en-US" sz="1600">
              <a:solidFill>
                <a:schemeClr val="bg1"/>
              </a:solidFill>
            </a:endParaRPr>
          </a:p>
          <a:p>
            <a:endParaRPr lang="en-US">
              <a:solidFill>
                <a:schemeClr val="bg1"/>
              </a:solidFill>
            </a:endParaRPr>
          </a:p>
        </p:txBody>
      </p:sp>
      <p:sp>
        <p:nvSpPr>
          <p:cNvPr id="24" name="Picture Placeholder 8">
            <a:extLst>
              <a:ext uri="{FF2B5EF4-FFF2-40B4-BE49-F238E27FC236}">
                <a16:creationId xmlns:a16="http://schemas.microsoft.com/office/drawing/2014/main" id="{C1E340BE-0209-BD80-329E-6DA9BD3BF6E9}"/>
              </a:ext>
            </a:extLst>
          </p:cNvPr>
          <p:cNvSpPr>
            <a:spLocks noGrp="1"/>
          </p:cNvSpPr>
          <p:nvPr>
            <p:ph type="pic" sz="quarter" idx="15" hasCustomPrompt="1"/>
          </p:nvPr>
        </p:nvSpPr>
        <p:spPr>
          <a:xfrm>
            <a:off x="5638800" y="893997"/>
            <a:ext cx="685800" cy="685800"/>
          </a:xfrm>
        </p:spPr>
        <p:txBody>
          <a:bodyPr anchor="t">
            <a:normAutofit/>
          </a:bodyPr>
          <a:lstStyle>
            <a:lvl1pPr marL="0" indent="0" algn="ctr">
              <a:buNone/>
              <a:defRPr sz="1800"/>
            </a:lvl1pPr>
          </a:lstStyle>
          <a:p>
            <a:r>
              <a:rPr lang="en-US"/>
              <a:t>Icon</a:t>
            </a:r>
          </a:p>
        </p:txBody>
      </p:sp>
      <p:sp>
        <p:nvSpPr>
          <p:cNvPr id="25" name="Picture Placeholder 8">
            <a:extLst>
              <a:ext uri="{FF2B5EF4-FFF2-40B4-BE49-F238E27FC236}">
                <a16:creationId xmlns:a16="http://schemas.microsoft.com/office/drawing/2014/main" id="{6804D52E-D66A-BE09-73EA-C12FC152F984}"/>
              </a:ext>
            </a:extLst>
          </p:cNvPr>
          <p:cNvSpPr>
            <a:spLocks noGrp="1"/>
          </p:cNvSpPr>
          <p:nvPr>
            <p:ph type="pic" sz="quarter" idx="21" hasCustomPrompt="1"/>
          </p:nvPr>
        </p:nvSpPr>
        <p:spPr>
          <a:xfrm>
            <a:off x="8848174" y="893997"/>
            <a:ext cx="685800" cy="685800"/>
          </a:xfrm>
        </p:spPr>
        <p:txBody>
          <a:bodyPr anchor="t">
            <a:normAutofit/>
          </a:bodyPr>
          <a:lstStyle>
            <a:lvl1pPr marL="0" indent="0" algn="ctr">
              <a:buNone/>
              <a:defRPr sz="1800"/>
            </a:lvl1pPr>
          </a:lstStyle>
          <a:p>
            <a:r>
              <a:rPr lang="en-US"/>
              <a:t>Icon</a:t>
            </a:r>
          </a:p>
        </p:txBody>
      </p:sp>
      <p:sp>
        <p:nvSpPr>
          <p:cNvPr id="26" name="Picture Placeholder 8">
            <a:extLst>
              <a:ext uri="{FF2B5EF4-FFF2-40B4-BE49-F238E27FC236}">
                <a16:creationId xmlns:a16="http://schemas.microsoft.com/office/drawing/2014/main" id="{A590413B-58D0-53BA-0E00-B7CCF6B57599}"/>
              </a:ext>
            </a:extLst>
          </p:cNvPr>
          <p:cNvSpPr>
            <a:spLocks noGrp="1"/>
          </p:cNvSpPr>
          <p:nvPr>
            <p:ph type="pic" sz="quarter" idx="24" hasCustomPrompt="1"/>
          </p:nvPr>
        </p:nvSpPr>
        <p:spPr>
          <a:xfrm>
            <a:off x="5638800" y="3673567"/>
            <a:ext cx="685800" cy="685800"/>
          </a:xfrm>
        </p:spPr>
        <p:txBody>
          <a:bodyPr anchor="t">
            <a:normAutofit/>
          </a:bodyPr>
          <a:lstStyle>
            <a:lvl1pPr marL="0" indent="0" algn="ctr">
              <a:buNone/>
              <a:defRPr sz="1800"/>
            </a:lvl1pPr>
          </a:lstStyle>
          <a:p>
            <a:r>
              <a:rPr lang="en-US"/>
              <a:t>Icon</a:t>
            </a:r>
          </a:p>
        </p:txBody>
      </p:sp>
      <p:sp>
        <p:nvSpPr>
          <p:cNvPr id="27" name="Picture Placeholder 8">
            <a:extLst>
              <a:ext uri="{FF2B5EF4-FFF2-40B4-BE49-F238E27FC236}">
                <a16:creationId xmlns:a16="http://schemas.microsoft.com/office/drawing/2014/main" id="{0EF1FBE4-A345-67DF-8C9A-3D1C464BBCE8}"/>
              </a:ext>
            </a:extLst>
          </p:cNvPr>
          <p:cNvSpPr>
            <a:spLocks noGrp="1"/>
          </p:cNvSpPr>
          <p:nvPr>
            <p:ph type="pic" sz="quarter" idx="27" hasCustomPrompt="1"/>
          </p:nvPr>
        </p:nvSpPr>
        <p:spPr>
          <a:xfrm>
            <a:off x="8848174" y="3673567"/>
            <a:ext cx="685800" cy="685800"/>
          </a:xfrm>
        </p:spPr>
        <p:txBody>
          <a:bodyPr anchor="t">
            <a:normAutofit/>
          </a:bodyPr>
          <a:lstStyle>
            <a:lvl1pPr marL="0" indent="0" algn="ctr">
              <a:buNone/>
              <a:defRPr sz="1800"/>
            </a:lvl1pPr>
          </a:lstStyle>
          <a:p>
            <a:r>
              <a:rPr lang="en-US"/>
              <a:t>Icon</a:t>
            </a:r>
          </a:p>
        </p:txBody>
      </p:sp>
      <p:sp>
        <p:nvSpPr>
          <p:cNvPr id="4" name="Text Placeholder 3">
            <a:extLst>
              <a:ext uri="{FF2B5EF4-FFF2-40B4-BE49-F238E27FC236}">
                <a16:creationId xmlns:a16="http://schemas.microsoft.com/office/drawing/2014/main" id="{40A88C51-A409-121A-BD9E-04014DC5E338}"/>
              </a:ext>
            </a:extLst>
          </p:cNvPr>
          <p:cNvSpPr>
            <a:spLocks noGrp="1"/>
          </p:cNvSpPr>
          <p:nvPr>
            <p:ph type="body" sz="quarter" idx="28" hasCustomPrompt="1"/>
          </p:nvPr>
        </p:nvSpPr>
        <p:spPr>
          <a:xfrm>
            <a:off x="5638800" y="1604963"/>
            <a:ext cx="2743200" cy="1824037"/>
          </a:xfrm>
        </p:spPr>
        <p:txBody>
          <a:bodyPr>
            <a:normAutofit/>
          </a:bodyPr>
          <a:lstStyle>
            <a:lvl1pPr marL="0" indent="0">
              <a:buNone/>
              <a:defRPr sz="1300"/>
            </a:lvl1pPr>
          </a:lstStyle>
          <a:p>
            <a:pPr lvl="0"/>
            <a:r>
              <a:rPr lang="en-US"/>
              <a:t>Content</a:t>
            </a:r>
          </a:p>
        </p:txBody>
      </p:sp>
      <p:sp>
        <p:nvSpPr>
          <p:cNvPr id="5" name="Text Placeholder 3">
            <a:extLst>
              <a:ext uri="{FF2B5EF4-FFF2-40B4-BE49-F238E27FC236}">
                <a16:creationId xmlns:a16="http://schemas.microsoft.com/office/drawing/2014/main" id="{F44D5D74-0DE2-069C-A954-1FC444899D91}"/>
              </a:ext>
            </a:extLst>
          </p:cNvPr>
          <p:cNvSpPr>
            <a:spLocks noGrp="1"/>
          </p:cNvSpPr>
          <p:nvPr>
            <p:ph type="body" sz="quarter" idx="29" hasCustomPrompt="1"/>
          </p:nvPr>
        </p:nvSpPr>
        <p:spPr>
          <a:xfrm>
            <a:off x="8848155" y="1604963"/>
            <a:ext cx="2743200" cy="1824037"/>
          </a:xfrm>
        </p:spPr>
        <p:txBody>
          <a:bodyPr>
            <a:normAutofit/>
          </a:bodyPr>
          <a:lstStyle>
            <a:lvl1pPr marL="0" indent="0">
              <a:buNone/>
              <a:defRPr sz="1300"/>
            </a:lvl1pPr>
          </a:lstStyle>
          <a:p>
            <a:pPr lvl="0"/>
            <a:r>
              <a:rPr lang="en-US"/>
              <a:t>Content</a:t>
            </a:r>
          </a:p>
        </p:txBody>
      </p:sp>
      <p:sp>
        <p:nvSpPr>
          <p:cNvPr id="8" name="Text Placeholder 3">
            <a:extLst>
              <a:ext uri="{FF2B5EF4-FFF2-40B4-BE49-F238E27FC236}">
                <a16:creationId xmlns:a16="http://schemas.microsoft.com/office/drawing/2014/main" id="{D0B71012-1FCA-069A-CB4C-83A28049CADC}"/>
              </a:ext>
            </a:extLst>
          </p:cNvPr>
          <p:cNvSpPr>
            <a:spLocks noGrp="1"/>
          </p:cNvSpPr>
          <p:nvPr>
            <p:ph type="body" sz="quarter" idx="30" hasCustomPrompt="1"/>
          </p:nvPr>
        </p:nvSpPr>
        <p:spPr>
          <a:xfrm>
            <a:off x="5638800" y="4348163"/>
            <a:ext cx="2743200" cy="1824037"/>
          </a:xfrm>
        </p:spPr>
        <p:txBody>
          <a:bodyPr>
            <a:normAutofit/>
          </a:bodyPr>
          <a:lstStyle>
            <a:lvl1pPr marL="0" indent="0">
              <a:buNone/>
              <a:defRPr sz="1300"/>
            </a:lvl1pPr>
          </a:lstStyle>
          <a:p>
            <a:pPr lvl="0"/>
            <a:r>
              <a:rPr lang="en-US"/>
              <a:t>Content</a:t>
            </a:r>
          </a:p>
        </p:txBody>
      </p:sp>
      <p:sp>
        <p:nvSpPr>
          <p:cNvPr id="11" name="Text Placeholder 3">
            <a:extLst>
              <a:ext uri="{FF2B5EF4-FFF2-40B4-BE49-F238E27FC236}">
                <a16:creationId xmlns:a16="http://schemas.microsoft.com/office/drawing/2014/main" id="{10A07FF7-5582-5477-EA14-E3655413D923}"/>
              </a:ext>
            </a:extLst>
          </p:cNvPr>
          <p:cNvSpPr>
            <a:spLocks noGrp="1"/>
          </p:cNvSpPr>
          <p:nvPr>
            <p:ph type="body" sz="quarter" idx="31" hasCustomPrompt="1"/>
          </p:nvPr>
        </p:nvSpPr>
        <p:spPr>
          <a:xfrm>
            <a:off x="8830235" y="4341018"/>
            <a:ext cx="2743200" cy="1824037"/>
          </a:xfrm>
        </p:spPr>
        <p:txBody>
          <a:bodyPr>
            <a:normAutofit/>
          </a:bodyPr>
          <a:lstStyle>
            <a:lvl1pPr marL="0" indent="0">
              <a:buNone/>
              <a:defRPr sz="1300"/>
            </a:lvl1pPr>
          </a:lstStyle>
          <a:p>
            <a:pPr lvl="0"/>
            <a:r>
              <a:rPr lang="en-US"/>
              <a:t>Content</a:t>
            </a:r>
          </a:p>
        </p:txBody>
      </p:sp>
    </p:spTree>
    <p:extLst>
      <p:ext uri="{BB962C8B-B14F-4D97-AF65-F5344CB8AC3E}">
        <p14:creationId xmlns:p14="http://schemas.microsoft.com/office/powerpoint/2010/main" val="443063362"/>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0/50 Content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572000" cy="1142999"/>
          </a:xfrm>
          <a:prstGeom prst="rect">
            <a:avLst/>
          </a:prstGeom>
        </p:spPr>
        <p:txBody>
          <a:bodyPr anchor="b">
            <a:noAutofit/>
          </a:bodyPr>
          <a:lstStyle>
            <a:lvl1pPr>
              <a:defRPr sz="3200">
                <a:solidFill>
                  <a:srgbClr val="311E57"/>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2057400"/>
            <a:ext cx="4572000" cy="41148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Picture Placeholder 8">
            <a:extLst>
              <a:ext uri="{FF2B5EF4-FFF2-40B4-BE49-F238E27FC236}">
                <a16:creationId xmlns:a16="http://schemas.microsoft.com/office/drawing/2014/main" id="{185C8769-0CC1-200E-8EE0-01C124B213D7}"/>
              </a:ext>
            </a:extLst>
          </p:cNvPr>
          <p:cNvSpPr>
            <a:spLocks noGrp="1"/>
          </p:cNvSpPr>
          <p:nvPr>
            <p:ph type="pic" sz="quarter" idx="25" hasCustomPrompt="1"/>
          </p:nvPr>
        </p:nvSpPr>
        <p:spPr>
          <a:xfrm>
            <a:off x="5638801" y="685800"/>
            <a:ext cx="685800" cy="685800"/>
          </a:xfrm>
        </p:spPr>
        <p:txBody>
          <a:bodyPr anchor="t">
            <a:normAutofit/>
          </a:bodyPr>
          <a:lstStyle>
            <a:lvl1pPr marL="0" indent="0" algn="ctr">
              <a:buNone/>
              <a:defRPr sz="1800"/>
            </a:lvl1pPr>
          </a:lstStyle>
          <a:p>
            <a:r>
              <a:rPr lang="en-US"/>
              <a:t>Icon</a:t>
            </a:r>
          </a:p>
        </p:txBody>
      </p:sp>
      <p:sp>
        <p:nvSpPr>
          <p:cNvPr id="12" name="Picture Placeholder 8">
            <a:extLst>
              <a:ext uri="{FF2B5EF4-FFF2-40B4-BE49-F238E27FC236}">
                <a16:creationId xmlns:a16="http://schemas.microsoft.com/office/drawing/2014/main" id="{FF89A342-5DFB-1316-D93A-857AF944E231}"/>
              </a:ext>
            </a:extLst>
          </p:cNvPr>
          <p:cNvSpPr>
            <a:spLocks noGrp="1"/>
          </p:cNvSpPr>
          <p:nvPr>
            <p:ph type="pic" sz="quarter" idx="26" hasCustomPrompt="1"/>
          </p:nvPr>
        </p:nvSpPr>
        <p:spPr>
          <a:xfrm>
            <a:off x="5638800" y="2133600"/>
            <a:ext cx="685800" cy="6858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DC6633A0-8222-3817-AF6B-D183D8CD041E}"/>
              </a:ext>
            </a:extLst>
          </p:cNvPr>
          <p:cNvSpPr>
            <a:spLocks noGrp="1"/>
          </p:cNvSpPr>
          <p:nvPr>
            <p:ph type="pic" sz="quarter" idx="27" hasCustomPrompt="1"/>
          </p:nvPr>
        </p:nvSpPr>
        <p:spPr>
          <a:xfrm>
            <a:off x="5638800" y="3581400"/>
            <a:ext cx="685800" cy="685800"/>
          </a:xfrm>
        </p:spPr>
        <p:txBody>
          <a:bodyPr anchor="t">
            <a:normAutofit/>
          </a:bodyPr>
          <a:lstStyle>
            <a:lvl1pPr marL="0" indent="0" algn="ctr">
              <a:buNone/>
              <a:defRPr sz="1800"/>
            </a:lvl1pPr>
          </a:lstStyle>
          <a:p>
            <a:r>
              <a:rPr lang="en-US"/>
              <a:t>Icon</a:t>
            </a:r>
          </a:p>
        </p:txBody>
      </p:sp>
      <p:sp>
        <p:nvSpPr>
          <p:cNvPr id="16" name="Picture Placeholder 8">
            <a:extLst>
              <a:ext uri="{FF2B5EF4-FFF2-40B4-BE49-F238E27FC236}">
                <a16:creationId xmlns:a16="http://schemas.microsoft.com/office/drawing/2014/main" id="{15CFB68B-4ADF-C401-2C5F-5BF22CDB4131}"/>
              </a:ext>
            </a:extLst>
          </p:cNvPr>
          <p:cNvSpPr>
            <a:spLocks noGrp="1"/>
          </p:cNvSpPr>
          <p:nvPr>
            <p:ph type="pic" sz="quarter" idx="28" hasCustomPrompt="1"/>
          </p:nvPr>
        </p:nvSpPr>
        <p:spPr>
          <a:xfrm>
            <a:off x="5638801" y="5029200"/>
            <a:ext cx="685800" cy="685800"/>
          </a:xfrm>
        </p:spPr>
        <p:txBody>
          <a:bodyPr anchor="t">
            <a:normAutofit/>
          </a:bodyPr>
          <a:lstStyle>
            <a:lvl1pPr marL="0" indent="0" algn="ctr">
              <a:buNone/>
              <a:defRPr sz="1800"/>
            </a:lvl1pPr>
          </a:lstStyle>
          <a:p>
            <a:r>
              <a:rPr lang="en-US"/>
              <a:t>Icon</a:t>
            </a:r>
          </a:p>
        </p:txBody>
      </p:sp>
      <p:sp>
        <p:nvSpPr>
          <p:cNvPr id="6" name="Text Placeholder 3">
            <a:extLst>
              <a:ext uri="{FF2B5EF4-FFF2-40B4-BE49-F238E27FC236}">
                <a16:creationId xmlns:a16="http://schemas.microsoft.com/office/drawing/2014/main" id="{885359F9-3847-28EF-C073-D42294D6FBE1}"/>
              </a:ext>
            </a:extLst>
          </p:cNvPr>
          <p:cNvSpPr>
            <a:spLocks noGrp="1"/>
          </p:cNvSpPr>
          <p:nvPr>
            <p:ph type="body" sz="half" idx="10" hasCustomPrompt="1"/>
          </p:nvPr>
        </p:nvSpPr>
        <p:spPr>
          <a:xfrm>
            <a:off x="6553200" y="690464"/>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8" name="Text Placeholder 3">
            <a:extLst>
              <a:ext uri="{FF2B5EF4-FFF2-40B4-BE49-F238E27FC236}">
                <a16:creationId xmlns:a16="http://schemas.microsoft.com/office/drawing/2014/main" id="{6C67CF30-C8A7-6D81-E874-8DDA7A96FEFE}"/>
              </a:ext>
            </a:extLst>
          </p:cNvPr>
          <p:cNvSpPr>
            <a:spLocks noGrp="1"/>
          </p:cNvSpPr>
          <p:nvPr>
            <p:ph type="body" sz="half" idx="29" hasCustomPrompt="1"/>
          </p:nvPr>
        </p:nvSpPr>
        <p:spPr>
          <a:xfrm>
            <a:off x="6553200" y="21336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9" name="Text Placeholder 3">
            <a:extLst>
              <a:ext uri="{FF2B5EF4-FFF2-40B4-BE49-F238E27FC236}">
                <a16:creationId xmlns:a16="http://schemas.microsoft.com/office/drawing/2014/main" id="{65769C79-6EDB-61DA-7ADA-0295FCFE152E}"/>
              </a:ext>
            </a:extLst>
          </p:cNvPr>
          <p:cNvSpPr>
            <a:spLocks noGrp="1"/>
          </p:cNvSpPr>
          <p:nvPr>
            <p:ph type="body" sz="half" idx="30" hasCustomPrompt="1"/>
          </p:nvPr>
        </p:nvSpPr>
        <p:spPr>
          <a:xfrm>
            <a:off x="6553200" y="35814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1" name="Text Placeholder 3">
            <a:extLst>
              <a:ext uri="{FF2B5EF4-FFF2-40B4-BE49-F238E27FC236}">
                <a16:creationId xmlns:a16="http://schemas.microsoft.com/office/drawing/2014/main" id="{90C6977F-A995-36B5-1633-137ADA3D7B82}"/>
              </a:ext>
            </a:extLst>
          </p:cNvPr>
          <p:cNvSpPr>
            <a:spLocks noGrp="1"/>
          </p:cNvSpPr>
          <p:nvPr>
            <p:ph type="body" sz="half" idx="31" hasCustomPrompt="1"/>
          </p:nvPr>
        </p:nvSpPr>
        <p:spPr>
          <a:xfrm>
            <a:off x="6553200" y="50292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2174277700"/>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0/50 Content 1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60960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029200" cy="1142999"/>
          </a:xfrm>
          <a:prstGeom prst="rect">
            <a:avLst/>
          </a:prstGeom>
        </p:spPr>
        <p:txBody>
          <a:bodyPr anchor="b">
            <a:noAutofit/>
          </a:bodyPr>
          <a:lstStyle>
            <a:lvl1pPr>
              <a:defRPr sz="3200">
                <a:solidFill>
                  <a:srgbClr val="FFFFFF"/>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0292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BA57567A-7343-1D9A-A350-3F938C40D49E}"/>
              </a:ext>
            </a:extLst>
          </p:cNvPr>
          <p:cNvSpPr>
            <a:spLocks noGrp="1"/>
          </p:cNvSpPr>
          <p:nvPr>
            <p:ph type="pic" sz="quarter" idx="10"/>
          </p:nvPr>
        </p:nvSpPr>
        <p:spPr>
          <a:xfrm>
            <a:off x="6096000" y="-555"/>
            <a:ext cx="6096000" cy="6401355"/>
          </a:xfrm>
          <a:solidFill>
            <a:schemeClr val="tx1"/>
          </a:solidFill>
        </p:spPr>
        <p:txBody>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2196646913"/>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50/50 Content 13">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7467600" y="0"/>
            <a:ext cx="4724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 name="Picture Placeholder 8">
            <a:extLst>
              <a:ext uri="{FF2B5EF4-FFF2-40B4-BE49-F238E27FC236}">
                <a16:creationId xmlns:a16="http://schemas.microsoft.com/office/drawing/2014/main" id="{BDB37403-7760-26A2-9FF5-240791BEF057}"/>
              </a:ext>
            </a:extLst>
          </p:cNvPr>
          <p:cNvSpPr>
            <a:spLocks noGrp="1"/>
          </p:cNvSpPr>
          <p:nvPr>
            <p:ph type="pic" sz="quarter" idx="10"/>
          </p:nvPr>
        </p:nvSpPr>
        <p:spPr>
          <a:xfrm>
            <a:off x="5638800" y="1143000"/>
            <a:ext cx="5029200" cy="4114800"/>
          </a:xfrm>
          <a:solidFill>
            <a:schemeClr val="tx1"/>
          </a:solidFill>
        </p:spPr>
        <p:txBody>
          <a:bodyPr/>
          <a:lstStyle>
            <a:lvl1pPr marL="0" indent="0" algn="ctr">
              <a:buNone/>
              <a:defRPr>
                <a:solidFill>
                  <a:schemeClr val="bg1"/>
                </a:solidFill>
              </a:defRPr>
            </a:lvl1pPr>
          </a:lstStyle>
          <a:p>
            <a:endParaRPr lang="en-US"/>
          </a:p>
        </p:txBody>
      </p:sp>
      <p:sp>
        <p:nvSpPr>
          <p:cNvPr id="14" name="Text Placeholder 3">
            <a:extLst>
              <a:ext uri="{FF2B5EF4-FFF2-40B4-BE49-F238E27FC236}">
                <a16:creationId xmlns:a16="http://schemas.microsoft.com/office/drawing/2014/main" id="{CEE72130-D8EB-B7DE-E56A-D53A3C930ED4}"/>
              </a:ext>
            </a:extLst>
          </p:cNvPr>
          <p:cNvSpPr>
            <a:spLocks noGrp="1"/>
          </p:cNvSpPr>
          <p:nvPr>
            <p:ph type="body" sz="half" idx="2" hasCustomPrompt="1"/>
          </p:nvPr>
        </p:nvSpPr>
        <p:spPr>
          <a:xfrm>
            <a:off x="609599" y="1828800"/>
            <a:ext cx="4572000" cy="4343399"/>
          </a:xfrm>
        </p:spPr>
        <p:txBody>
          <a:bodyPr tIns="182880" rIns="0"/>
          <a:lstStyle>
            <a:lvl1pPr marL="0" indent="0">
              <a:lnSpc>
                <a:spcPct val="150000"/>
              </a:lnSpc>
              <a:buNone/>
              <a:defRPr sz="1600" b="0" i="0">
                <a:solidFill>
                  <a:srgbClr val="6C7986"/>
                </a:solidFill>
                <a:latin typeface="+mn-lt"/>
                <a:ea typeface="Inter" panose="02000503000000020004"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5" name="Text Placeholder 16">
            <a:extLst>
              <a:ext uri="{FF2B5EF4-FFF2-40B4-BE49-F238E27FC236}">
                <a16:creationId xmlns:a16="http://schemas.microsoft.com/office/drawing/2014/main" id="{CB738A95-C852-D7F5-9618-BED8E828C487}"/>
              </a:ext>
            </a:extLst>
          </p:cNvPr>
          <p:cNvSpPr>
            <a:spLocks noGrp="1"/>
          </p:cNvSpPr>
          <p:nvPr>
            <p:ph type="body" sz="quarter" idx="18" hasCustomPrompt="1"/>
          </p:nvPr>
        </p:nvSpPr>
        <p:spPr>
          <a:xfrm>
            <a:off x="609599"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1">
            <a:extLst>
              <a:ext uri="{FF2B5EF4-FFF2-40B4-BE49-F238E27FC236}">
                <a16:creationId xmlns:a16="http://schemas.microsoft.com/office/drawing/2014/main" id="{3FFFD9D0-2BA4-88D2-79BC-3F5D4E88F0AF}"/>
              </a:ext>
            </a:extLst>
          </p:cNvPr>
          <p:cNvSpPr>
            <a:spLocks noGrp="1"/>
          </p:cNvSpPr>
          <p:nvPr>
            <p:ph type="title" hasCustomPrompt="1"/>
          </p:nvPr>
        </p:nvSpPr>
        <p:spPr>
          <a:xfrm>
            <a:off x="609599" y="685800"/>
            <a:ext cx="4571999" cy="1143000"/>
          </a:xfrm>
          <a:prstGeom prst="rect">
            <a:avLst/>
          </a:prstGeom>
        </p:spPr>
        <p:txBody>
          <a:bodyPr lIns="0" tIns="0" rIns="0" bIns="0"/>
          <a:lstStyle>
            <a:lvl1pPr>
              <a:defRPr>
                <a:latin typeface="+mj-lt"/>
              </a:defRPr>
            </a:lvl1pPr>
          </a:lstStyle>
          <a:p>
            <a:r>
              <a:rPr lang="en-US"/>
              <a:t>Headline</a:t>
            </a:r>
          </a:p>
        </p:txBody>
      </p:sp>
    </p:spTree>
    <p:extLst>
      <p:ext uri="{BB962C8B-B14F-4D97-AF65-F5344CB8AC3E}">
        <p14:creationId xmlns:p14="http://schemas.microsoft.com/office/powerpoint/2010/main" val="642640422"/>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0/50 Content 1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51816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114800" cy="1142999"/>
          </a:xfrm>
          <a:prstGeom prst="rect">
            <a:avLst/>
          </a:prstGeom>
        </p:spPr>
        <p:txBody>
          <a:bodyPr lIns="0" tIns="0" rIns="0" bIns="0" anchor="b">
            <a:noAutofit/>
          </a:bodyPr>
          <a:lstStyle>
            <a:lvl1pPr>
              <a:defRPr sz="3200">
                <a:solidFill>
                  <a:srgbClr val="FFFFFF"/>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1148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1148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0" name="Text Placeholder 13">
            <a:extLst>
              <a:ext uri="{FF2B5EF4-FFF2-40B4-BE49-F238E27FC236}">
                <a16:creationId xmlns:a16="http://schemas.microsoft.com/office/drawing/2014/main" id="{B8FE058D-60E4-DA21-7A78-02279314D691}"/>
              </a:ext>
            </a:extLst>
          </p:cNvPr>
          <p:cNvSpPr>
            <a:spLocks noGrp="1"/>
          </p:cNvSpPr>
          <p:nvPr>
            <p:ph type="body" sz="quarter" idx="30" hasCustomPrompt="1"/>
          </p:nvPr>
        </p:nvSpPr>
        <p:spPr>
          <a:xfrm>
            <a:off x="7010399" y="2057400"/>
            <a:ext cx="4572001"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21" name="Text Placeholder 13">
            <a:extLst>
              <a:ext uri="{FF2B5EF4-FFF2-40B4-BE49-F238E27FC236}">
                <a16:creationId xmlns:a16="http://schemas.microsoft.com/office/drawing/2014/main" id="{8595308D-25DE-9585-F844-E1ED04DB29B4}"/>
              </a:ext>
            </a:extLst>
          </p:cNvPr>
          <p:cNvSpPr>
            <a:spLocks noGrp="1"/>
          </p:cNvSpPr>
          <p:nvPr>
            <p:ph type="body" sz="quarter" idx="31" hasCustomPrompt="1"/>
          </p:nvPr>
        </p:nvSpPr>
        <p:spPr>
          <a:xfrm>
            <a:off x="7010400" y="3428999"/>
            <a:ext cx="4572000"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22" name="Text Placeholder 13">
            <a:extLst>
              <a:ext uri="{FF2B5EF4-FFF2-40B4-BE49-F238E27FC236}">
                <a16:creationId xmlns:a16="http://schemas.microsoft.com/office/drawing/2014/main" id="{8429C98D-2CB4-4119-C84C-7E4F58E62ED7}"/>
              </a:ext>
            </a:extLst>
          </p:cNvPr>
          <p:cNvSpPr>
            <a:spLocks noGrp="1"/>
          </p:cNvSpPr>
          <p:nvPr>
            <p:ph type="body" sz="quarter" idx="32" hasCustomPrompt="1"/>
          </p:nvPr>
        </p:nvSpPr>
        <p:spPr>
          <a:xfrm>
            <a:off x="7010400" y="4800600"/>
            <a:ext cx="4572000" cy="914400"/>
          </a:xfrm>
        </p:spPr>
        <p:txBody>
          <a:bodyPr tIns="0" bIns="0" anchor="t" anchorCtr="0">
            <a:noAutofit/>
          </a:bodyPr>
          <a:lstStyle>
            <a:lvl1pPr marL="0" indent="0" algn="l">
              <a:buNone/>
              <a:defRPr sz="2000" b="1" u="none">
                <a:solidFill>
                  <a:srgbClr val="311E57"/>
                </a:solidFill>
              </a:defRPr>
            </a:lvl1pPr>
          </a:lstStyle>
          <a:p>
            <a:pPr lvl="0"/>
            <a:r>
              <a:rPr lang="en-US"/>
              <a:t>Heading</a:t>
            </a:r>
          </a:p>
        </p:txBody>
      </p:sp>
      <p:sp>
        <p:nvSpPr>
          <p:cNvPr id="23" name="Picture Placeholder 8">
            <a:extLst>
              <a:ext uri="{FF2B5EF4-FFF2-40B4-BE49-F238E27FC236}">
                <a16:creationId xmlns:a16="http://schemas.microsoft.com/office/drawing/2014/main" id="{D270913B-616A-136B-7F73-CD0CDA3DC416}"/>
              </a:ext>
            </a:extLst>
          </p:cNvPr>
          <p:cNvSpPr>
            <a:spLocks noGrp="1"/>
          </p:cNvSpPr>
          <p:nvPr>
            <p:ph type="pic" sz="quarter" idx="33" hasCustomPrompt="1"/>
          </p:nvPr>
        </p:nvSpPr>
        <p:spPr>
          <a:xfrm>
            <a:off x="5638800" y="2060249"/>
            <a:ext cx="914400" cy="914400"/>
          </a:xfrm>
        </p:spPr>
        <p:txBody>
          <a:bodyPr anchor="t">
            <a:normAutofit/>
          </a:bodyPr>
          <a:lstStyle>
            <a:lvl1pPr marL="0" indent="0" algn="ctr">
              <a:buNone/>
              <a:defRPr sz="1800"/>
            </a:lvl1pPr>
          </a:lstStyle>
          <a:p>
            <a:r>
              <a:rPr lang="en-US"/>
              <a:t>Icon</a:t>
            </a:r>
          </a:p>
        </p:txBody>
      </p:sp>
      <p:sp>
        <p:nvSpPr>
          <p:cNvPr id="24" name="Picture Placeholder 8">
            <a:extLst>
              <a:ext uri="{FF2B5EF4-FFF2-40B4-BE49-F238E27FC236}">
                <a16:creationId xmlns:a16="http://schemas.microsoft.com/office/drawing/2014/main" id="{8BE0DEC5-DB38-4FAD-EDF5-76A69006DC05}"/>
              </a:ext>
            </a:extLst>
          </p:cNvPr>
          <p:cNvSpPr>
            <a:spLocks noGrp="1"/>
          </p:cNvSpPr>
          <p:nvPr>
            <p:ph type="pic" sz="quarter" idx="34" hasCustomPrompt="1"/>
          </p:nvPr>
        </p:nvSpPr>
        <p:spPr>
          <a:xfrm>
            <a:off x="5638800" y="3432965"/>
            <a:ext cx="914400" cy="914400"/>
          </a:xfrm>
        </p:spPr>
        <p:txBody>
          <a:bodyPr anchor="t">
            <a:normAutofit/>
          </a:bodyPr>
          <a:lstStyle>
            <a:lvl1pPr marL="0" indent="0" algn="ctr">
              <a:buNone/>
              <a:defRPr sz="1800"/>
            </a:lvl1pPr>
          </a:lstStyle>
          <a:p>
            <a:r>
              <a:rPr lang="en-US"/>
              <a:t>Icon</a:t>
            </a:r>
          </a:p>
        </p:txBody>
      </p:sp>
      <p:sp>
        <p:nvSpPr>
          <p:cNvPr id="25" name="Picture Placeholder 8">
            <a:extLst>
              <a:ext uri="{FF2B5EF4-FFF2-40B4-BE49-F238E27FC236}">
                <a16:creationId xmlns:a16="http://schemas.microsoft.com/office/drawing/2014/main" id="{D0F6E784-018A-EE68-BF4E-8A2B94A1ABA4}"/>
              </a:ext>
            </a:extLst>
          </p:cNvPr>
          <p:cNvSpPr>
            <a:spLocks noGrp="1"/>
          </p:cNvSpPr>
          <p:nvPr>
            <p:ph type="pic" sz="quarter" idx="35" hasCustomPrompt="1"/>
          </p:nvPr>
        </p:nvSpPr>
        <p:spPr>
          <a:xfrm>
            <a:off x="5638800" y="4805680"/>
            <a:ext cx="914400" cy="9144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2067535532"/>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50/50 Content 1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51816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114800" cy="1142999"/>
          </a:xfrm>
          <a:prstGeom prst="rect">
            <a:avLst/>
          </a:prstGeom>
        </p:spPr>
        <p:txBody>
          <a:bodyPr lIns="0" tIns="0" rIns="0" bIns="0" anchor="b">
            <a:noAutofit/>
          </a:bodyPr>
          <a:lstStyle>
            <a:lvl1pPr>
              <a:defRPr sz="3200">
                <a:solidFill>
                  <a:srgbClr val="FFFFFF"/>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1148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1148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31" name="Picture Placeholder 8">
            <a:extLst>
              <a:ext uri="{FF2B5EF4-FFF2-40B4-BE49-F238E27FC236}">
                <a16:creationId xmlns:a16="http://schemas.microsoft.com/office/drawing/2014/main" id="{EBE3F550-5D07-2C00-3C99-156B0667B585}"/>
              </a:ext>
            </a:extLst>
          </p:cNvPr>
          <p:cNvSpPr>
            <a:spLocks noGrp="1"/>
          </p:cNvSpPr>
          <p:nvPr>
            <p:ph type="pic" sz="quarter" idx="25" hasCustomPrompt="1"/>
          </p:nvPr>
        </p:nvSpPr>
        <p:spPr>
          <a:xfrm>
            <a:off x="5638801" y="685800"/>
            <a:ext cx="685800" cy="685800"/>
          </a:xfrm>
        </p:spPr>
        <p:txBody>
          <a:bodyPr anchor="t">
            <a:normAutofit/>
          </a:bodyPr>
          <a:lstStyle>
            <a:lvl1pPr marL="0" indent="0" algn="ctr">
              <a:buNone/>
              <a:defRPr sz="1800"/>
            </a:lvl1pPr>
          </a:lstStyle>
          <a:p>
            <a:r>
              <a:rPr lang="en-US"/>
              <a:t>Icon</a:t>
            </a:r>
          </a:p>
        </p:txBody>
      </p:sp>
      <p:sp>
        <p:nvSpPr>
          <p:cNvPr id="32" name="Picture Placeholder 8">
            <a:extLst>
              <a:ext uri="{FF2B5EF4-FFF2-40B4-BE49-F238E27FC236}">
                <a16:creationId xmlns:a16="http://schemas.microsoft.com/office/drawing/2014/main" id="{2D5B0615-A368-B2A4-BE74-FECB6CE514DC}"/>
              </a:ext>
            </a:extLst>
          </p:cNvPr>
          <p:cNvSpPr>
            <a:spLocks noGrp="1"/>
          </p:cNvSpPr>
          <p:nvPr>
            <p:ph type="pic" sz="quarter" idx="26" hasCustomPrompt="1"/>
          </p:nvPr>
        </p:nvSpPr>
        <p:spPr>
          <a:xfrm>
            <a:off x="5638800" y="2133600"/>
            <a:ext cx="685800" cy="685800"/>
          </a:xfrm>
        </p:spPr>
        <p:txBody>
          <a:bodyPr anchor="t">
            <a:normAutofit/>
          </a:bodyPr>
          <a:lstStyle>
            <a:lvl1pPr marL="0" indent="0" algn="ctr">
              <a:buNone/>
              <a:defRPr sz="1800"/>
            </a:lvl1pPr>
          </a:lstStyle>
          <a:p>
            <a:r>
              <a:rPr lang="en-US"/>
              <a:t>Icon</a:t>
            </a:r>
          </a:p>
        </p:txBody>
      </p:sp>
      <p:sp>
        <p:nvSpPr>
          <p:cNvPr id="34" name="Picture Placeholder 8">
            <a:extLst>
              <a:ext uri="{FF2B5EF4-FFF2-40B4-BE49-F238E27FC236}">
                <a16:creationId xmlns:a16="http://schemas.microsoft.com/office/drawing/2014/main" id="{452B91E8-FA31-6B11-D8B2-DF176B49C96E}"/>
              </a:ext>
            </a:extLst>
          </p:cNvPr>
          <p:cNvSpPr>
            <a:spLocks noGrp="1"/>
          </p:cNvSpPr>
          <p:nvPr>
            <p:ph type="pic" sz="quarter" idx="27" hasCustomPrompt="1"/>
          </p:nvPr>
        </p:nvSpPr>
        <p:spPr>
          <a:xfrm>
            <a:off x="5638800" y="3581400"/>
            <a:ext cx="685800" cy="685800"/>
          </a:xfrm>
        </p:spPr>
        <p:txBody>
          <a:bodyPr anchor="t">
            <a:normAutofit/>
          </a:bodyPr>
          <a:lstStyle>
            <a:lvl1pPr marL="0" indent="0" algn="ctr">
              <a:buNone/>
              <a:defRPr sz="1800"/>
            </a:lvl1pPr>
          </a:lstStyle>
          <a:p>
            <a:r>
              <a:rPr lang="en-US"/>
              <a:t>Icon</a:t>
            </a:r>
          </a:p>
        </p:txBody>
      </p:sp>
      <p:sp>
        <p:nvSpPr>
          <p:cNvPr id="35" name="Picture Placeholder 8">
            <a:extLst>
              <a:ext uri="{FF2B5EF4-FFF2-40B4-BE49-F238E27FC236}">
                <a16:creationId xmlns:a16="http://schemas.microsoft.com/office/drawing/2014/main" id="{30C49245-0DA4-E8DB-7A61-8944B0C822F5}"/>
              </a:ext>
            </a:extLst>
          </p:cNvPr>
          <p:cNvSpPr>
            <a:spLocks noGrp="1"/>
          </p:cNvSpPr>
          <p:nvPr>
            <p:ph type="pic" sz="quarter" idx="28" hasCustomPrompt="1"/>
          </p:nvPr>
        </p:nvSpPr>
        <p:spPr>
          <a:xfrm>
            <a:off x="5638801" y="5029200"/>
            <a:ext cx="685800" cy="685800"/>
          </a:xfrm>
        </p:spPr>
        <p:txBody>
          <a:bodyPr anchor="t">
            <a:normAutofit/>
          </a:bodyPr>
          <a:lstStyle>
            <a:lvl1pPr marL="0" indent="0" algn="ctr">
              <a:buNone/>
              <a:defRPr sz="1800"/>
            </a:lvl1pPr>
          </a:lstStyle>
          <a:p>
            <a:r>
              <a:rPr lang="en-US"/>
              <a:t>Icon</a:t>
            </a:r>
          </a:p>
        </p:txBody>
      </p:sp>
      <p:sp>
        <p:nvSpPr>
          <p:cNvPr id="6" name="Text Placeholder 3">
            <a:extLst>
              <a:ext uri="{FF2B5EF4-FFF2-40B4-BE49-F238E27FC236}">
                <a16:creationId xmlns:a16="http://schemas.microsoft.com/office/drawing/2014/main" id="{215F3F19-1717-3CAA-0B30-DF82E8B6FAE3}"/>
              </a:ext>
            </a:extLst>
          </p:cNvPr>
          <p:cNvSpPr>
            <a:spLocks noGrp="1"/>
          </p:cNvSpPr>
          <p:nvPr>
            <p:ph type="body" sz="half" idx="10" hasCustomPrompt="1"/>
          </p:nvPr>
        </p:nvSpPr>
        <p:spPr>
          <a:xfrm>
            <a:off x="6553200" y="690464"/>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7" name="Text Placeholder 3">
            <a:extLst>
              <a:ext uri="{FF2B5EF4-FFF2-40B4-BE49-F238E27FC236}">
                <a16:creationId xmlns:a16="http://schemas.microsoft.com/office/drawing/2014/main" id="{41B9D324-53C3-1D08-8D6B-4EFB088AF758}"/>
              </a:ext>
            </a:extLst>
          </p:cNvPr>
          <p:cNvSpPr>
            <a:spLocks noGrp="1"/>
          </p:cNvSpPr>
          <p:nvPr>
            <p:ph type="body" sz="half" idx="29" hasCustomPrompt="1"/>
          </p:nvPr>
        </p:nvSpPr>
        <p:spPr>
          <a:xfrm>
            <a:off x="6553200" y="21336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8" name="Text Placeholder 3">
            <a:extLst>
              <a:ext uri="{FF2B5EF4-FFF2-40B4-BE49-F238E27FC236}">
                <a16:creationId xmlns:a16="http://schemas.microsoft.com/office/drawing/2014/main" id="{7D09CA17-3B1A-B8A7-EBA6-D9B4B550162C}"/>
              </a:ext>
            </a:extLst>
          </p:cNvPr>
          <p:cNvSpPr>
            <a:spLocks noGrp="1"/>
          </p:cNvSpPr>
          <p:nvPr>
            <p:ph type="body" sz="half" idx="30" hasCustomPrompt="1"/>
          </p:nvPr>
        </p:nvSpPr>
        <p:spPr>
          <a:xfrm>
            <a:off x="6553200" y="35814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9" name="Text Placeholder 3">
            <a:extLst>
              <a:ext uri="{FF2B5EF4-FFF2-40B4-BE49-F238E27FC236}">
                <a16:creationId xmlns:a16="http://schemas.microsoft.com/office/drawing/2014/main" id="{9F248488-9E55-C7FE-67CE-18B06805CCD1}"/>
              </a:ext>
            </a:extLst>
          </p:cNvPr>
          <p:cNvSpPr>
            <a:spLocks noGrp="1"/>
          </p:cNvSpPr>
          <p:nvPr>
            <p:ph type="body" sz="half" idx="31" hasCustomPrompt="1"/>
          </p:nvPr>
        </p:nvSpPr>
        <p:spPr>
          <a:xfrm>
            <a:off x="6553200" y="50292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3623938161"/>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50/50 Content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572000" cy="1142999"/>
          </a:xfrm>
          <a:prstGeom prst="rect">
            <a:avLst/>
          </a:prstGeom>
        </p:spPr>
        <p:txBody>
          <a:bodyPr lIns="0" tIns="0" rIns="0" bIns="0" anchor="b">
            <a:noAutofit/>
          </a:bodyPr>
          <a:lstStyle>
            <a:lvl1pPr>
              <a:defRPr sz="3200">
                <a:solidFill>
                  <a:srgbClr val="311E57"/>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2057400"/>
            <a:ext cx="4572000" cy="41148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5" name="Text Placeholder 13">
            <a:extLst>
              <a:ext uri="{FF2B5EF4-FFF2-40B4-BE49-F238E27FC236}">
                <a16:creationId xmlns:a16="http://schemas.microsoft.com/office/drawing/2014/main" id="{2DCC36EB-81BD-BBAC-24FA-2A6033863BD8}"/>
              </a:ext>
            </a:extLst>
          </p:cNvPr>
          <p:cNvSpPr>
            <a:spLocks noGrp="1"/>
          </p:cNvSpPr>
          <p:nvPr>
            <p:ph type="body" sz="quarter" idx="30" hasCustomPrompt="1"/>
          </p:nvPr>
        </p:nvSpPr>
        <p:spPr>
          <a:xfrm>
            <a:off x="7010399" y="2057400"/>
            <a:ext cx="4572001"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6" name="Text Placeholder 13">
            <a:extLst>
              <a:ext uri="{FF2B5EF4-FFF2-40B4-BE49-F238E27FC236}">
                <a16:creationId xmlns:a16="http://schemas.microsoft.com/office/drawing/2014/main" id="{6653FAD4-C2C5-5C6E-F748-7D9545928565}"/>
              </a:ext>
            </a:extLst>
          </p:cNvPr>
          <p:cNvSpPr>
            <a:spLocks noGrp="1"/>
          </p:cNvSpPr>
          <p:nvPr>
            <p:ph type="body" sz="quarter" idx="31" hasCustomPrompt="1"/>
          </p:nvPr>
        </p:nvSpPr>
        <p:spPr>
          <a:xfrm>
            <a:off x="7010400" y="3428999"/>
            <a:ext cx="4572000"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7" name="Text Placeholder 13">
            <a:extLst>
              <a:ext uri="{FF2B5EF4-FFF2-40B4-BE49-F238E27FC236}">
                <a16:creationId xmlns:a16="http://schemas.microsoft.com/office/drawing/2014/main" id="{6AA23D92-98E2-AA2A-D321-DC79F942DAA2}"/>
              </a:ext>
            </a:extLst>
          </p:cNvPr>
          <p:cNvSpPr>
            <a:spLocks noGrp="1"/>
          </p:cNvSpPr>
          <p:nvPr>
            <p:ph type="body" sz="quarter" idx="32" hasCustomPrompt="1"/>
          </p:nvPr>
        </p:nvSpPr>
        <p:spPr>
          <a:xfrm>
            <a:off x="7010400" y="4800600"/>
            <a:ext cx="4572000" cy="914400"/>
          </a:xfrm>
        </p:spPr>
        <p:txBody>
          <a:bodyPr tIns="0" bIns="0" anchor="t" anchorCtr="0">
            <a:noAutofit/>
          </a:bodyPr>
          <a:lstStyle>
            <a:lvl1pPr marL="0" indent="0" algn="l">
              <a:buNone/>
              <a:defRPr sz="2000" b="1" u="none">
                <a:solidFill>
                  <a:srgbClr val="311E57"/>
                </a:solidFill>
              </a:defRPr>
            </a:lvl1pPr>
          </a:lstStyle>
          <a:p>
            <a:pPr lvl="0"/>
            <a:r>
              <a:rPr lang="en-US"/>
              <a:t>Heading</a:t>
            </a:r>
          </a:p>
        </p:txBody>
      </p:sp>
      <p:sp>
        <p:nvSpPr>
          <p:cNvPr id="9" name="Picture Placeholder 8">
            <a:extLst>
              <a:ext uri="{FF2B5EF4-FFF2-40B4-BE49-F238E27FC236}">
                <a16:creationId xmlns:a16="http://schemas.microsoft.com/office/drawing/2014/main" id="{7347EE72-A647-B6DA-A6A1-8C54DCBA0C62}"/>
              </a:ext>
            </a:extLst>
          </p:cNvPr>
          <p:cNvSpPr>
            <a:spLocks noGrp="1"/>
          </p:cNvSpPr>
          <p:nvPr>
            <p:ph type="pic" sz="quarter" idx="33" hasCustomPrompt="1"/>
          </p:nvPr>
        </p:nvSpPr>
        <p:spPr>
          <a:xfrm>
            <a:off x="5638800" y="2060249"/>
            <a:ext cx="914400" cy="914400"/>
          </a:xfrm>
        </p:spPr>
        <p:txBody>
          <a:bodyPr anchor="t">
            <a:normAutofit/>
          </a:bodyPr>
          <a:lstStyle>
            <a:lvl1pPr marL="0" indent="0" algn="ctr">
              <a:buNone/>
              <a:defRPr sz="1800"/>
            </a:lvl1pPr>
          </a:lstStyle>
          <a:p>
            <a:r>
              <a:rPr lang="en-US"/>
              <a:t>Icon</a:t>
            </a:r>
          </a:p>
        </p:txBody>
      </p:sp>
      <p:sp>
        <p:nvSpPr>
          <p:cNvPr id="12" name="Picture Placeholder 8">
            <a:extLst>
              <a:ext uri="{FF2B5EF4-FFF2-40B4-BE49-F238E27FC236}">
                <a16:creationId xmlns:a16="http://schemas.microsoft.com/office/drawing/2014/main" id="{E5A9A6E8-690B-80A2-33F6-C9136F038276}"/>
              </a:ext>
            </a:extLst>
          </p:cNvPr>
          <p:cNvSpPr>
            <a:spLocks noGrp="1"/>
          </p:cNvSpPr>
          <p:nvPr>
            <p:ph type="pic" sz="quarter" idx="34" hasCustomPrompt="1"/>
          </p:nvPr>
        </p:nvSpPr>
        <p:spPr>
          <a:xfrm>
            <a:off x="5638800" y="3432965"/>
            <a:ext cx="914400" cy="9144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FA51E9A6-4798-2925-9A18-43A4C73FEB59}"/>
              </a:ext>
            </a:extLst>
          </p:cNvPr>
          <p:cNvSpPr>
            <a:spLocks noGrp="1"/>
          </p:cNvSpPr>
          <p:nvPr>
            <p:ph type="pic" sz="quarter" idx="35" hasCustomPrompt="1"/>
          </p:nvPr>
        </p:nvSpPr>
        <p:spPr>
          <a:xfrm>
            <a:off x="5638800" y="4805680"/>
            <a:ext cx="914400" cy="9144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1979009891"/>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50/50 Content 17">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423D0B8-FDB4-9AF6-D47A-6DB9B771F28A}"/>
              </a:ext>
            </a:extLst>
          </p:cNvPr>
          <p:cNvSpPr/>
          <p:nvPr userDrawn="1"/>
        </p:nvSpPr>
        <p:spPr>
          <a:xfrm>
            <a:off x="5648694" y="0"/>
            <a:ext cx="6543305"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572000" cy="1142999"/>
          </a:xfrm>
          <a:prstGeom prst="rect">
            <a:avLst/>
          </a:prstGeom>
        </p:spPr>
        <p:txBody>
          <a:bodyPr lIns="0" tIns="0" rIns="0" bIns="0" anchor="b">
            <a:noAutofit/>
          </a:bodyPr>
          <a:lstStyle>
            <a:lvl1pPr>
              <a:defRPr sz="3200">
                <a:solidFill>
                  <a:srgbClr val="311E57"/>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2057400"/>
            <a:ext cx="4572000" cy="41148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4" name="Oval 13">
            <a:extLst>
              <a:ext uri="{FF2B5EF4-FFF2-40B4-BE49-F238E27FC236}">
                <a16:creationId xmlns:a16="http://schemas.microsoft.com/office/drawing/2014/main" id="{323B88FF-4DB8-CEEA-A20C-D7938CF42DD0}"/>
              </a:ext>
            </a:extLst>
          </p:cNvPr>
          <p:cNvSpPr/>
          <p:nvPr userDrawn="1"/>
        </p:nvSpPr>
        <p:spPr>
          <a:xfrm>
            <a:off x="6096000" y="1334623"/>
            <a:ext cx="1005840" cy="100584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8">
            <a:extLst>
              <a:ext uri="{FF2B5EF4-FFF2-40B4-BE49-F238E27FC236}">
                <a16:creationId xmlns:a16="http://schemas.microsoft.com/office/drawing/2014/main" id="{447D6349-E8C1-E6A8-48EC-420881B4F82B}"/>
              </a:ext>
            </a:extLst>
          </p:cNvPr>
          <p:cNvSpPr>
            <a:spLocks noGrp="1"/>
          </p:cNvSpPr>
          <p:nvPr>
            <p:ph type="pic" sz="quarter" idx="15" hasCustomPrompt="1"/>
          </p:nvPr>
        </p:nvSpPr>
        <p:spPr>
          <a:xfrm>
            <a:off x="6256020" y="1494643"/>
            <a:ext cx="685800" cy="685800"/>
          </a:xfrm>
        </p:spPr>
        <p:txBody>
          <a:bodyPr anchor="t">
            <a:normAutofit/>
          </a:bodyPr>
          <a:lstStyle>
            <a:lvl1pPr marL="0" indent="0" algn="ctr">
              <a:buNone/>
              <a:defRPr sz="1800"/>
            </a:lvl1pPr>
          </a:lstStyle>
          <a:p>
            <a:r>
              <a:rPr lang="en-US"/>
              <a:t>Icon</a:t>
            </a:r>
          </a:p>
        </p:txBody>
      </p:sp>
      <p:sp>
        <p:nvSpPr>
          <p:cNvPr id="6" name="Text Placeholder 13">
            <a:extLst>
              <a:ext uri="{FF2B5EF4-FFF2-40B4-BE49-F238E27FC236}">
                <a16:creationId xmlns:a16="http://schemas.microsoft.com/office/drawing/2014/main" id="{BE01DE33-5B21-D97D-5E33-D1126C94B84F}"/>
              </a:ext>
            </a:extLst>
          </p:cNvPr>
          <p:cNvSpPr>
            <a:spLocks noGrp="1"/>
          </p:cNvSpPr>
          <p:nvPr>
            <p:ph type="body" sz="quarter" idx="32" hasCustomPrompt="1"/>
          </p:nvPr>
        </p:nvSpPr>
        <p:spPr>
          <a:xfrm>
            <a:off x="7467601" y="1324463"/>
            <a:ext cx="4114800" cy="914400"/>
          </a:xfrm>
        </p:spPr>
        <p:txBody>
          <a:bodyPr tIns="0" bIns="0" anchor="t" anchorCtr="0">
            <a:noAutofit/>
          </a:bodyPr>
          <a:lstStyle>
            <a:lvl1pPr marL="0" indent="0" algn="l">
              <a:buNone/>
              <a:defRPr sz="2000" b="1">
                <a:solidFill>
                  <a:srgbClr val="311E57"/>
                </a:solidFill>
                <a:latin typeface="+mn-lt"/>
              </a:defRPr>
            </a:lvl1pPr>
          </a:lstStyle>
          <a:p>
            <a:pPr lvl="0"/>
            <a:r>
              <a:rPr lang="en-US"/>
              <a:t>Heading</a:t>
            </a:r>
          </a:p>
        </p:txBody>
      </p:sp>
      <p:sp>
        <p:nvSpPr>
          <p:cNvPr id="7" name="Text Placeholder 13">
            <a:extLst>
              <a:ext uri="{FF2B5EF4-FFF2-40B4-BE49-F238E27FC236}">
                <a16:creationId xmlns:a16="http://schemas.microsoft.com/office/drawing/2014/main" id="{9AD5EA28-F0ED-0E62-C77E-2BF4D963F34E}"/>
              </a:ext>
            </a:extLst>
          </p:cNvPr>
          <p:cNvSpPr>
            <a:spLocks noGrp="1"/>
          </p:cNvSpPr>
          <p:nvPr>
            <p:ph type="body" sz="quarter" idx="33" hasCustomPrompt="1"/>
          </p:nvPr>
        </p:nvSpPr>
        <p:spPr>
          <a:xfrm>
            <a:off x="7467600" y="2697480"/>
            <a:ext cx="4114799" cy="914400"/>
          </a:xfrm>
        </p:spPr>
        <p:txBody>
          <a:bodyPr tIns="0" bIns="0" anchor="t" anchorCtr="0">
            <a:noAutofit/>
          </a:bodyPr>
          <a:lstStyle>
            <a:lvl1pPr marL="0" indent="0" algn="l">
              <a:buNone/>
              <a:defRPr sz="2000" b="1">
                <a:solidFill>
                  <a:srgbClr val="311E57"/>
                </a:solidFill>
                <a:latin typeface="+mn-lt"/>
              </a:defRPr>
            </a:lvl1pPr>
          </a:lstStyle>
          <a:p>
            <a:pPr lvl="0"/>
            <a:r>
              <a:rPr lang="en-US"/>
              <a:t>Heading</a:t>
            </a:r>
          </a:p>
        </p:txBody>
      </p:sp>
      <p:sp>
        <p:nvSpPr>
          <p:cNvPr id="8" name="Text Placeholder 13">
            <a:extLst>
              <a:ext uri="{FF2B5EF4-FFF2-40B4-BE49-F238E27FC236}">
                <a16:creationId xmlns:a16="http://schemas.microsoft.com/office/drawing/2014/main" id="{5110C1F6-059A-3C02-1481-7DE486A6FC5C}"/>
              </a:ext>
            </a:extLst>
          </p:cNvPr>
          <p:cNvSpPr>
            <a:spLocks noGrp="1"/>
          </p:cNvSpPr>
          <p:nvPr>
            <p:ph type="body" sz="quarter" idx="34" hasCustomPrompt="1"/>
          </p:nvPr>
        </p:nvSpPr>
        <p:spPr>
          <a:xfrm>
            <a:off x="7467600" y="4067663"/>
            <a:ext cx="4114799" cy="914400"/>
          </a:xfrm>
        </p:spPr>
        <p:txBody>
          <a:bodyPr tIns="0" bIns="0" anchor="t" anchorCtr="0">
            <a:noAutofit/>
          </a:bodyPr>
          <a:lstStyle>
            <a:lvl1pPr marL="0" indent="0" algn="l">
              <a:buNone/>
              <a:defRPr sz="2000" b="1" u="none">
                <a:solidFill>
                  <a:srgbClr val="311E57"/>
                </a:solidFill>
                <a:latin typeface="+mn-lt"/>
              </a:defRPr>
            </a:lvl1pPr>
          </a:lstStyle>
          <a:p>
            <a:pPr lvl="0"/>
            <a:r>
              <a:rPr lang="en-US"/>
              <a:t>Heading</a:t>
            </a:r>
          </a:p>
        </p:txBody>
      </p:sp>
      <p:sp>
        <p:nvSpPr>
          <p:cNvPr id="9" name="Oval 8">
            <a:extLst>
              <a:ext uri="{FF2B5EF4-FFF2-40B4-BE49-F238E27FC236}">
                <a16:creationId xmlns:a16="http://schemas.microsoft.com/office/drawing/2014/main" id="{654D661D-D68A-37D5-1149-2894466F7EA3}"/>
              </a:ext>
            </a:extLst>
          </p:cNvPr>
          <p:cNvSpPr/>
          <p:nvPr userDrawn="1"/>
        </p:nvSpPr>
        <p:spPr>
          <a:xfrm>
            <a:off x="6096000" y="2697480"/>
            <a:ext cx="1005840" cy="100584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8">
            <a:extLst>
              <a:ext uri="{FF2B5EF4-FFF2-40B4-BE49-F238E27FC236}">
                <a16:creationId xmlns:a16="http://schemas.microsoft.com/office/drawing/2014/main" id="{FF0CEFF6-8059-E0EC-7EEF-A095EE30E594}"/>
              </a:ext>
            </a:extLst>
          </p:cNvPr>
          <p:cNvSpPr>
            <a:spLocks noGrp="1"/>
          </p:cNvSpPr>
          <p:nvPr>
            <p:ph type="pic" sz="quarter" idx="35" hasCustomPrompt="1"/>
          </p:nvPr>
        </p:nvSpPr>
        <p:spPr>
          <a:xfrm>
            <a:off x="6256020" y="2857500"/>
            <a:ext cx="685800" cy="685800"/>
          </a:xfrm>
        </p:spPr>
        <p:txBody>
          <a:bodyPr anchor="t">
            <a:normAutofit/>
          </a:bodyPr>
          <a:lstStyle>
            <a:lvl1pPr marL="0" indent="0" algn="ctr">
              <a:buNone/>
              <a:defRPr sz="1800"/>
            </a:lvl1pPr>
          </a:lstStyle>
          <a:p>
            <a:r>
              <a:rPr lang="en-US"/>
              <a:t>Icon</a:t>
            </a:r>
          </a:p>
        </p:txBody>
      </p:sp>
      <p:sp>
        <p:nvSpPr>
          <p:cNvPr id="12" name="Oval 11">
            <a:extLst>
              <a:ext uri="{FF2B5EF4-FFF2-40B4-BE49-F238E27FC236}">
                <a16:creationId xmlns:a16="http://schemas.microsoft.com/office/drawing/2014/main" id="{12884DE7-CE48-996E-AA61-B283BD225603}"/>
              </a:ext>
            </a:extLst>
          </p:cNvPr>
          <p:cNvSpPr/>
          <p:nvPr userDrawn="1"/>
        </p:nvSpPr>
        <p:spPr>
          <a:xfrm>
            <a:off x="6087753" y="4067663"/>
            <a:ext cx="1005840" cy="100584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8">
            <a:extLst>
              <a:ext uri="{FF2B5EF4-FFF2-40B4-BE49-F238E27FC236}">
                <a16:creationId xmlns:a16="http://schemas.microsoft.com/office/drawing/2014/main" id="{D5759A6B-E3F1-9088-54F4-3953F78376DA}"/>
              </a:ext>
            </a:extLst>
          </p:cNvPr>
          <p:cNvSpPr>
            <a:spLocks noGrp="1"/>
          </p:cNvSpPr>
          <p:nvPr>
            <p:ph type="pic" sz="quarter" idx="36" hasCustomPrompt="1"/>
          </p:nvPr>
        </p:nvSpPr>
        <p:spPr>
          <a:xfrm>
            <a:off x="6247773" y="4227683"/>
            <a:ext cx="685800" cy="6858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3178332595"/>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50/50 Content 18">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6096000" y="1"/>
            <a:ext cx="6096000" cy="6400799"/>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12" name="Title 1">
            <a:extLst>
              <a:ext uri="{FF2B5EF4-FFF2-40B4-BE49-F238E27FC236}">
                <a16:creationId xmlns:a16="http://schemas.microsoft.com/office/drawing/2014/main" id="{EFDEED65-4EDE-6954-748A-1B67109D2AEF}"/>
              </a:ext>
            </a:extLst>
          </p:cNvPr>
          <p:cNvSpPr>
            <a:spLocks noGrp="1"/>
          </p:cNvSpPr>
          <p:nvPr>
            <p:ph type="title" hasCustomPrompt="1"/>
          </p:nvPr>
        </p:nvSpPr>
        <p:spPr>
          <a:xfrm>
            <a:off x="609600" y="685800"/>
            <a:ext cx="5029200" cy="914400"/>
          </a:xfrm>
          <a:prstGeom prst="rect">
            <a:avLst/>
          </a:prstGeom>
        </p:spPr>
        <p:txBody>
          <a:bodyPr wrap="square" rIns="0" bIns="91440" anchor="t">
            <a:noAutofit/>
          </a:bodyPr>
          <a:lstStyle>
            <a:lvl1pPr>
              <a:defRPr sz="2400">
                <a:solidFill>
                  <a:srgbClr val="311E57"/>
                </a:solidFill>
                <a:latin typeface="+mj-lt"/>
              </a:defRPr>
            </a:lvl1pPr>
          </a:lstStyle>
          <a:p>
            <a:r>
              <a:rPr lang="en-US"/>
              <a:t>Headline</a:t>
            </a:r>
          </a:p>
        </p:txBody>
      </p:sp>
      <p:sp>
        <p:nvSpPr>
          <p:cNvPr id="13" name="Text Placeholder 16">
            <a:extLst>
              <a:ext uri="{FF2B5EF4-FFF2-40B4-BE49-F238E27FC236}">
                <a16:creationId xmlns:a16="http://schemas.microsoft.com/office/drawing/2014/main" id="{FBC2F897-8256-248A-5442-5BDB9CF34CFF}"/>
              </a:ext>
            </a:extLst>
          </p:cNvPr>
          <p:cNvSpPr>
            <a:spLocks noGrp="1"/>
          </p:cNvSpPr>
          <p:nvPr>
            <p:ph type="body" sz="quarter" idx="18" hasCustomPrompt="1"/>
          </p:nvPr>
        </p:nvSpPr>
        <p:spPr>
          <a:xfrm>
            <a:off x="609600" y="0"/>
            <a:ext cx="50292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4" name="Text Placeholder 3">
            <a:extLst>
              <a:ext uri="{FF2B5EF4-FFF2-40B4-BE49-F238E27FC236}">
                <a16:creationId xmlns:a16="http://schemas.microsoft.com/office/drawing/2014/main" id="{3B31651C-324D-D40D-1E11-FA367353A2DC}"/>
              </a:ext>
            </a:extLst>
          </p:cNvPr>
          <p:cNvSpPr>
            <a:spLocks noGrp="1"/>
          </p:cNvSpPr>
          <p:nvPr>
            <p:ph type="body" sz="half" idx="2" hasCustomPrompt="1"/>
          </p:nvPr>
        </p:nvSpPr>
        <p:spPr>
          <a:xfrm>
            <a:off x="609600" y="1600201"/>
            <a:ext cx="5029200" cy="1371600"/>
          </a:xfrm>
        </p:spPr>
        <p:txBody>
          <a:bodyPr tIns="182880" rIns="0">
            <a:normAutofit/>
          </a:bodyPr>
          <a:lstStyle>
            <a:lvl1pPr marL="0" indent="0">
              <a:lnSpc>
                <a:spcPct val="150000"/>
              </a:lnSpc>
              <a:buNone/>
              <a:defRPr sz="14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8" name="Picture Placeholder 8">
            <a:extLst>
              <a:ext uri="{FF2B5EF4-FFF2-40B4-BE49-F238E27FC236}">
                <a16:creationId xmlns:a16="http://schemas.microsoft.com/office/drawing/2014/main" id="{F9809A5A-25E3-3F6F-477F-27F0593939C4}"/>
              </a:ext>
            </a:extLst>
          </p:cNvPr>
          <p:cNvSpPr>
            <a:spLocks noGrp="1"/>
          </p:cNvSpPr>
          <p:nvPr>
            <p:ph type="pic" sz="quarter" idx="25" hasCustomPrompt="1"/>
          </p:nvPr>
        </p:nvSpPr>
        <p:spPr>
          <a:xfrm>
            <a:off x="609600" y="3434080"/>
            <a:ext cx="685800" cy="685800"/>
          </a:xfrm>
        </p:spPr>
        <p:txBody>
          <a:bodyPr anchor="t">
            <a:normAutofit/>
          </a:bodyPr>
          <a:lstStyle>
            <a:lvl1pPr marL="0" indent="0" algn="ctr">
              <a:buNone/>
              <a:defRPr sz="1800"/>
            </a:lvl1pPr>
          </a:lstStyle>
          <a:p>
            <a:r>
              <a:rPr lang="en-US"/>
              <a:t>Icon</a:t>
            </a:r>
          </a:p>
        </p:txBody>
      </p:sp>
      <p:sp>
        <p:nvSpPr>
          <p:cNvPr id="19" name="Picture Placeholder 8">
            <a:extLst>
              <a:ext uri="{FF2B5EF4-FFF2-40B4-BE49-F238E27FC236}">
                <a16:creationId xmlns:a16="http://schemas.microsoft.com/office/drawing/2014/main" id="{8614C75B-542A-190C-31A0-3689B4C6F696}"/>
              </a:ext>
            </a:extLst>
          </p:cNvPr>
          <p:cNvSpPr>
            <a:spLocks noGrp="1"/>
          </p:cNvSpPr>
          <p:nvPr>
            <p:ph type="pic" sz="quarter" idx="26" hasCustomPrompt="1"/>
          </p:nvPr>
        </p:nvSpPr>
        <p:spPr>
          <a:xfrm>
            <a:off x="609600" y="4343400"/>
            <a:ext cx="685800" cy="685800"/>
          </a:xfrm>
        </p:spPr>
        <p:txBody>
          <a:bodyPr anchor="t">
            <a:normAutofit/>
          </a:bodyPr>
          <a:lstStyle>
            <a:lvl1pPr marL="0" indent="0" algn="ctr">
              <a:buNone/>
              <a:defRPr sz="1800"/>
            </a:lvl1pPr>
          </a:lstStyle>
          <a:p>
            <a:r>
              <a:rPr lang="en-US"/>
              <a:t>Icon</a:t>
            </a:r>
          </a:p>
        </p:txBody>
      </p:sp>
      <p:sp>
        <p:nvSpPr>
          <p:cNvPr id="20" name="Picture Placeholder 8">
            <a:extLst>
              <a:ext uri="{FF2B5EF4-FFF2-40B4-BE49-F238E27FC236}">
                <a16:creationId xmlns:a16="http://schemas.microsoft.com/office/drawing/2014/main" id="{9E21A8C5-C06D-BF7B-F923-BA3881148C4F}"/>
              </a:ext>
            </a:extLst>
          </p:cNvPr>
          <p:cNvSpPr>
            <a:spLocks noGrp="1"/>
          </p:cNvSpPr>
          <p:nvPr>
            <p:ph type="pic" sz="quarter" idx="27" hasCustomPrompt="1"/>
          </p:nvPr>
        </p:nvSpPr>
        <p:spPr>
          <a:xfrm>
            <a:off x="609600" y="5257800"/>
            <a:ext cx="685800" cy="685800"/>
          </a:xfrm>
        </p:spPr>
        <p:txBody>
          <a:bodyPr anchor="t">
            <a:normAutofit/>
          </a:bodyPr>
          <a:lstStyle>
            <a:lvl1pPr marL="0" indent="0" algn="ctr">
              <a:buNone/>
              <a:defRPr sz="1800"/>
            </a:lvl1pPr>
          </a:lstStyle>
          <a:p>
            <a:r>
              <a:rPr lang="en-US"/>
              <a:t>Icon</a:t>
            </a:r>
          </a:p>
        </p:txBody>
      </p:sp>
      <p:sp>
        <p:nvSpPr>
          <p:cNvPr id="2" name="Text Placeholder 3">
            <a:extLst>
              <a:ext uri="{FF2B5EF4-FFF2-40B4-BE49-F238E27FC236}">
                <a16:creationId xmlns:a16="http://schemas.microsoft.com/office/drawing/2014/main" id="{05BA3348-AD7D-2D7B-6F6F-BCC7D0B6FDF6}"/>
              </a:ext>
            </a:extLst>
          </p:cNvPr>
          <p:cNvSpPr>
            <a:spLocks noGrp="1"/>
          </p:cNvSpPr>
          <p:nvPr>
            <p:ph type="body" sz="half" idx="10" hasCustomPrompt="1"/>
          </p:nvPr>
        </p:nvSpPr>
        <p:spPr>
          <a:xfrm>
            <a:off x="1524000" y="3434080"/>
            <a:ext cx="4114800" cy="685800"/>
          </a:xfrm>
        </p:spPr>
        <p:txBody>
          <a:bodyPr wrap="square" tIns="0">
            <a:normAutofit/>
          </a:bodyPr>
          <a:lstStyle>
            <a:lvl1pPr marL="0" indent="0">
              <a:lnSpc>
                <a:spcPct val="150000"/>
              </a:lnSpc>
              <a:buNone/>
              <a:defRPr sz="2000" b="1">
                <a:solidFill>
                  <a:schemeClr val="tx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4EE7A630-C8C7-F4D5-561C-D082B9899F9B}"/>
              </a:ext>
            </a:extLst>
          </p:cNvPr>
          <p:cNvSpPr>
            <a:spLocks noGrp="1"/>
          </p:cNvSpPr>
          <p:nvPr>
            <p:ph type="body" sz="half" idx="29" hasCustomPrompt="1"/>
          </p:nvPr>
        </p:nvSpPr>
        <p:spPr>
          <a:xfrm>
            <a:off x="1524000" y="4343400"/>
            <a:ext cx="4114800" cy="685800"/>
          </a:xfrm>
        </p:spPr>
        <p:txBody>
          <a:bodyPr wrap="square" tIns="0">
            <a:normAutofit/>
          </a:bodyPr>
          <a:lstStyle>
            <a:lvl1pPr marL="0" indent="0">
              <a:lnSpc>
                <a:spcPct val="150000"/>
              </a:lnSpc>
              <a:buNone/>
              <a:defRPr sz="2000" b="1">
                <a:solidFill>
                  <a:schemeClr val="tx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3">
            <a:extLst>
              <a:ext uri="{FF2B5EF4-FFF2-40B4-BE49-F238E27FC236}">
                <a16:creationId xmlns:a16="http://schemas.microsoft.com/office/drawing/2014/main" id="{FF867B34-1BF4-72F6-5D67-50B093BB7D95}"/>
              </a:ext>
            </a:extLst>
          </p:cNvPr>
          <p:cNvSpPr>
            <a:spLocks noGrp="1"/>
          </p:cNvSpPr>
          <p:nvPr>
            <p:ph type="body" sz="half" idx="30" hasCustomPrompt="1"/>
          </p:nvPr>
        </p:nvSpPr>
        <p:spPr>
          <a:xfrm>
            <a:off x="1524000" y="5257800"/>
            <a:ext cx="4114800" cy="685800"/>
          </a:xfrm>
        </p:spPr>
        <p:txBody>
          <a:bodyPr wrap="square" tIns="0">
            <a:normAutofit/>
          </a:bodyPr>
          <a:lstStyle>
            <a:lvl1pPr marL="0" indent="0">
              <a:lnSpc>
                <a:spcPct val="150000"/>
              </a:lnSpc>
              <a:buNone/>
              <a:defRPr sz="2000" b="1">
                <a:solidFill>
                  <a:schemeClr val="tx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3984115907"/>
      </p:ext>
    </p:extLst>
  </p:cSld>
  <p:clrMapOvr>
    <a:masterClrMapping/>
  </p:clrMapOvr>
  <p:transition/>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50/50 Content 19">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0" y="0"/>
            <a:ext cx="7010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 name="Title 1">
            <a:extLst>
              <a:ext uri="{FF2B5EF4-FFF2-40B4-BE49-F238E27FC236}">
                <a16:creationId xmlns:a16="http://schemas.microsoft.com/office/drawing/2014/main" id="{8FF4043E-7F7A-D59D-E5A9-F1E401C95122}"/>
              </a:ext>
            </a:extLst>
          </p:cNvPr>
          <p:cNvSpPr>
            <a:spLocks noGrp="1"/>
          </p:cNvSpPr>
          <p:nvPr>
            <p:ph type="title" hasCustomPrompt="1"/>
          </p:nvPr>
        </p:nvSpPr>
        <p:spPr>
          <a:xfrm>
            <a:off x="609600" y="1142999"/>
            <a:ext cx="4114800" cy="4114799"/>
          </a:xfrm>
          <a:prstGeom prst="rect">
            <a:avLst/>
          </a:prstGeom>
        </p:spPr>
        <p:txBody>
          <a:bodyPr rIns="0" anchor="ctr">
            <a:noAutofit/>
          </a:bodyPr>
          <a:lstStyle>
            <a:lvl1pPr>
              <a:lnSpc>
                <a:spcPct val="100000"/>
              </a:lnSpc>
              <a:defRPr sz="3200" b="1" i="0">
                <a:solidFill>
                  <a:schemeClr val="bg1"/>
                </a:solidFill>
                <a:latin typeface="+mj-lt"/>
                <a:ea typeface="Inter" panose="02000503000000020004" pitchFamily="2" charset="0"/>
                <a:cs typeface="Arial" panose="020B0604020202020204" pitchFamily="34" charset="0"/>
              </a:defRPr>
            </a:lvl1pPr>
          </a:lstStyle>
          <a:p>
            <a:r>
              <a:rPr lang="en-US"/>
              <a:t>Headline</a:t>
            </a:r>
          </a:p>
        </p:txBody>
      </p:sp>
      <p:sp>
        <p:nvSpPr>
          <p:cNvPr id="5" name="Text Placeholder 3">
            <a:extLst>
              <a:ext uri="{FF2B5EF4-FFF2-40B4-BE49-F238E27FC236}">
                <a16:creationId xmlns:a16="http://schemas.microsoft.com/office/drawing/2014/main" id="{B300B305-04F2-7B14-F0EA-5C243D380EDD}"/>
              </a:ext>
            </a:extLst>
          </p:cNvPr>
          <p:cNvSpPr>
            <a:spLocks noGrp="1"/>
          </p:cNvSpPr>
          <p:nvPr>
            <p:ph type="body" sz="half" idx="12" hasCustomPrompt="1"/>
          </p:nvPr>
        </p:nvSpPr>
        <p:spPr>
          <a:xfrm>
            <a:off x="8944708" y="2743200"/>
            <a:ext cx="2637692" cy="914400"/>
          </a:xfrm>
          <a:solidFill>
            <a:schemeClr val="accent1"/>
          </a:solidFill>
        </p:spPr>
        <p:txBody>
          <a:bodyPr lIns="182880" tIns="0" rIns="182880" bIns="0" anchor="t">
            <a:normAutofit/>
          </a:bodyPr>
          <a:lstStyle>
            <a:lvl1pPr marL="0" indent="0" algn="l">
              <a:lnSpc>
                <a:spcPct val="150000"/>
              </a:lnSpc>
              <a:buNone/>
              <a:defRPr sz="2000" b="1">
                <a:solidFill>
                  <a:schemeClr val="bg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Meet…</a:t>
            </a:r>
          </a:p>
        </p:txBody>
      </p:sp>
      <p:sp>
        <p:nvSpPr>
          <p:cNvPr id="6" name="Text Placeholder 3">
            <a:extLst>
              <a:ext uri="{FF2B5EF4-FFF2-40B4-BE49-F238E27FC236}">
                <a16:creationId xmlns:a16="http://schemas.microsoft.com/office/drawing/2014/main" id="{07CF2EB9-C831-9EEC-54AD-7BE7BF1E6CB0}"/>
              </a:ext>
            </a:extLst>
          </p:cNvPr>
          <p:cNvSpPr>
            <a:spLocks noGrp="1"/>
          </p:cNvSpPr>
          <p:nvPr>
            <p:ph type="body" sz="half" idx="13" hasCustomPrompt="1"/>
          </p:nvPr>
        </p:nvSpPr>
        <p:spPr>
          <a:xfrm>
            <a:off x="8944708" y="3200399"/>
            <a:ext cx="2637692" cy="457201"/>
          </a:xfrm>
          <a:noFill/>
        </p:spPr>
        <p:txBody>
          <a:bodyPr lIns="182880" tIns="0" rIns="182880" bIns="0" anchor="t">
            <a:normAutofit/>
          </a:bodyPr>
          <a:lstStyle>
            <a:lvl1pPr marL="0" indent="0" algn="l">
              <a:lnSpc>
                <a:spcPct val="150000"/>
              </a:lnSpc>
              <a:buNone/>
              <a:defRPr sz="1400" b="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Title</a:t>
            </a:r>
          </a:p>
        </p:txBody>
      </p:sp>
      <p:sp>
        <p:nvSpPr>
          <p:cNvPr id="15" name="Picture Placeholder 14">
            <a:extLst>
              <a:ext uri="{FF2B5EF4-FFF2-40B4-BE49-F238E27FC236}">
                <a16:creationId xmlns:a16="http://schemas.microsoft.com/office/drawing/2014/main" id="{F7147668-E6FC-DAF1-D8DF-36E863A6010B}"/>
              </a:ext>
            </a:extLst>
          </p:cNvPr>
          <p:cNvSpPr>
            <a:spLocks noGrp="1"/>
          </p:cNvSpPr>
          <p:nvPr>
            <p:ph type="pic" sz="quarter" idx="14"/>
          </p:nvPr>
        </p:nvSpPr>
        <p:spPr>
          <a:xfrm>
            <a:off x="5181600" y="1143000"/>
            <a:ext cx="5029200" cy="4114798"/>
          </a:xfrm>
          <a:custGeom>
            <a:avLst/>
            <a:gdLst>
              <a:gd name="connsiteX0" fmla="*/ 0 w 5029200"/>
              <a:gd name="connsiteY0" fmla="*/ 0 h 4114798"/>
              <a:gd name="connsiteX1" fmla="*/ 5029200 w 5029200"/>
              <a:gd name="connsiteY1" fmla="*/ 0 h 4114798"/>
              <a:gd name="connsiteX2" fmla="*/ 5029200 w 5029200"/>
              <a:gd name="connsiteY2" fmla="*/ 1600200 h 4114798"/>
              <a:gd name="connsiteX3" fmla="*/ 3763108 w 5029200"/>
              <a:gd name="connsiteY3" fmla="*/ 1600200 h 4114798"/>
              <a:gd name="connsiteX4" fmla="*/ 3763108 w 5029200"/>
              <a:gd name="connsiteY4" fmla="*/ 2514600 h 4114798"/>
              <a:gd name="connsiteX5" fmla="*/ 5029200 w 5029200"/>
              <a:gd name="connsiteY5" fmla="*/ 2514600 h 4114798"/>
              <a:gd name="connsiteX6" fmla="*/ 5029200 w 5029200"/>
              <a:gd name="connsiteY6" fmla="*/ 4114798 h 4114798"/>
              <a:gd name="connsiteX7" fmla="*/ 0 w 5029200"/>
              <a:gd name="connsiteY7" fmla="*/ 4114798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9200" h="4114798">
                <a:moveTo>
                  <a:pt x="0" y="0"/>
                </a:moveTo>
                <a:lnTo>
                  <a:pt x="5029200" y="0"/>
                </a:lnTo>
                <a:lnTo>
                  <a:pt x="5029200" y="1600200"/>
                </a:lnTo>
                <a:lnTo>
                  <a:pt x="3763108" y="1600200"/>
                </a:lnTo>
                <a:lnTo>
                  <a:pt x="3763108" y="2514600"/>
                </a:lnTo>
                <a:lnTo>
                  <a:pt x="5029200" y="2514600"/>
                </a:lnTo>
                <a:lnTo>
                  <a:pt x="5029200" y="4114798"/>
                </a:lnTo>
                <a:lnTo>
                  <a:pt x="0" y="4114798"/>
                </a:lnTo>
                <a:close/>
              </a:path>
            </a:pathLst>
          </a:custGeom>
          <a:solidFill>
            <a:schemeClr val="tx1"/>
          </a:solidFill>
        </p:spPr>
        <p:txBody>
          <a:bodyPr wrap="square">
            <a:noAutofit/>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2037079561"/>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0/6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828800"/>
            <a:ext cx="3657600" cy="1375954"/>
          </a:xfrm>
          <a:prstGeom prst="rect">
            <a:avLst/>
          </a:prstGeom>
        </p:spPr>
        <p:txBody>
          <a:bodyPr wrap="square"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3200400"/>
            <a:ext cx="3657600" cy="29718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5181600" y="3200401"/>
            <a:ext cx="6400800" cy="2971799"/>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5181600" y="1828800"/>
            <a:ext cx="6400800" cy="1371600"/>
          </a:xfrm>
        </p:spPr>
        <p:txBody>
          <a:bodyPr wrap="square" bIns="91440" anchor="b">
            <a:noAutofit/>
          </a:bodyPr>
          <a:lstStyle>
            <a:lvl1pPr marL="0" indent="0">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4" name="Text Placeholder 16">
            <a:extLst>
              <a:ext uri="{FF2B5EF4-FFF2-40B4-BE49-F238E27FC236}">
                <a16:creationId xmlns:a16="http://schemas.microsoft.com/office/drawing/2014/main" id="{E3525D85-367F-F3DE-B5A7-69825AFC2936}"/>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2" name="Straight Connector 1">
            <a:extLst>
              <a:ext uri="{FF2B5EF4-FFF2-40B4-BE49-F238E27FC236}">
                <a16:creationId xmlns:a16="http://schemas.microsoft.com/office/drawing/2014/main" id="{CAB66786-737E-4A31-F590-2F63627FF65A}"/>
              </a:ext>
            </a:extLst>
          </p:cNvPr>
          <p:cNvCxnSpPr/>
          <p:nvPr userDrawn="1"/>
        </p:nvCxnSpPr>
        <p:spPr>
          <a:xfrm flipH="1">
            <a:off x="4727608"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843883"/>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0/60 Conten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B5AF88-9749-7103-9DC5-21C2776DA9EC}"/>
              </a:ext>
            </a:extLst>
          </p:cNvPr>
          <p:cNvSpPr/>
          <p:nvPr userDrawn="1"/>
        </p:nvSpPr>
        <p:spPr>
          <a:xfrm>
            <a:off x="4733040" y="0"/>
            <a:ext cx="7458959"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886935"/>
            <a:ext cx="3648960" cy="914400"/>
          </a:xfrm>
          <a:prstGeom prst="rect">
            <a:avLst/>
          </a:prstGeom>
        </p:spPr>
        <p:txBody>
          <a:bodyPr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1"/>
            <a:ext cx="3657600" cy="4343399"/>
          </a:xfrm>
        </p:spPr>
        <p:txBody>
          <a:bodyPr tIns="91440" rIns="0"/>
          <a:lstStyle>
            <a:lvl1pPr marL="0" inden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5" name="Content Placeholder 2">
            <a:extLst>
              <a:ext uri="{FF2B5EF4-FFF2-40B4-BE49-F238E27FC236}">
                <a16:creationId xmlns:a16="http://schemas.microsoft.com/office/drawing/2014/main" id="{AA89083E-5099-C47B-C280-D0BCD02FC55D}"/>
              </a:ext>
            </a:extLst>
          </p:cNvPr>
          <p:cNvSpPr>
            <a:spLocks noGrp="1"/>
          </p:cNvSpPr>
          <p:nvPr>
            <p:ph sz="half" idx="23" hasCustomPrompt="1"/>
          </p:nvPr>
        </p:nvSpPr>
        <p:spPr>
          <a:xfrm>
            <a:off x="5643880" y="4572000"/>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ext Placeholder 16">
            <a:extLst>
              <a:ext uri="{FF2B5EF4-FFF2-40B4-BE49-F238E27FC236}">
                <a16:creationId xmlns:a16="http://schemas.microsoft.com/office/drawing/2014/main" id="{A6045B56-7370-6E29-9C4C-C8F532D6162C}"/>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3" name="Text Placeholder 7">
            <a:extLst>
              <a:ext uri="{FF2B5EF4-FFF2-40B4-BE49-F238E27FC236}">
                <a16:creationId xmlns:a16="http://schemas.microsoft.com/office/drawing/2014/main" id="{B295C7C5-3B28-4F61-59C0-5D0A3FFA1F85}"/>
              </a:ext>
            </a:extLst>
          </p:cNvPr>
          <p:cNvSpPr>
            <a:spLocks noGrp="1"/>
          </p:cNvSpPr>
          <p:nvPr>
            <p:ph type="body" sz="quarter" idx="28" hasCustomPrompt="1"/>
          </p:nvPr>
        </p:nvSpPr>
        <p:spPr>
          <a:xfrm>
            <a:off x="5643880" y="3879160"/>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2" name="Content Placeholder 2">
            <a:extLst>
              <a:ext uri="{FF2B5EF4-FFF2-40B4-BE49-F238E27FC236}">
                <a16:creationId xmlns:a16="http://schemas.microsoft.com/office/drawing/2014/main" id="{E36A615B-3E5C-0542-7E2C-C451EFA0E5E9}"/>
              </a:ext>
            </a:extLst>
          </p:cNvPr>
          <p:cNvSpPr>
            <a:spLocks noGrp="1"/>
          </p:cNvSpPr>
          <p:nvPr>
            <p:ph sz="half" idx="29" hasCustomPrompt="1"/>
          </p:nvPr>
        </p:nvSpPr>
        <p:spPr>
          <a:xfrm>
            <a:off x="8384902" y="4582064"/>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5" name="Text Placeholder 7">
            <a:extLst>
              <a:ext uri="{FF2B5EF4-FFF2-40B4-BE49-F238E27FC236}">
                <a16:creationId xmlns:a16="http://schemas.microsoft.com/office/drawing/2014/main" id="{00901434-F099-3B83-39FA-FCDFDD83CEFC}"/>
              </a:ext>
            </a:extLst>
          </p:cNvPr>
          <p:cNvSpPr>
            <a:spLocks noGrp="1"/>
          </p:cNvSpPr>
          <p:nvPr>
            <p:ph type="body" sz="quarter" idx="30" hasCustomPrompt="1"/>
          </p:nvPr>
        </p:nvSpPr>
        <p:spPr>
          <a:xfrm>
            <a:off x="8384902" y="3897851"/>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7" name="Content Placeholder 2">
            <a:extLst>
              <a:ext uri="{FF2B5EF4-FFF2-40B4-BE49-F238E27FC236}">
                <a16:creationId xmlns:a16="http://schemas.microsoft.com/office/drawing/2014/main" id="{6585B8D5-5FCB-86AC-17F6-3594CB6B9C04}"/>
              </a:ext>
            </a:extLst>
          </p:cNvPr>
          <p:cNvSpPr>
            <a:spLocks noGrp="1"/>
          </p:cNvSpPr>
          <p:nvPr>
            <p:ph sz="half" idx="31" hasCustomPrompt="1"/>
          </p:nvPr>
        </p:nvSpPr>
        <p:spPr>
          <a:xfrm>
            <a:off x="8384902" y="1827213"/>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8" name="Text Placeholder 7">
            <a:extLst>
              <a:ext uri="{FF2B5EF4-FFF2-40B4-BE49-F238E27FC236}">
                <a16:creationId xmlns:a16="http://schemas.microsoft.com/office/drawing/2014/main" id="{7807EC7F-34E0-BE73-9F5A-6D0B68CC5EAD}"/>
              </a:ext>
            </a:extLst>
          </p:cNvPr>
          <p:cNvSpPr>
            <a:spLocks noGrp="1"/>
          </p:cNvSpPr>
          <p:nvPr>
            <p:ph type="body" sz="quarter" idx="32" hasCustomPrompt="1"/>
          </p:nvPr>
        </p:nvSpPr>
        <p:spPr>
          <a:xfrm>
            <a:off x="8384902" y="1143000"/>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20" name="Content Placeholder 2">
            <a:extLst>
              <a:ext uri="{FF2B5EF4-FFF2-40B4-BE49-F238E27FC236}">
                <a16:creationId xmlns:a16="http://schemas.microsoft.com/office/drawing/2014/main" id="{A1690564-075B-1429-DC2F-083446BF7124}"/>
              </a:ext>
            </a:extLst>
          </p:cNvPr>
          <p:cNvSpPr>
            <a:spLocks noGrp="1"/>
          </p:cNvSpPr>
          <p:nvPr>
            <p:ph sz="half" idx="33" hasCustomPrompt="1"/>
          </p:nvPr>
        </p:nvSpPr>
        <p:spPr>
          <a:xfrm>
            <a:off x="5643880" y="1827213"/>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1" name="Text Placeholder 7">
            <a:extLst>
              <a:ext uri="{FF2B5EF4-FFF2-40B4-BE49-F238E27FC236}">
                <a16:creationId xmlns:a16="http://schemas.microsoft.com/office/drawing/2014/main" id="{F6534364-13C1-6169-B288-59E85D0904BD}"/>
              </a:ext>
            </a:extLst>
          </p:cNvPr>
          <p:cNvSpPr>
            <a:spLocks noGrp="1"/>
          </p:cNvSpPr>
          <p:nvPr>
            <p:ph type="body" sz="quarter" idx="34" hasCustomPrompt="1"/>
          </p:nvPr>
        </p:nvSpPr>
        <p:spPr>
          <a:xfrm>
            <a:off x="5643880" y="1144587"/>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Tree>
    <p:extLst>
      <p:ext uri="{BB962C8B-B14F-4D97-AF65-F5344CB8AC3E}">
        <p14:creationId xmlns:p14="http://schemas.microsoft.com/office/powerpoint/2010/main" val="3015558689"/>
      </p:ext>
    </p:extLst>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ortfolio Exampl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F4D006-5C88-424D-34FF-5FC9562C8757}"/>
              </a:ext>
            </a:extLst>
          </p:cNvPr>
          <p:cNvSpPr/>
          <p:nvPr userDrawn="1"/>
        </p:nvSpPr>
        <p:spPr>
          <a:xfrm>
            <a:off x="6095999" y="0"/>
            <a:ext cx="6096000"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0"/>
            <a:ext cx="5008251" cy="1143000"/>
          </a:xfrm>
          <a:prstGeom prst="rect">
            <a:avLst/>
          </a:prstGeom>
        </p:spPr>
        <p:txBody>
          <a:bodyPr anchor="t">
            <a:noAutofit/>
          </a:bodyPr>
          <a:lstStyle>
            <a:lvl1pPr>
              <a:defRPr sz="3200">
                <a:solidFill>
                  <a:srgbClr val="311E57"/>
                </a:solidFill>
                <a:latin typeface="+mj-lt"/>
              </a:defRPr>
            </a:lvl1pPr>
          </a:lstStyle>
          <a:p>
            <a:r>
              <a:rPr lang="en-US"/>
              <a:t>Solution Name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6553200" y="685800"/>
            <a:ext cx="5029200" cy="5029200"/>
          </a:xfrm>
        </p:spPr>
        <p:txBody>
          <a:bodyPr anchor="t">
            <a:normAutofit/>
          </a:bodyPr>
          <a:lstStyle>
            <a:lvl1pPr marL="0" indent="0" algn="ctr">
              <a:buNone/>
              <a:defRPr sz="2400">
                <a:solidFill>
                  <a:schemeClr val="tx1"/>
                </a:solidFill>
              </a:defRPr>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9911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49911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“Solution”</a:t>
            </a:r>
          </a:p>
        </p:txBody>
      </p:sp>
      <p:sp>
        <p:nvSpPr>
          <p:cNvPr id="5" name="Text Placeholder 3">
            <a:extLst>
              <a:ext uri="{FF2B5EF4-FFF2-40B4-BE49-F238E27FC236}">
                <a16:creationId xmlns:a16="http://schemas.microsoft.com/office/drawing/2014/main" id="{BD0FB232-11D1-B904-47D6-568CFE2D2B23}"/>
              </a:ext>
            </a:extLst>
          </p:cNvPr>
          <p:cNvSpPr>
            <a:spLocks noGrp="1"/>
          </p:cNvSpPr>
          <p:nvPr>
            <p:ph type="body" sz="half" idx="19" hasCustomPrompt="1"/>
          </p:nvPr>
        </p:nvSpPr>
        <p:spPr>
          <a:xfrm>
            <a:off x="6553200" y="5715000"/>
            <a:ext cx="5029200" cy="457200"/>
          </a:xfrm>
        </p:spPr>
        <p:txBody>
          <a:bodyPr tIns="0" bIns="0" anchor="ctr">
            <a:normAutofit/>
          </a:bodyPr>
          <a:lstStyle>
            <a:lvl1pPr marL="0" indent="0" algn="ctr">
              <a:buNone/>
              <a:defRPr sz="1200">
                <a:solidFill>
                  <a:srgbClr val="75839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2069391684"/>
      </p:ext>
    </p:extLst>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Portfolio Examp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A76B085-B3BA-8A85-564E-43CF36F41E32}"/>
              </a:ext>
            </a:extLst>
          </p:cNvPr>
          <p:cNvSpPr/>
          <p:nvPr userDrawn="1"/>
        </p:nvSpPr>
        <p:spPr>
          <a:xfrm>
            <a:off x="4267200" y="0"/>
            <a:ext cx="7924800"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1" y="685800"/>
            <a:ext cx="3211398" cy="1143000"/>
          </a:xfrm>
          <a:prstGeom prst="rect">
            <a:avLst/>
          </a:prstGeom>
        </p:spPr>
        <p:txBody>
          <a:bodyPr anchor="t">
            <a:noAutofit/>
          </a:bodyPr>
          <a:lstStyle>
            <a:lvl1pPr>
              <a:defRPr sz="2400">
                <a:solidFill>
                  <a:srgbClr val="311E57"/>
                </a:solidFill>
                <a:latin typeface="+mj-lt"/>
              </a:defRPr>
            </a:lvl1pPr>
          </a:lstStyle>
          <a:p>
            <a:r>
              <a:rPr lang="en-US"/>
              <a:t>Solution Name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4724400" y="342900"/>
            <a:ext cx="4114800" cy="5029200"/>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32004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32004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“Case Study”</a:t>
            </a:r>
          </a:p>
        </p:txBody>
      </p:sp>
      <p:sp>
        <p:nvSpPr>
          <p:cNvPr id="9" name="Content Placeholder 2">
            <a:extLst>
              <a:ext uri="{FF2B5EF4-FFF2-40B4-BE49-F238E27FC236}">
                <a16:creationId xmlns:a16="http://schemas.microsoft.com/office/drawing/2014/main" id="{7F7811FE-2F23-41D3-BE1A-C162F29CB5EC}"/>
              </a:ext>
            </a:extLst>
          </p:cNvPr>
          <p:cNvSpPr>
            <a:spLocks noGrp="1"/>
          </p:cNvSpPr>
          <p:nvPr>
            <p:ph idx="19" hasCustomPrompt="1"/>
          </p:nvPr>
        </p:nvSpPr>
        <p:spPr>
          <a:xfrm>
            <a:off x="7467599" y="1143000"/>
            <a:ext cx="4114800" cy="5029200"/>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Tree>
    <p:extLst>
      <p:ext uri="{BB962C8B-B14F-4D97-AF65-F5344CB8AC3E}">
        <p14:creationId xmlns:p14="http://schemas.microsoft.com/office/powerpoint/2010/main" val="3369944328"/>
      </p:ext>
    </p:extLst>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Portfolio Examp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A76B085-B3BA-8A85-564E-43CF36F41E32}"/>
              </a:ext>
            </a:extLst>
          </p:cNvPr>
          <p:cNvSpPr/>
          <p:nvPr userDrawn="1"/>
        </p:nvSpPr>
        <p:spPr>
          <a:xfrm>
            <a:off x="4267200" y="0"/>
            <a:ext cx="7924800"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1" y="685800"/>
            <a:ext cx="3211398" cy="1143000"/>
          </a:xfrm>
          <a:prstGeom prst="rect">
            <a:avLst/>
          </a:prstGeom>
        </p:spPr>
        <p:txBody>
          <a:bodyPr anchor="t">
            <a:noAutofit/>
          </a:bodyPr>
          <a:lstStyle>
            <a:lvl1pPr>
              <a:defRPr sz="2400">
                <a:solidFill>
                  <a:srgbClr val="311E57"/>
                </a:solidFill>
                <a:latin typeface="+mj-lt"/>
              </a:defRPr>
            </a:lvl1pPr>
          </a:lstStyle>
          <a:p>
            <a:r>
              <a:rPr lang="en-US"/>
              <a:t>Solution Name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4722737" y="416052"/>
            <a:ext cx="3202063" cy="3913632"/>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32004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32004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“Case Study”</a:t>
            </a:r>
          </a:p>
        </p:txBody>
      </p:sp>
      <p:sp>
        <p:nvSpPr>
          <p:cNvPr id="9" name="Content Placeholder 2">
            <a:extLst>
              <a:ext uri="{FF2B5EF4-FFF2-40B4-BE49-F238E27FC236}">
                <a16:creationId xmlns:a16="http://schemas.microsoft.com/office/drawing/2014/main" id="{7F7811FE-2F23-41D3-BE1A-C162F29CB5EC}"/>
              </a:ext>
            </a:extLst>
          </p:cNvPr>
          <p:cNvSpPr>
            <a:spLocks noGrp="1"/>
          </p:cNvSpPr>
          <p:nvPr>
            <p:ph idx="19" hasCustomPrompt="1"/>
          </p:nvPr>
        </p:nvSpPr>
        <p:spPr>
          <a:xfrm>
            <a:off x="8383663" y="1344168"/>
            <a:ext cx="3202063" cy="3913632"/>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5" name="Content Placeholder 2">
            <a:extLst>
              <a:ext uri="{FF2B5EF4-FFF2-40B4-BE49-F238E27FC236}">
                <a16:creationId xmlns:a16="http://schemas.microsoft.com/office/drawing/2014/main" id="{CB87FC12-2434-E710-FD7D-6E263DE35C3E}"/>
              </a:ext>
            </a:extLst>
          </p:cNvPr>
          <p:cNvSpPr>
            <a:spLocks noGrp="1"/>
          </p:cNvSpPr>
          <p:nvPr>
            <p:ph idx="20" hasCustomPrompt="1"/>
          </p:nvPr>
        </p:nvSpPr>
        <p:spPr>
          <a:xfrm>
            <a:off x="6094337" y="2258568"/>
            <a:ext cx="3202063" cy="3913632"/>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Tree>
    <p:extLst>
      <p:ext uri="{BB962C8B-B14F-4D97-AF65-F5344CB8AC3E}">
        <p14:creationId xmlns:p14="http://schemas.microsoft.com/office/powerpoint/2010/main" val="2474009222"/>
      </p:ext>
    </p:extLst>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3/33/33 Conten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17127C-721B-CCDA-2023-F8084BA6DBD6}"/>
              </a:ext>
            </a:extLst>
          </p:cNvPr>
          <p:cNvSpPr>
            <a:spLocks noGrp="1"/>
          </p:cNvSpPr>
          <p:nvPr>
            <p:ph sz="half" idx="1" hasCustomPrompt="1"/>
          </p:nvPr>
        </p:nvSpPr>
        <p:spPr>
          <a:xfrm>
            <a:off x="609600" y="1828801"/>
            <a:ext cx="3200400" cy="4343400"/>
          </a:xfrm>
        </p:spPr>
        <p:txBody>
          <a:bodyPr tIns="182880" rIns="457200">
            <a:normAutofit/>
          </a:bodyPr>
          <a:lstStyle>
            <a:lvl1pPr marL="0" indent="0">
              <a:lnSpc>
                <a:spcPct val="150000"/>
              </a:lnSpc>
              <a:buClr>
                <a:schemeClr val="accent1"/>
              </a:buClr>
              <a:buNone/>
              <a:defRPr sz="1800">
                <a:solidFill>
                  <a:srgbClr val="6C7986"/>
                </a:solidFill>
              </a:defRPr>
            </a:lvl1pPr>
            <a:lvl2pPr>
              <a:lnSpc>
                <a:spcPct val="150000"/>
              </a:lnSpc>
              <a:buClr>
                <a:schemeClr val="tx1"/>
              </a:buClr>
              <a:defRPr sz="1800">
                <a:solidFill>
                  <a:srgbClr val="6C7986"/>
                </a:solidFill>
              </a:defRPr>
            </a:lvl2pPr>
            <a:lvl3pPr>
              <a:lnSpc>
                <a:spcPct val="150000"/>
              </a:lnSpc>
              <a:buClr>
                <a:schemeClr val="tx1"/>
              </a:buClr>
              <a:defRPr sz="1800">
                <a:solidFill>
                  <a:srgbClr val="6C7986"/>
                </a:solidFill>
              </a:defRPr>
            </a:lvl3pPr>
            <a:lvl4pPr>
              <a:lnSpc>
                <a:spcPct val="150000"/>
              </a:lnSpc>
              <a:defRPr sz="1600">
                <a:solidFill>
                  <a:srgbClr val="6C7986"/>
                </a:solidFill>
              </a:defRPr>
            </a:lvl4pPr>
            <a:lvl5pPr>
              <a:lnSpc>
                <a:spcPct val="150000"/>
              </a:lnSpc>
              <a:defRPr sz="1600">
                <a:solidFill>
                  <a:srgbClr val="6C7986"/>
                </a:solidFill>
              </a:defRPr>
            </a:lvl5pPr>
          </a:lstStyle>
          <a:p>
            <a:pPr lvl="0"/>
            <a:r>
              <a:rPr lang="en-US"/>
              <a:t>First level</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8AABFA31-2DEE-84C9-2C99-FAC12662D216}"/>
              </a:ext>
            </a:extLst>
          </p:cNvPr>
          <p:cNvSpPr>
            <a:spLocks noGrp="1"/>
          </p:cNvSpPr>
          <p:nvPr>
            <p:ph sz="half" idx="13" hasCustomPrompt="1"/>
          </p:nvPr>
        </p:nvSpPr>
        <p:spPr>
          <a:xfrm>
            <a:off x="4267200" y="1828800"/>
            <a:ext cx="3200400" cy="4343400"/>
          </a:xfrm>
        </p:spPr>
        <p:txBody>
          <a:bodyPr tIns="182880" rIns="457200">
            <a:normAutofit/>
          </a:bodyPr>
          <a:lstStyle>
            <a:lvl1pPr marL="0" indent="0">
              <a:lnSpc>
                <a:spcPct val="150000"/>
              </a:lnSpc>
              <a:buClr>
                <a:schemeClr val="accent1"/>
              </a:buClr>
              <a:buNone/>
              <a:defRPr sz="1800">
                <a:solidFill>
                  <a:srgbClr val="6C7986"/>
                </a:solidFill>
              </a:defRPr>
            </a:lvl1pPr>
            <a:lvl2pPr>
              <a:lnSpc>
                <a:spcPct val="150000"/>
              </a:lnSpc>
              <a:buClr>
                <a:schemeClr val="tx1"/>
              </a:buClr>
              <a:defRPr sz="1800">
                <a:solidFill>
                  <a:srgbClr val="6C7986"/>
                </a:solidFill>
              </a:defRPr>
            </a:lvl2pPr>
            <a:lvl3pPr>
              <a:lnSpc>
                <a:spcPct val="150000"/>
              </a:lnSpc>
              <a:buClr>
                <a:schemeClr val="tx1"/>
              </a:buClr>
              <a:defRPr sz="1800">
                <a:solidFill>
                  <a:srgbClr val="6C7986"/>
                </a:solidFill>
              </a:defRPr>
            </a:lvl3pPr>
            <a:lvl4pPr>
              <a:lnSpc>
                <a:spcPct val="150000"/>
              </a:lnSpc>
              <a:defRPr sz="1600">
                <a:solidFill>
                  <a:srgbClr val="6C7986"/>
                </a:solidFill>
              </a:defRPr>
            </a:lvl4pPr>
            <a:lvl5pPr>
              <a:lnSpc>
                <a:spcPct val="150000"/>
              </a:lnSpc>
              <a:defRPr sz="1600">
                <a:solidFill>
                  <a:srgbClr val="6C7986"/>
                </a:solidFill>
              </a:defRPr>
            </a:lvl5pPr>
          </a:lstStyle>
          <a:p>
            <a:pPr lvl="0"/>
            <a:r>
              <a:rPr lang="en-US"/>
              <a:t>First level</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E6618D14-9371-1751-FBEC-021E37A5109F}"/>
              </a:ext>
            </a:extLst>
          </p:cNvPr>
          <p:cNvSpPr>
            <a:spLocks noGrp="1"/>
          </p:cNvSpPr>
          <p:nvPr>
            <p:ph sz="half" idx="14" hasCustomPrompt="1"/>
          </p:nvPr>
        </p:nvSpPr>
        <p:spPr>
          <a:xfrm>
            <a:off x="7924799" y="1828801"/>
            <a:ext cx="3200401" cy="4343400"/>
          </a:xfrm>
        </p:spPr>
        <p:txBody>
          <a:bodyPr lIns="0" tIns="182880" rIns="457200">
            <a:normAutofit/>
          </a:bodyPr>
          <a:lstStyle>
            <a:lvl1pPr marL="0" indent="0">
              <a:lnSpc>
                <a:spcPct val="150000"/>
              </a:lnSpc>
              <a:buClr>
                <a:schemeClr val="accent1"/>
              </a:buClr>
              <a:buNone/>
              <a:defRPr sz="1800">
                <a:solidFill>
                  <a:srgbClr val="6C7986"/>
                </a:solidFill>
              </a:defRPr>
            </a:lvl1pPr>
            <a:lvl2pPr>
              <a:lnSpc>
                <a:spcPct val="150000"/>
              </a:lnSpc>
              <a:buClr>
                <a:schemeClr val="tx1"/>
              </a:buClr>
              <a:defRPr sz="1800">
                <a:solidFill>
                  <a:srgbClr val="6C7986"/>
                </a:solidFill>
              </a:defRPr>
            </a:lvl2pPr>
            <a:lvl3pPr>
              <a:lnSpc>
                <a:spcPct val="150000"/>
              </a:lnSpc>
              <a:buClr>
                <a:schemeClr val="tx1"/>
              </a:buClr>
              <a:defRPr sz="1800">
                <a:solidFill>
                  <a:srgbClr val="6C7986"/>
                </a:solidFill>
              </a:defRPr>
            </a:lvl3pPr>
            <a:lvl4pPr>
              <a:lnSpc>
                <a:spcPct val="150000"/>
              </a:lnSpc>
              <a:defRPr sz="1600">
                <a:solidFill>
                  <a:srgbClr val="6C7986"/>
                </a:solidFill>
              </a:defRPr>
            </a:lvl4pPr>
            <a:lvl5pPr>
              <a:lnSpc>
                <a:spcPct val="150000"/>
              </a:lnSpc>
              <a:defRPr sz="1600">
                <a:solidFill>
                  <a:srgbClr val="6C7986"/>
                </a:solidFill>
              </a:defRPr>
            </a:lvl5pPr>
          </a:lstStyle>
          <a:p>
            <a:pPr lvl="0"/>
            <a:r>
              <a:rPr lang="en-US"/>
              <a:t>First level</a:t>
            </a:r>
          </a:p>
          <a:p>
            <a:pPr lvl="1"/>
            <a:r>
              <a:rPr lang="en-US"/>
              <a:t>Second level</a:t>
            </a:r>
          </a:p>
          <a:p>
            <a:pPr lvl="2"/>
            <a:r>
              <a:rPr lang="en-US"/>
              <a:t>Third level</a:t>
            </a:r>
          </a:p>
        </p:txBody>
      </p:sp>
      <p:sp>
        <p:nvSpPr>
          <p:cNvPr id="6" name="Text Placeholder 16">
            <a:extLst>
              <a:ext uri="{FF2B5EF4-FFF2-40B4-BE49-F238E27FC236}">
                <a16:creationId xmlns:a16="http://schemas.microsoft.com/office/drawing/2014/main" id="{94308046-261E-9EEE-60E0-ADE7B37B38CB}"/>
              </a:ext>
            </a:extLst>
          </p:cNvPr>
          <p:cNvSpPr>
            <a:spLocks noGrp="1"/>
          </p:cNvSpPr>
          <p:nvPr>
            <p:ph type="body" sz="quarter" idx="18" hasCustomPrompt="1"/>
          </p:nvPr>
        </p:nvSpPr>
        <p:spPr>
          <a:xfrm>
            <a:off x="609600" y="-1"/>
            <a:ext cx="4572000" cy="685801"/>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Title Placeholder 1">
            <a:extLst>
              <a:ext uri="{FF2B5EF4-FFF2-40B4-BE49-F238E27FC236}">
                <a16:creationId xmlns:a16="http://schemas.microsoft.com/office/drawing/2014/main" id="{E2A2BBC9-EBCE-DB4C-0EF0-44D360C1DEDC}"/>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Tree>
    <p:extLst>
      <p:ext uri="{BB962C8B-B14F-4D97-AF65-F5344CB8AC3E}">
        <p14:creationId xmlns:p14="http://schemas.microsoft.com/office/powerpoint/2010/main" val="940643108"/>
      </p:ext>
    </p:extLst>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3/33/33 Content 2">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C275FA81-DA84-2DD0-48B8-0A398FE650D8}"/>
              </a:ext>
            </a:extLst>
          </p:cNvPr>
          <p:cNvSpPr>
            <a:spLocks noGrp="1"/>
          </p:cNvSpPr>
          <p:nvPr>
            <p:ph sz="half" idx="19" hasCustomPrompt="1"/>
          </p:nvPr>
        </p:nvSpPr>
        <p:spPr>
          <a:xfrm>
            <a:off x="609601" y="2514597"/>
            <a:ext cx="3200399" cy="3657603"/>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9" name="Content Placeholder 2">
            <a:extLst>
              <a:ext uri="{FF2B5EF4-FFF2-40B4-BE49-F238E27FC236}">
                <a16:creationId xmlns:a16="http://schemas.microsoft.com/office/drawing/2014/main" id="{2E843A2C-3048-C462-DCF5-6EE52656FAEE}"/>
              </a:ext>
            </a:extLst>
          </p:cNvPr>
          <p:cNvSpPr>
            <a:spLocks noGrp="1"/>
          </p:cNvSpPr>
          <p:nvPr>
            <p:ph sz="half" idx="20" hasCustomPrompt="1"/>
          </p:nvPr>
        </p:nvSpPr>
        <p:spPr>
          <a:xfrm>
            <a:off x="4267199" y="2513708"/>
            <a:ext cx="3200402" cy="3658935"/>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0" name="Content Placeholder 2">
            <a:extLst>
              <a:ext uri="{FF2B5EF4-FFF2-40B4-BE49-F238E27FC236}">
                <a16:creationId xmlns:a16="http://schemas.microsoft.com/office/drawing/2014/main" id="{B7023F81-2024-DD4F-5D2B-8E44905721D0}"/>
              </a:ext>
            </a:extLst>
          </p:cNvPr>
          <p:cNvSpPr>
            <a:spLocks noGrp="1"/>
          </p:cNvSpPr>
          <p:nvPr>
            <p:ph sz="half" idx="21" hasCustomPrompt="1"/>
          </p:nvPr>
        </p:nvSpPr>
        <p:spPr>
          <a:xfrm>
            <a:off x="7924799" y="2514152"/>
            <a:ext cx="3200401" cy="3658935"/>
          </a:xfrm>
        </p:spPr>
        <p:txBody>
          <a:bodyPr tIns="91440" rIns="457200">
            <a:normAutofit/>
          </a:bodyPr>
          <a:lstStyle>
            <a:lvl1pPr marL="0" indent="0" algn="l">
              <a:lnSpc>
                <a:spcPct val="150000"/>
              </a:lnSpc>
              <a:buNone/>
              <a:defRPr lang="en-US" sz="1400" b="0" i="0" kern="1200">
                <a:solidFill>
                  <a:srgbClr val="6C7986"/>
                </a:solidFill>
                <a:latin typeface="+mn-lt"/>
                <a:ea typeface="Inter" panose="02000503000000020004" pitchFamily="2"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
        <p:nvSpPr>
          <p:cNvPr id="8" name="Text Placeholder 7">
            <a:extLst>
              <a:ext uri="{FF2B5EF4-FFF2-40B4-BE49-F238E27FC236}">
                <a16:creationId xmlns:a16="http://schemas.microsoft.com/office/drawing/2014/main" id="{93DD8232-105E-5FAB-6092-B93AF758E4CB}"/>
              </a:ext>
            </a:extLst>
          </p:cNvPr>
          <p:cNvSpPr>
            <a:spLocks noGrp="1"/>
          </p:cNvSpPr>
          <p:nvPr>
            <p:ph type="body" sz="quarter" idx="22" hasCustomPrompt="1"/>
          </p:nvPr>
        </p:nvSpPr>
        <p:spPr>
          <a:xfrm>
            <a:off x="609600" y="1830387"/>
            <a:ext cx="3200400" cy="684213"/>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9" name="Text Placeholder 7">
            <a:extLst>
              <a:ext uri="{FF2B5EF4-FFF2-40B4-BE49-F238E27FC236}">
                <a16:creationId xmlns:a16="http://schemas.microsoft.com/office/drawing/2014/main" id="{BE820FD1-2A54-4D7C-6213-00F553F3A9F7}"/>
              </a:ext>
            </a:extLst>
          </p:cNvPr>
          <p:cNvSpPr>
            <a:spLocks noGrp="1"/>
          </p:cNvSpPr>
          <p:nvPr>
            <p:ph type="body" sz="quarter" idx="23" hasCustomPrompt="1"/>
          </p:nvPr>
        </p:nvSpPr>
        <p:spPr>
          <a:xfrm>
            <a:off x="4267201" y="1828800"/>
            <a:ext cx="3200400" cy="684213"/>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0" name="Text Placeholder 7">
            <a:extLst>
              <a:ext uri="{FF2B5EF4-FFF2-40B4-BE49-F238E27FC236}">
                <a16:creationId xmlns:a16="http://schemas.microsoft.com/office/drawing/2014/main" id="{3666DB54-D9FC-761D-06AE-6401E5273D7B}"/>
              </a:ext>
            </a:extLst>
          </p:cNvPr>
          <p:cNvSpPr>
            <a:spLocks noGrp="1"/>
          </p:cNvSpPr>
          <p:nvPr>
            <p:ph type="body" sz="quarter" idx="24" hasCustomPrompt="1"/>
          </p:nvPr>
        </p:nvSpPr>
        <p:spPr>
          <a:xfrm>
            <a:off x="7924799" y="1828799"/>
            <a:ext cx="3200400" cy="684213"/>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Tree>
    <p:extLst>
      <p:ext uri="{BB962C8B-B14F-4D97-AF65-F5344CB8AC3E}">
        <p14:creationId xmlns:p14="http://schemas.microsoft.com/office/powerpoint/2010/main" val="736230120"/>
      </p:ext>
    </p:extLst>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3/33/33 Content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A9F330-27C0-C87A-D420-CB1EAC8587BD}"/>
              </a:ext>
            </a:extLst>
          </p:cNvPr>
          <p:cNvSpPr>
            <a:spLocks noGrp="1"/>
          </p:cNvSpPr>
          <p:nvPr>
            <p:ph type="pic" sz="quarter" idx="15" hasCustomPrompt="1"/>
          </p:nvPr>
        </p:nvSpPr>
        <p:spPr>
          <a:xfrm>
            <a:off x="609597" y="2057400"/>
            <a:ext cx="685800" cy="685800"/>
          </a:xfrm>
        </p:spPr>
        <p:txBody>
          <a:bodyPr anchor="t">
            <a:normAutofit/>
          </a:bodyPr>
          <a:lstStyle>
            <a:lvl1pPr marL="0" indent="0" algn="ctr">
              <a:buNone/>
              <a:defRPr sz="1800"/>
            </a:lvl1pPr>
          </a:lstStyle>
          <a:p>
            <a:r>
              <a:rPr lang="en-US"/>
              <a:t>Icon</a:t>
            </a:r>
          </a:p>
        </p:txBody>
      </p:sp>
      <p:sp>
        <p:nvSpPr>
          <p:cNvPr id="10" name="Picture Placeholder 8">
            <a:extLst>
              <a:ext uri="{FF2B5EF4-FFF2-40B4-BE49-F238E27FC236}">
                <a16:creationId xmlns:a16="http://schemas.microsoft.com/office/drawing/2014/main" id="{FD93F853-5103-C18D-B882-407EED5EBB35}"/>
              </a:ext>
            </a:extLst>
          </p:cNvPr>
          <p:cNvSpPr>
            <a:spLocks noGrp="1"/>
          </p:cNvSpPr>
          <p:nvPr>
            <p:ph type="pic" sz="quarter" idx="16" hasCustomPrompt="1"/>
          </p:nvPr>
        </p:nvSpPr>
        <p:spPr>
          <a:xfrm>
            <a:off x="4276627" y="2057400"/>
            <a:ext cx="685800" cy="6858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18D89E5A-D22E-B828-B6DB-AC21F14F58A9}"/>
              </a:ext>
            </a:extLst>
          </p:cNvPr>
          <p:cNvSpPr>
            <a:spLocks noGrp="1"/>
          </p:cNvSpPr>
          <p:nvPr>
            <p:ph type="pic" sz="quarter" idx="17" hasCustomPrompt="1"/>
          </p:nvPr>
        </p:nvSpPr>
        <p:spPr>
          <a:xfrm>
            <a:off x="7934227" y="2057400"/>
            <a:ext cx="685800" cy="685800"/>
          </a:xfrm>
        </p:spPr>
        <p:txBody>
          <a:bodyPr anchor="t">
            <a:normAutofit/>
          </a:bodyPr>
          <a:lstStyle>
            <a:lvl1pPr marL="0" indent="0" algn="ctr">
              <a:buNone/>
              <a:defRPr sz="1800"/>
            </a:lvl1pPr>
          </a:lstStyle>
          <a:p>
            <a:r>
              <a:rPr lang="en-US"/>
              <a:t>Icon</a:t>
            </a:r>
          </a:p>
        </p:txBody>
      </p:sp>
      <p:sp>
        <p:nvSpPr>
          <p:cNvPr id="18" name="Content Placeholder 2">
            <a:extLst>
              <a:ext uri="{FF2B5EF4-FFF2-40B4-BE49-F238E27FC236}">
                <a16:creationId xmlns:a16="http://schemas.microsoft.com/office/drawing/2014/main" id="{C275FA81-DA84-2DD0-48B8-0A398FE650D8}"/>
              </a:ext>
            </a:extLst>
          </p:cNvPr>
          <p:cNvSpPr>
            <a:spLocks noGrp="1"/>
          </p:cNvSpPr>
          <p:nvPr>
            <p:ph sz="half" idx="19" hasCustomPrompt="1"/>
          </p:nvPr>
        </p:nvSpPr>
        <p:spPr>
          <a:xfrm>
            <a:off x="609597" y="3429000"/>
            <a:ext cx="3200404" cy="2743738"/>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9" name="Content Placeholder 2">
            <a:extLst>
              <a:ext uri="{FF2B5EF4-FFF2-40B4-BE49-F238E27FC236}">
                <a16:creationId xmlns:a16="http://schemas.microsoft.com/office/drawing/2014/main" id="{2E843A2C-3048-C462-DCF5-6EE52656FAEE}"/>
              </a:ext>
            </a:extLst>
          </p:cNvPr>
          <p:cNvSpPr>
            <a:spLocks noGrp="1"/>
          </p:cNvSpPr>
          <p:nvPr>
            <p:ph sz="half" idx="20" hasCustomPrompt="1"/>
          </p:nvPr>
        </p:nvSpPr>
        <p:spPr>
          <a:xfrm>
            <a:off x="4267200" y="3428462"/>
            <a:ext cx="3200400" cy="2743738"/>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0" name="Content Placeholder 2">
            <a:extLst>
              <a:ext uri="{FF2B5EF4-FFF2-40B4-BE49-F238E27FC236}">
                <a16:creationId xmlns:a16="http://schemas.microsoft.com/office/drawing/2014/main" id="{B7023F81-2024-DD4F-5D2B-8E44905721D0}"/>
              </a:ext>
            </a:extLst>
          </p:cNvPr>
          <p:cNvSpPr>
            <a:spLocks noGrp="1"/>
          </p:cNvSpPr>
          <p:nvPr>
            <p:ph sz="half" idx="21" hasCustomPrompt="1"/>
          </p:nvPr>
        </p:nvSpPr>
        <p:spPr>
          <a:xfrm>
            <a:off x="7924800" y="3429001"/>
            <a:ext cx="3200400" cy="2742688"/>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7"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
        <p:nvSpPr>
          <p:cNvPr id="7" name="Text Placeholder 7">
            <a:extLst>
              <a:ext uri="{FF2B5EF4-FFF2-40B4-BE49-F238E27FC236}">
                <a16:creationId xmlns:a16="http://schemas.microsoft.com/office/drawing/2014/main" id="{FE05806E-0451-A9DF-3786-ADA221969D40}"/>
              </a:ext>
            </a:extLst>
          </p:cNvPr>
          <p:cNvSpPr>
            <a:spLocks noGrp="1"/>
          </p:cNvSpPr>
          <p:nvPr>
            <p:ph type="body" sz="quarter" idx="22" hasCustomPrompt="1"/>
          </p:nvPr>
        </p:nvSpPr>
        <p:spPr>
          <a:xfrm>
            <a:off x="609597" y="2744249"/>
            <a:ext cx="32004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8" name="Text Placeholder 7">
            <a:extLst>
              <a:ext uri="{FF2B5EF4-FFF2-40B4-BE49-F238E27FC236}">
                <a16:creationId xmlns:a16="http://schemas.microsoft.com/office/drawing/2014/main" id="{0282AC46-72E0-09A1-265D-16D21A8B5CFB}"/>
              </a:ext>
            </a:extLst>
          </p:cNvPr>
          <p:cNvSpPr>
            <a:spLocks noGrp="1"/>
          </p:cNvSpPr>
          <p:nvPr>
            <p:ph type="body" sz="quarter" idx="23" hasCustomPrompt="1"/>
          </p:nvPr>
        </p:nvSpPr>
        <p:spPr>
          <a:xfrm>
            <a:off x="4276628" y="2742662"/>
            <a:ext cx="3190972"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2" name="Text Placeholder 7">
            <a:extLst>
              <a:ext uri="{FF2B5EF4-FFF2-40B4-BE49-F238E27FC236}">
                <a16:creationId xmlns:a16="http://schemas.microsoft.com/office/drawing/2014/main" id="{4F7B65D6-0B92-B76E-2D24-001A3D5F0AE7}"/>
              </a:ext>
            </a:extLst>
          </p:cNvPr>
          <p:cNvSpPr>
            <a:spLocks noGrp="1"/>
          </p:cNvSpPr>
          <p:nvPr>
            <p:ph type="body" sz="quarter" idx="24" hasCustomPrompt="1"/>
          </p:nvPr>
        </p:nvSpPr>
        <p:spPr>
          <a:xfrm>
            <a:off x="7934226" y="2742661"/>
            <a:ext cx="32004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3" name="Text Placeholder 7">
            <a:extLst>
              <a:ext uri="{FF2B5EF4-FFF2-40B4-BE49-F238E27FC236}">
                <a16:creationId xmlns:a16="http://schemas.microsoft.com/office/drawing/2014/main" id="{EFBBEEBD-3510-8F8D-C3FE-F4936205FA27}"/>
              </a:ext>
            </a:extLst>
          </p:cNvPr>
          <p:cNvSpPr>
            <a:spLocks noGrp="1"/>
          </p:cNvSpPr>
          <p:nvPr>
            <p:ph type="body" sz="quarter" idx="25" hasCustomPrompt="1"/>
          </p:nvPr>
        </p:nvSpPr>
        <p:spPr>
          <a:xfrm>
            <a:off x="609597" y="1"/>
            <a:ext cx="4572002" cy="685800"/>
          </a:xfrm>
        </p:spPr>
        <p:txBody>
          <a:bodyPr bIns="0" anchor="ctr">
            <a:noAutofit/>
          </a:bodyPr>
          <a:lstStyle>
            <a:lvl1pPr marL="0" indent="0">
              <a:buNone/>
              <a:defRPr sz="1800" b="1">
                <a:solidFill>
                  <a:schemeClr val="accent1"/>
                </a:solidFill>
                <a:latin typeface="+mj-lt"/>
              </a:defRPr>
            </a:lvl1pPr>
          </a:lstStyle>
          <a:p>
            <a:pPr lvl="0"/>
            <a:r>
              <a:rPr lang="en-US"/>
              <a:t>Topic</a:t>
            </a:r>
          </a:p>
        </p:txBody>
      </p:sp>
    </p:spTree>
    <p:extLst>
      <p:ext uri="{BB962C8B-B14F-4D97-AF65-F5344CB8AC3E}">
        <p14:creationId xmlns:p14="http://schemas.microsoft.com/office/powerpoint/2010/main" val="501392926"/>
      </p:ext>
    </p:extLst>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3/33/33 Conten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685800"/>
            <a:ext cx="7453009" cy="27432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914400"/>
            <a:ext cx="3657600" cy="914400"/>
          </a:xfrm>
          <a:prstGeom prst="rect">
            <a:avLst/>
          </a:prstGeom>
        </p:spPr>
        <p:txBody>
          <a:bodyPr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1"/>
            <a:ext cx="3657600" cy="1371599"/>
          </a:xfrm>
        </p:spPr>
        <p:txBody>
          <a:bodyPr tIns="91440" rIns="0"/>
          <a:lstStyle>
            <a:lvl1pPr marL="0" inden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0" name="Picture Placeholder 8">
            <a:extLst>
              <a:ext uri="{FF2B5EF4-FFF2-40B4-BE49-F238E27FC236}">
                <a16:creationId xmlns:a16="http://schemas.microsoft.com/office/drawing/2014/main" id="{296E38C9-B8F2-3F12-4113-25D69EC1F33F}"/>
              </a:ext>
            </a:extLst>
          </p:cNvPr>
          <p:cNvSpPr>
            <a:spLocks noGrp="1"/>
          </p:cNvSpPr>
          <p:nvPr>
            <p:ph type="pic" sz="quarter" idx="15" hasCustomPrompt="1"/>
          </p:nvPr>
        </p:nvSpPr>
        <p:spPr>
          <a:xfrm>
            <a:off x="619027" y="3889970"/>
            <a:ext cx="685800" cy="685800"/>
          </a:xfrm>
        </p:spPr>
        <p:txBody>
          <a:bodyPr anchor="t">
            <a:noAutofit/>
          </a:bodyPr>
          <a:lstStyle>
            <a:lvl1pPr marL="0" indent="0" algn="ctr">
              <a:buNone/>
              <a:defRPr sz="1100"/>
            </a:lvl1pPr>
          </a:lstStyle>
          <a:p>
            <a:r>
              <a:rPr lang="en-US"/>
              <a:t>Icon</a:t>
            </a:r>
          </a:p>
        </p:txBody>
      </p:sp>
      <p:sp>
        <p:nvSpPr>
          <p:cNvPr id="11" name="Content Placeholder 2">
            <a:extLst>
              <a:ext uri="{FF2B5EF4-FFF2-40B4-BE49-F238E27FC236}">
                <a16:creationId xmlns:a16="http://schemas.microsoft.com/office/drawing/2014/main" id="{0DC3A462-0743-499C-6950-86D6BEEDB054}"/>
              </a:ext>
            </a:extLst>
          </p:cNvPr>
          <p:cNvSpPr>
            <a:spLocks noGrp="1"/>
          </p:cNvSpPr>
          <p:nvPr>
            <p:ph sz="half" idx="20" hasCustomPrompt="1"/>
          </p:nvPr>
        </p:nvSpPr>
        <p:spPr>
          <a:xfrm>
            <a:off x="1514606" y="4572001"/>
            <a:ext cx="2295394" cy="1600200"/>
          </a:xfrm>
        </p:spPr>
        <p:txBody>
          <a:bodyPr tIns="91440" rIns="0">
            <a:normAutofit/>
          </a:bodyPr>
          <a:lstStyle>
            <a:lvl1pPr marL="0" indent="0" algn="l">
              <a:lnSpc>
                <a:spcPct val="150000"/>
              </a:lnSpc>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34" name="Picture Placeholder 8">
            <a:extLst>
              <a:ext uri="{FF2B5EF4-FFF2-40B4-BE49-F238E27FC236}">
                <a16:creationId xmlns:a16="http://schemas.microsoft.com/office/drawing/2014/main" id="{727E7D8D-4ECA-764D-B171-44B14C81D0E2}"/>
              </a:ext>
            </a:extLst>
          </p:cNvPr>
          <p:cNvSpPr>
            <a:spLocks noGrp="1"/>
          </p:cNvSpPr>
          <p:nvPr>
            <p:ph type="pic" sz="quarter" idx="22" hasCustomPrompt="1"/>
          </p:nvPr>
        </p:nvSpPr>
        <p:spPr>
          <a:xfrm>
            <a:off x="4276627" y="3889970"/>
            <a:ext cx="685800" cy="685800"/>
          </a:xfrm>
        </p:spPr>
        <p:txBody>
          <a:bodyPr anchor="t">
            <a:noAutofit/>
          </a:bodyPr>
          <a:lstStyle>
            <a:lvl1pPr marL="0" indent="0" algn="ctr">
              <a:buNone/>
              <a:defRPr sz="1100"/>
            </a:lvl1pPr>
          </a:lstStyle>
          <a:p>
            <a:r>
              <a:rPr lang="en-US"/>
              <a:t>Icon</a:t>
            </a:r>
          </a:p>
        </p:txBody>
      </p:sp>
      <p:sp>
        <p:nvSpPr>
          <p:cNvPr id="35" name="Content Placeholder 2">
            <a:extLst>
              <a:ext uri="{FF2B5EF4-FFF2-40B4-BE49-F238E27FC236}">
                <a16:creationId xmlns:a16="http://schemas.microsoft.com/office/drawing/2014/main" id="{AA89083E-5099-C47B-C280-D0BCD02FC55D}"/>
              </a:ext>
            </a:extLst>
          </p:cNvPr>
          <p:cNvSpPr>
            <a:spLocks noGrp="1"/>
          </p:cNvSpPr>
          <p:nvPr>
            <p:ph sz="half" idx="23" hasCustomPrompt="1"/>
          </p:nvPr>
        </p:nvSpPr>
        <p:spPr>
          <a:xfrm>
            <a:off x="5178632" y="4572000"/>
            <a:ext cx="2295394" cy="1600200"/>
          </a:xfrm>
        </p:spPr>
        <p:txBody>
          <a:bodyPr tIns="91440" rIns="0">
            <a:normAutofit/>
          </a:bodyPr>
          <a:lstStyle>
            <a:lvl1pPr marL="0" indent="0" algn="l">
              <a:lnSpc>
                <a:spcPct val="150000"/>
              </a:lnSpc>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37" name="Picture Placeholder 8">
            <a:extLst>
              <a:ext uri="{FF2B5EF4-FFF2-40B4-BE49-F238E27FC236}">
                <a16:creationId xmlns:a16="http://schemas.microsoft.com/office/drawing/2014/main" id="{52ED372A-AC62-0880-78F9-BFB81B95B0EF}"/>
              </a:ext>
            </a:extLst>
          </p:cNvPr>
          <p:cNvSpPr>
            <a:spLocks noGrp="1"/>
          </p:cNvSpPr>
          <p:nvPr>
            <p:ph type="pic" sz="quarter" idx="25" hasCustomPrompt="1"/>
          </p:nvPr>
        </p:nvSpPr>
        <p:spPr>
          <a:xfrm>
            <a:off x="7934523" y="3889970"/>
            <a:ext cx="685800" cy="685800"/>
          </a:xfrm>
        </p:spPr>
        <p:txBody>
          <a:bodyPr anchor="t">
            <a:noAutofit/>
          </a:bodyPr>
          <a:lstStyle>
            <a:lvl1pPr marL="0" indent="0" algn="ctr">
              <a:buNone/>
              <a:defRPr sz="1100"/>
            </a:lvl1pPr>
          </a:lstStyle>
          <a:p>
            <a:r>
              <a:rPr lang="en-US"/>
              <a:t>Icon</a:t>
            </a:r>
          </a:p>
        </p:txBody>
      </p:sp>
      <p:sp>
        <p:nvSpPr>
          <p:cNvPr id="38" name="Content Placeholder 2">
            <a:extLst>
              <a:ext uri="{FF2B5EF4-FFF2-40B4-BE49-F238E27FC236}">
                <a16:creationId xmlns:a16="http://schemas.microsoft.com/office/drawing/2014/main" id="{FC735E8F-8EDC-5FD8-B94C-5C9CFC0654ED}"/>
              </a:ext>
            </a:extLst>
          </p:cNvPr>
          <p:cNvSpPr>
            <a:spLocks noGrp="1"/>
          </p:cNvSpPr>
          <p:nvPr>
            <p:ph sz="half" idx="26" hasCustomPrompt="1"/>
          </p:nvPr>
        </p:nvSpPr>
        <p:spPr>
          <a:xfrm>
            <a:off x="8851312" y="4572000"/>
            <a:ext cx="2273888" cy="1600200"/>
          </a:xfrm>
        </p:spPr>
        <p:txBody>
          <a:bodyPr tIns="91440" rIns="0">
            <a:normAutofit/>
          </a:bodyPr>
          <a:lstStyle>
            <a:lvl1pPr marL="0" indent="0" algn="l">
              <a:lnSpc>
                <a:spcPct val="150000"/>
              </a:lnSpc>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ext Placeholder 16">
            <a:extLst>
              <a:ext uri="{FF2B5EF4-FFF2-40B4-BE49-F238E27FC236}">
                <a16:creationId xmlns:a16="http://schemas.microsoft.com/office/drawing/2014/main" id="{A6045B56-7370-6E29-9C4C-C8F532D6162C}"/>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ext Placeholder 7">
            <a:extLst>
              <a:ext uri="{FF2B5EF4-FFF2-40B4-BE49-F238E27FC236}">
                <a16:creationId xmlns:a16="http://schemas.microsoft.com/office/drawing/2014/main" id="{4B1D6DE4-95DD-7048-65FD-34904CFE00B1}"/>
              </a:ext>
            </a:extLst>
          </p:cNvPr>
          <p:cNvSpPr>
            <a:spLocks noGrp="1"/>
          </p:cNvSpPr>
          <p:nvPr>
            <p:ph type="body" sz="quarter" idx="27" hasCustomPrompt="1"/>
          </p:nvPr>
        </p:nvSpPr>
        <p:spPr>
          <a:xfrm>
            <a:off x="1514606" y="3886200"/>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3" name="Text Placeholder 7">
            <a:extLst>
              <a:ext uri="{FF2B5EF4-FFF2-40B4-BE49-F238E27FC236}">
                <a16:creationId xmlns:a16="http://schemas.microsoft.com/office/drawing/2014/main" id="{B295C7C5-3B28-4F61-59C0-5D0A3FFA1F85}"/>
              </a:ext>
            </a:extLst>
          </p:cNvPr>
          <p:cNvSpPr>
            <a:spLocks noGrp="1"/>
          </p:cNvSpPr>
          <p:nvPr>
            <p:ph type="body" sz="quarter" idx="28" hasCustomPrompt="1"/>
          </p:nvPr>
        </p:nvSpPr>
        <p:spPr>
          <a:xfrm>
            <a:off x="5178632" y="3887787"/>
            <a:ext cx="2292426"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4" name="Text Placeholder 7">
            <a:extLst>
              <a:ext uri="{FF2B5EF4-FFF2-40B4-BE49-F238E27FC236}">
                <a16:creationId xmlns:a16="http://schemas.microsoft.com/office/drawing/2014/main" id="{79D53000-2DFA-044F-B957-8EAF74BF7A14}"/>
              </a:ext>
            </a:extLst>
          </p:cNvPr>
          <p:cNvSpPr>
            <a:spLocks noGrp="1"/>
          </p:cNvSpPr>
          <p:nvPr>
            <p:ph type="body" sz="quarter" idx="29" hasCustomPrompt="1"/>
          </p:nvPr>
        </p:nvSpPr>
        <p:spPr>
          <a:xfrm>
            <a:off x="8851312" y="3887787"/>
            <a:ext cx="2283032"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Tree>
    <p:extLst>
      <p:ext uri="{BB962C8B-B14F-4D97-AF65-F5344CB8AC3E}">
        <p14:creationId xmlns:p14="http://schemas.microsoft.com/office/powerpoint/2010/main" val="2474408319"/>
      </p:ext>
    </p:extLst>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3/33/33 Content 5">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
        <p:nvSpPr>
          <p:cNvPr id="2" name="Oval 1">
            <a:extLst>
              <a:ext uri="{FF2B5EF4-FFF2-40B4-BE49-F238E27FC236}">
                <a16:creationId xmlns:a16="http://schemas.microsoft.com/office/drawing/2014/main" id="{097512DF-AAE1-F5CC-F7E1-028E0A92B935}"/>
              </a:ext>
            </a:extLst>
          </p:cNvPr>
          <p:cNvSpPr>
            <a:spLocks noChangeAspect="1"/>
          </p:cNvSpPr>
          <p:nvPr userDrawn="1"/>
        </p:nvSpPr>
        <p:spPr>
          <a:xfrm>
            <a:off x="12954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573EC826-2664-2D7D-18DF-313DD1B22A82}"/>
              </a:ext>
            </a:extLst>
          </p:cNvPr>
          <p:cNvSpPr>
            <a:spLocks noGrp="1" noChangeAspect="1"/>
          </p:cNvSpPr>
          <p:nvPr>
            <p:ph type="pic" sz="quarter" idx="30" hasCustomPrompt="1"/>
          </p:nvPr>
        </p:nvSpPr>
        <p:spPr>
          <a:xfrm>
            <a:off x="1522883" y="2970683"/>
            <a:ext cx="916634" cy="916634"/>
          </a:xfrm>
        </p:spPr>
        <p:txBody>
          <a:bodyPr anchor="t">
            <a:normAutofit/>
          </a:bodyPr>
          <a:lstStyle>
            <a:lvl1pPr marL="0" indent="0" algn="ctr">
              <a:buNone/>
              <a:defRPr sz="1800"/>
            </a:lvl1pPr>
          </a:lstStyle>
          <a:p>
            <a:r>
              <a:rPr lang="en-US"/>
              <a:t>Icon</a:t>
            </a:r>
          </a:p>
        </p:txBody>
      </p:sp>
      <p:sp>
        <p:nvSpPr>
          <p:cNvPr id="5" name="Text Placeholder 13">
            <a:extLst>
              <a:ext uri="{FF2B5EF4-FFF2-40B4-BE49-F238E27FC236}">
                <a16:creationId xmlns:a16="http://schemas.microsoft.com/office/drawing/2014/main" id="{124E82B6-310E-7808-42D5-0E843B158652}"/>
              </a:ext>
            </a:extLst>
          </p:cNvPr>
          <p:cNvSpPr>
            <a:spLocks noGrp="1" noChangeAspect="1"/>
          </p:cNvSpPr>
          <p:nvPr>
            <p:ph type="body" sz="quarter" idx="31" hasCustomPrompt="1"/>
          </p:nvPr>
        </p:nvSpPr>
        <p:spPr>
          <a:xfrm>
            <a:off x="614457" y="4340728"/>
            <a:ext cx="2738344"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18" name="Text Placeholder 13">
            <a:extLst>
              <a:ext uri="{FF2B5EF4-FFF2-40B4-BE49-F238E27FC236}">
                <a16:creationId xmlns:a16="http://schemas.microsoft.com/office/drawing/2014/main" id="{44549829-AA36-8A12-792A-2BC6434CFA93}"/>
              </a:ext>
            </a:extLst>
          </p:cNvPr>
          <p:cNvSpPr>
            <a:spLocks noGrp="1" noChangeAspect="1"/>
          </p:cNvSpPr>
          <p:nvPr>
            <p:ph type="body" sz="quarter" idx="33" hasCustomPrompt="1"/>
          </p:nvPr>
        </p:nvSpPr>
        <p:spPr>
          <a:xfrm>
            <a:off x="4724400" y="4340728"/>
            <a:ext cx="2743200"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1" name="Text Placeholder 13">
            <a:extLst>
              <a:ext uri="{FF2B5EF4-FFF2-40B4-BE49-F238E27FC236}">
                <a16:creationId xmlns:a16="http://schemas.microsoft.com/office/drawing/2014/main" id="{5DB7E7BD-7743-0FBE-9B09-DEE08A3997F8}"/>
              </a:ext>
            </a:extLst>
          </p:cNvPr>
          <p:cNvSpPr>
            <a:spLocks noGrp="1" noChangeAspect="1"/>
          </p:cNvSpPr>
          <p:nvPr>
            <p:ph type="body" sz="quarter" idx="35" hasCustomPrompt="1"/>
          </p:nvPr>
        </p:nvSpPr>
        <p:spPr>
          <a:xfrm>
            <a:off x="8839200" y="4343400"/>
            <a:ext cx="2746843"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7" name="Oval 6">
            <a:extLst>
              <a:ext uri="{FF2B5EF4-FFF2-40B4-BE49-F238E27FC236}">
                <a16:creationId xmlns:a16="http://schemas.microsoft.com/office/drawing/2014/main" id="{8F949D21-BD27-94ED-61E2-E91B41B0D3EA}"/>
              </a:ext>
            </a:extLst>
          </p:cNvPr>
          <p:cNvSpPr>
            <a:spLocks noChangeAspect="1"/>
          </p:cNvSpPr>
          <p:nvPr userDrawn="1"/>
        </p:nvSpPr>
        <p:spPr>
          <a:xfrm>
            <a:off x="54102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8" name="Picture Placeholder 8">
            <a:extLst>
              <a:ext uri="{FF2B5EF4-FFF2-40B4-BE49-F238E27FC236}">
                <a16:creationId xmlns:a16="http://schemas.microsoft.com/office/drawing/2014/main" id="{6D76E2CB-FF39-77E2-5024-C2F75F049082}"/>
              </a:ext>
            </a:extLst>
          </p:cNvPr>
          <p:cNvSpPr>
            <a:spLocks noGrp="1" noChangeAspect="1"/>
          </p:cNvSpPr>
          <p:nvPr>
            <p:ph type="pic" sz="quarter" idx="36" hasCustomPrompt="1"/>
          </p:nvPr>
        </p:nvSpPr>
        <p:spPr>
          <a:xfrm>
            <a:off x="5637683" y="2970683"/>
            <a:ext cx="916634" cy="916634"/>
          </a:xfrm>
        </p:spPr>
        <p:txBody>
          <a:bodyPr anchor="t">
            <a:normAutofit/>
          </a:bodyPr>
          <a:lstStyle>
            <a:lvl1pPr marL="0" indent="0" algn="ctr">
              <a:buNone/>
              <a:defRPr sz="1800"/>
            </a:lvl1pPr>
          </a:lstStyle>
          <a:p>
            <a:r>
              <a:rPr lang="en-US"/>
              <a:t>Icon</a:t>
            </a:r>
          </a:p>
        </p:txBody>
      </p:sp>
      <p:sp>
        <p:nvSpPr>
          <p:cNvPr id="9" name="Oval 8">
            <a:extLst>
              <a:ext uri="{FF2B5EF4-FFF2-40B4-BE49-F238E27FC236}">
                <a16:creationId xmlns:a16="http://schemas.microsoft.com/office/drawing/2014/main" id="{900E3810-50D8-7E6B-80A8-79E523993E73}"/>
              </a:ext>
            </a:extLst>
          </p:cNvPr>
          <p:cNvSpPr>
            <a:spLocks noChangeAspect="1"/>
          </p:cNvSpPr>
          <p:nvPr userDrawn="1"/>
        </p:nvSpPr>
        <p:spPr>
          <a:xfrm>
            <a:off x="95250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0" name="Picture Placeholder 8">
            <a:extLst>
              <a:ext uri="{FF2B5EF4-FFF2-40B4-BE49-F238E27FC236}">
                <a16:creationId xmlns:a16="http://schemas.microsoft.com/office/drawing/2014/main" id="{0BA99AA2-289B-0DB2-3029-451F4B3D1CE6}"/>
              </a:ext>
            </a:extLst>
          </p:cNvPr>
          <p:cNvSpPr>
            <a:spLocks noGrp="1" noChangeAspect="1"/>
          </p:cNvSpPr>
          <p:nvPr>
            <p:ph type="pic" sz="quarter" idx="37" hasCustomPrompt="1"/>
          </p:nvPr>
        </p:nvSpPr>
        <p:spPr>
          <a:xfrm>
            <a:off x="9752483" y="2970683"/>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2239373320"/>
      </p:ext>
    </p:extLst>
  </p:cSld>
  <p:clrMapOvr>
    <a:masterClrMapping/>
  </p:clrMapOvr>
  <p:transition/>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3/33/33 Content 6">
    <p:bg>
      <p:bgPr>
        <a:solidFill>
          <a:schemeClr val="bg1"/>
        </a:solidFill>
        <a:effectLst/>
      </p:bgPr>
    </p:bg>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pic>
        <p:nvPicPr>
          <p:cNvPr id="13" name="Picture 12">
            <a:extLst>
              <a:ext uri="{FF2B5EF4-FFF2-40B4-BE49-F238E27FC236}">
                <a16:creationId xmlns:a16="http://schemas.microsoft.com/office/drawing/2014/main" id="{A94BB592-D155-D4E1-623C-EAFD9E5611D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0452" y="6415378"/>
            <a:ext cx="1568514" cy="442622"/>
          </a:xfrm>
          <a:prstGeom prst="rect">
            <a:avLst/>
          </a:prstGeom>
        </p:spPr>
      </p:pic>
      <p:sp>
        <p:nvSpPr>
          <p:cNvPr id="14" name="Content Placeholder 4">
            <a:extLst>
              <a:ext uri="{FF2B5EF4-FFF2-40B4-BE49-F238E27FC236}">
                <a16:creationId xmlns:a16="http://schemas.microsoft.com/office/drawing/2014/main" id="{3D3FAADF-2C73-1F6C-C87D-FAA1862FC8AB}"/>
              </a:ext>
            </a:extLst>
          </p:cNvPr>
          <p:cNvSpPr txBox="1"/>
          <p:nvPr userDrawn="1"/>
        </p:nvSpPr>
        <p:spPr>
          <a:xfrm>
            <a:off x="2666999" y="2873017"/>
            <a:ext cx="2738343" cy="1122317"/>
          </a:xfrm>
          <a:custGeom>
            <a:avLst/>
            <a:gdLst>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lnTo>
                  <a:pt x="3418710" y="2829155"/>
                </a:lnTo>
                <a:lnTo>
                  <a:pt x="0" y="2829155"/>
                </a:lnTo>
                <a:lnTo>
                  <a:pt x="0" y="0"/>
                </a:lnTo>
                <a:close/>
              </a:path>
            </a:pathLst>
          </a:cu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5200" b="1">
                <a:solidFill>
                  <a:schemeClr val="accent1"/>
                </a:solidFill>
                <a:latin typeface="Inter" panose="02000503000000020004" pitchFamily="2" charset="0"/>
                <a:ea typeface="Inter" panose="02000503000000020004" pitchFamily="2" charset="0"/>
              </a:rPr>
              <a:t>+</a:t>
            </a:r>
          </a:p>
        </p:txBody>
      </p:sp>
      <p:sp>
        <p:nvSpPr>
          <p:cNvPr id="15" name="Content Placeholder 4">
            <a:extLst>
              <a:ext uri="{FF2B5EF4-FFF2-40B4-BE49-F238E27FC236}">
                <a16:creationId xmlns:a16="http://schemas.microsoft.com/office/drawing/2014/main" id="{C327122B-522A-E4D5-30B0-5FD6E42C5DFE}"/>
              </a:ext>
            </a:extLst>
          </p:cNvPr>
          <p:cNvSpPr txBox="1"/>
          <p:nvPr userDrawn="1"/>
        </p:nvSpPr>
        <p:spPr>
          <a:xfrm>
            <a:off x="6781800" y="2873017"/>
            <a:ext cx="2743199" cy="1122317"/>
          </a:xfrm>
          <a:custGeom>
            <a:avLst/>
            <a:gdLst>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lnTo>
                  <a:pt x="3418710" y="2829155"/>
                </a:lnTo>
                <a:lnTo>
                  <a:pt x="0" y="2829155"/>
                </a:lnTo>
                <a:lnTo>
                  <a:pt x="0" y="0"/>
                </a:lnTo>
                <a:close/>
              </a:path>
            </a:pathLst>
          </a:cu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5200" b="1">
                <a:solidFill>
                  <a:schemeClr val="accent1"/>
                </a:solidFill>
                <a:latin typeface="Inter" panose="02000503000000020004" pitchFamily="2" charset="0"/>
                <a:ea typeface="Inter" panose="02000503000000020004" pitchFamily="2" charset="0"/>
              </a:rPr>
              <a:t>+</a:t>
            </a:r>
          </a:p>
        </p:txBody>
      </p:sp>
      <p:sp>
        <p:nvSpPr>
          <p:cNvPr id="2" name="Oval 1">
            <a:extLst>
              <a:ext uri="{FF2B5EF4-FFF2-40B4-BE49-F238E27FC236}">
                <a16:creationId xmlns:a16="http://schemas.microsoft.com/office/drawing/2014/main" id="{5673FC77-9B28-BE08-175E-FDC363E54AA5}"/>
              </a:ext>
            </a:extLst>
          </p:cNvPr>
          <p:cNvSpPr>
            <a:spLocks noChangeAspect="1"/>
          </p:cNvSpPr>
          <p:nvPr userDrawn="1"/>
        </p:nvSpPr>
        <p:spPr>
          <a:xfrm>
            <a:off x="12954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84D7F69C-EF05-AB1A-E093-06FF64A287FC}"/>
              </a:ext>
            </a:extLst>
          </p:cNvPr>
          <p:cNvSpPr>
            <a:spLocks noGrp="1" noChangeAspect="1"/>
          </p:cNvSpPr>
          <p:nvPr>
            <p:ph type="pic" sz="quarter" idx="30" hasCustomPrompt="1"/>
          </p:nvPr>
        </p:nvSpPr>
        <p:spPr>
          <a:xfrm>
            <a:off x="1522883" y="2970683"/>
            <a:ext cx="916634" cy="916634"/>
          </a:xfrm>
        </p:spPr>
        <p:txBody>
          <a:bodyPr anchor="t">
            <a:normAutofit/>
          </a:bodyPr>
          <a:lstStyle>
            <a:lvl1pPr marL="0" indent="0" algn="ctr">
              <a:buNone/>
              <a:defRPr sz="1800"/>
            </a:lvl1pPr>
          </a:lstStyle>
          <a:p>
            <a:r>
              <a:rPr lang="en-US"/>
              <a:t>Icon</a:t>
            </a:r>
          </a:p>
        </p:txBody>
      </p:sp>
      <p:sp>
        <p:nvSpPr>
          <p:cNvPr id="5" name="Text Placeholder 13">
            <a:extLst>
              <a:ext uri="{FF2B5EF4-FFF2-40B4-BE49-F238E27FC236}">
                <a16:creationId xmlns:a16="http://schemas.microsoft.com/office/drawing/2014/main" id="{F4ED6161-AEF6-D375-9F46-30CBC405A3BF}"/>
              </a:ext>
            </a:extLst>
          </p:cNvPr>
          <p:cNvSpPr>
            <a:spLocks noGrp="1" noChangeAspect="1"/>
          </p:cNvSpPr>
          <p:nvPr>
            <p:ph type="body" sz="quarter" idx="31" hasCustomPrompt="1"/>
          </p:nvPr>
        </p:nvSpPr>
        <p:spPr>
          <a:xfrm>
            <a:off x="614457" y="4340728"/>
            <a:ext cx="2738344"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7" name="Text Placeholder 13">
            <a:extLst>
              <a:ext uri="{FF2B5EF4-FFF2-40B4-BE49-F238E27FC236}">
                <a16:creationId xmlns:a16="http://schemas.microsoft.com/office/drawing/2014/main" id="{9BF7B07B-BA4B-C7E0-E5CC-7688223E54F5}"/>
              </a:ext>
            </a:extLst>
          </p:cNvPr>
          <p:cNvSpPr>
            <a:spLocks noGrp="1" noChangeAspect="1"/>
          </p:cNvSpPr>
          <p:nvPr>
            <p:ph type="body" sz="quarter" idx="33" hasCustomPrompt="1"/>
          </p:nvPr>
        </p:nvSpPr>
        <p:spPr>
          <a:xfrm>
            <a:off x="4724400" y="4340728"/>
            <a:ext cx="2743200"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8" name="Text Placeholder 13">
            <a:extLst>
              <a:ext uri="{FF2B5EF4-FFF2-40B4-BE49-F238E27FC236}">
                <a16:creationId xmlns:a16="http://schemas.microsoft.com/office/drawing/2014/main" id="{5EF3687E-6643-C259-CC5D-A0BAF220C1A9}"/>
              </a:ext>
            </a:extLst>
          </p:cNvPr>
          <p:cNvSpPr>
            <a:spLocks noGrp="1" noChangeAspect="1"/>
          </p:cNvSpPr>
          <p:nvPr>
            <p:ph type="body" sz="quarter" idx="35" hasCustomPrompt="1"/>
          </p:nvPr>
        </p:nvSpPr>
        <p:spPr>
          <a:xfrm>
            <a:off x="8839200" y="4343400"/>
            <a:ext cx="2746843"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9" name="Oval 8">
            <a:extLst>
              <a:ext uri="{FF2B5EF4-FFF2-40B4-BE49-F238E27FC236}">
                <a16:creationId xmlns:a16="http://schemas.microsoft.com/office/drawing/2014/main" id="{4A0A56ED-C0ED-DE13-07A5-3F31BA19029F}"/>
              </a:ext>
            </a:extLst>
          </p:cNvPr>
          <p:cNvSpPr>
            <a:spLocks noChangeAspect="1"/>
          </p:cNvSpPr>
          <p:nvPr userDrawn="1"/>
        </p:nvSpPr>
        <p:spPr>
          <a:xfrm>
            <a:off x="54102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0" name="Picture Placeholder 8">
            <a:extLst>
              <a:ext uri="{FF2B5EF4-FFF2-40B4-BE49-F238E27FC236}">
                <a16:creationId xmlns:a16="http://schemas.microsoft.com/office/drawing/2014/main" id="{D4E61EDD-DD72-D5B8-6FE5-93830ED796AD}"/>
              </a:ext>
            </a:extLst>
          </p:cNvPr>
          <p:cNvSpPr>
            <a:spLocks noGrp="1" noChangeAspect="1"/>
          </p:cNvSpPr>
          <p:nvPr>
            <p:ph type="pic" sz="quarter" idx="36" hasCustomPrompt="1"/>
          </p:nvPr>
        </p:nvSpPr>
        <p:spPr>
          <a:xfrm>
            <a:off x="5637683" y="2970683"/>
            <a:ext cx="916634" cy="916634"/>
          </a:xfrm>
        </p:spPr>
        <p:txBody>
          <a:bodyPr anchor="t">
            <a:normAutofit/>
          </a:bodyPr>
          <a:lstStyle>
            <a:lvl1pPr marL="0" indent="0" algn="ctr">
              <a:buNone/>
              <a:defRPr sz="1800"/>
            </a:lvl1pPr>
          </a:lstStyle>
          <a:p>
            <a:r>
              <a:rPr lang="en-US"/>
              <a:t>Icon</a:t>
            </a:r>
          </a:p>
        </p:txBody>
      </p:sp>
      <p:sp>
        <p:nvSpPr>
          <p:cNvPr id="11" name="Oval 10">
            <a:extLst>
              <a:ext uri="{FF2B5EF4-FFF2-40B4-BE49-F238E27FC236}">
                <a16:creationId xmlns:a16="http://schemas.microsoft.com/office/drawing/2014/main" id="{2C4D3A15-73C3-7F6C-8A9F-2D72E5C20CC9}"/>
              </a:ext>
            </a:extLst>
          </p:cNvPr>
          <p:cNvSpPr>
            <a:spLocks noChangeAspect="1"/>
          </p:cNvSpPr>
          <p:nvPr userDrawn="1"/>
        </p:nvSpPr>
        <p:spPr>
          <a:xfrm>
            <a:off x="95250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2" name="Picture Placeholder 8">
            <a:extLst>
              <a:ext uri="{FF2B5EF4-FFF2-40B4-BE49-F238E27FC236}">
                <a16:creationId xmlns:a16="http://schemas.microsoft.com/office/drawing/2014/main" id="{3B2BF63B-2DC4-96F6-DBB6-B71581570697}"/>
              </a:ext>
            </a:extLst>
          </p:cNvPr>
          <p:cNvSpPr>
            <a:spLocks noGrp="1" noChangeAspect="1"/>
          </p:cNvSpPr>
          <p:nvPr>
            <p:ph type="pic" sz="quarter" idx="37" hasCustomPrompt="1"/>
          </p:nvPr>
        </p:nvSpPr>
        <p:spPr>
          <a:xfrm>
            <a:off x="9752483" y="2970683"/>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549513590"/>
      </p:ext>
    </p:extLst>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33/33/33 Content 7">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685799"/>
            <a:ext cx="7453009" cy="3200399"/>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685800"/>
            <a:ext cx="3657600" cy="1600200"/>
          </a:xfrm>
          <a:prstGeom prst="rect">
            <a:avLst/>
          </a:prstGeom>
        </p:spPr>
        <p:txBody>
          <a:bodyPr tIns="182880"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2286000"/>
            <a:ext cx="3657600" cy="1600198"/>
          </a:xfrm>
        </p:spPr>
        <p:txBody>
          <a:bodyPr tIns="91440" rIns="0" bIns="0"/>
          <a:lstStyle>
            <a:lvl1pPr marL="0" inden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A6045B56-7370-6E29-9C4C-C8F532D6162C}"/>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14AE113A-C51C-AEC7-5B14-FCD9071A5140}"/>
              </a:ext>
            </a:extLst>
          </p:cNvPr>
          <p:cNvSpPr>
            <a:spLocks noGrp="1"/>
          </p:cNvSpPr>
          <p:nvPr>
            <p:ph type="pic" sz="quarter" idx="15" hasCustomPrompt="1"/>
          </p:nvPr>
        </p:nvSpPr>
        <p:spPr>
          <a:xfrm>
            <a:off x="619027" y="4580966"/>
            <a:ext cx="685800" cy="685800"/>
          </a:xfrm>
        </p:spPr>
        <p:txBody>
          <a:bodyPr anchor="t">
            <a:noAutofit/>
          </a:bodyPr>
          <a:lstStyle>
            <a:lvl1pPr marL="0" indent="0" algn="ctr">
              <a:buNone/>
              <a:defRPr sz="1100"/>
            </a:lvl1pPr>
          </a:lstStyle>
          <a:p>
            <a:r>
              <a:rPr lang="en-US"/>
              <a:t>Icon</a:t>
            </a:r>
          </a:p>
        </p:txBody>
      </p:sp>
      <p:sp>
        <p:nvSpPr>
          <p:cNvPr id="14" name="Picture Placeholder 8">
            <a:extLst>
              <a:ext uri="{FF2B5EF4-FFF2-40B4-BE49-F238E27FC236}">
                <a16:creationId xmlns:a16="http://schemas.microsoft.com/office/drawing/2014/main" id="{7A54163F-1601-F335-2879-5D053FFD8200}"/>
              </a:ext>
            </a:extLst>
          </p:cNvPr>
          <p:cNvSpPr>
            <a:spLocks noGrp="1"/>
          </p:cNvSpPr>
          <p:nvPr>
            <p:ph type="pic" sz="quarter" idx="22" hasCustomPrompt="1"/>
          </p:nvPr>
        </p:nvSpPr>
        <p:spPr>
          <a:xfrm>
            <a:off x="4276627" y="4580966"/>
            <a:ext cx="685800" cy="685800"/>
          </a:xfrm>
        </p:spPr>
        <p:txBody>
          <a:bodyPr anchor="t">
            <a:noAutofit/>
          </a:bodyPr>
          <a:lstStyle>
            <a:lvl1pPr marL="0" indent="0" algn="ctr">
              <a:buNone/>
              <a:defRPr sz="1100"/>
            </a:lvl1pPr>
          </a:lstStyle>
          <a:p>
            <a:r>
              <a:rPr lang="en-US"/>
              <a:t>Icon</a:t>
            </a:r>
          </a:p>
        </p:txBody>
      </p:sp>
      <p:sp>
        <p:nvSpPr>
          <p:cNvPr id="17" name="Picture Placeholder 8">
            <a:extLst>
              <a:ext uri="{FF2B5EF4-FFF2-40B4-BE49-F238E27FC236}">
                <a16:creationId xmlns:a16="http://schemas.microsoft.com/office/drawing/2014/main" id="{C07FABCA-759A-C6AB-3184-F3510BF1A860}"/>
              </a:ext>
            </a:extLst>
          </p:cNvPr>
          <p:cNvSpPr>
            <a:spLocks noGrp="1"/>
          </p:cNvSpPr>
          <p:nvPr>
            <p:ph type="pic" sz="quarter" idx="25" hasCustomPrompt="1"/>
          </p:nvPr>
        </p:nvSpPr>
        <p:spPr>
          <a:xfrm>
            <a:off x="7934523" y="4580966"/>
            <a:ext cx="685800" cy="685800"/>
          </a:xfrm>
        </p:spPr>
        <p:txBody>
          <a:bodyPr anchor="t">
            <a:noAutofit/>
          </a:bodyPr>
          <a:lstStyle>
            <a:lvl1pPr marL="0" indent="0" algn="ctr">
              <a:buNone/>
              <a:defRPr sz="1100"/>
            </a:lvl1pPr>
          </a:lstStyle>
          <a:p>
            <a:r>
              <a:rPr lang="en-US"/>
              <a:t>Icon</a:t>
            </a:r>
          </a:p>
        </p:txBody>
      </p:sp>
      <p:sp>
        <p:nvSpPr>
          <p:cNvPr id="5" name="Text Placeholder 7">
            <a:extLst>
              <a:ext uri="{FF2B5EF4-FFF2-40B4-BE49-F238E27FC236}">
                <a16:creationId xmlns:a16="http://schemas.microsoft.com/office/drawing/2014/main" id="{B9FB82A4-77E1-4F0E-60D6-9B61620A0A64}"/>
              </a:ext>
            </a:extLst>
          </p:cNvPr>
          <p:cNvSpPr>
            <a:spLocks noGrp="1"/>
          </p:cNvSpPr>
          <p:nvPr>
            <p:ph type="body" sz="quarter" idx="27" hasCustomPrompt="1"/>
          </p:nvPr>
        </p:nvSpPr>
        <p:spPr>
          <a:xfrm>
            <a:off x="1524000" y="4582553"/>
            <a:ext cx="2286000" cy="684213"/>
          </a:xfrm>
        </p:spPr>
        <p:txBody>
          <a:bodyPr anchor="t" anchorCtr="0">
            <a:noAutofit/>
          </a:bodyPr>
          <a:lstStyle>
            <a:lvl1pPr marL="0" indent="0">
              <a:lnSpc>
                <a:spcPct val="100000"/>
              </a:lnSpc>
              <a:buNone/>
              <a:defRPr sz="1600" b="1">
                <a:solidFill>
                  <a:srgbClr val="311E57"/>
                </a:solidFill>
              </a:defRPr>
            </a:lvl1pPr>
          </a:lstStyle>
          <a:p>
            <a:pPr lvl="0"/>
            <a:r>
              <a:rPr lang="en-US"/>
              <a:t>Heading</a:t>
            </a:r>
          </a:p>
        </p:txBody>
      </p:sp>
      <p:sp>
        <p:nvSpPr>
          <p:cNvPr id="10" name="Text Placeholder 7">
            <a:extLst>
              <a:ext uri="{FF2B5EF4-FFF2-40B4-BE49-F238E27FC236}">
                <a16:creationId xmlns:a16="http://schemas.microsoft.com/office/drawing/2014/main" id="{308A48F3-7BE5-23F6-69C5-6D4353309167}"/>
              </a:ext>
            </a:extLst>
          </p:cNvPr>
          <p:cNvSpPr>
            <a:spLocks noGrp="1"/>
          </p:cNvSpPr>
          <p:nvPr>
            <p:ph type="body" sz="quarter" idx="28" hasCustomPrompt="1"/>
          </p:nvPr>
        </p:nvSpPr>
        <p:spPr>
          <a:xfrm>
            <a:off x="5193712" y="4584140"/>
            <a:ext cx="2286000" cy="684213"/>
          </a:xfrm>
        </p:spPr>
        <p:txBody>
          <a:bodyPr anchor="t" anchorCtr="0">
            <a:noAutofit/>
          </a:bodyPr>
          <a:lstStyle>
            <a:lvl1pPr marL="0" indent="0">
              <a:lnSpc>
                <a:spcPct val="100000"/>
              </a:lnSpc>
              <a:buNone/>
              <a:defRPr sz="1600" b="1">
                <a:solidFill>
                  <a:srgbClr val="311E57"/>
                </a:solidFill>
              </a:defRPr>
            </a:lvl1pPr>
          </a:lstStyle>
          <a:p>
            <a:pPr lvl="0"/>
            <a:r>
              <a:rPr lang="en-US"/>
              <a:t>Heading</a:t>
            </a:r>
          </a:p>
        </p:txBody>
      </p:sp>
      <p:sp>
        <p:nvSpPr>
          <p:cNvPr id="11" name="Text Placeholder 7">
            <a:extLst>
              <a:ext uri="{FF2B5EF4-FFF2-40B4-BE49-F238E27FC236}">
                <a16:creationId xmlns:a16="http://schemas.microsoft.com/office/drawing/2014/main" id="{04ED981A-E896-8BE0-6D8F-3393EBB028BA}"/>
              </a:ext>
            </a:extLst>
          </p:cNvPr>
          <p:cNvSpPr>
            <a:spLocks noGrp="1"/>
          </p:cNvSpPr>
          <p:nvPr>
            <p:ph type="body" sz="quarter" idx="29" hasCustomPrompt="1"/>
          </p:nvPr>
        </p:nvSpPr>
        <p:spPr>
          <a:xfrm>
            <a:off x="8848344" y="4584140"/>
            <a:ext cx="2286000" cy="684213"/>
          </a:xfrm>
        </p:spPr>
        <p:txBody>
          <a:bodyPr anchor="t" anchorCtr="0">
            <a:noAutofit/>
          </a:bodyPr>
          <a:lstStyle>
            <a:lvl1pPr marL="0" indent="0">
              <a:lnSpc>
                <a:spcPct val="100000"/>
              </a:lnSpc>
              <a:buNone/>
              <a:defRPr sz="1600" b="1">
                <a:solidFill>
                  <a:srgbClr val="311E57"/>
                </a:solidFill>
              </a:defRPr>
            </a:lvl1pPr>
          </a:lstStyle>
          <a:p>
            <a:pPr lvl="0"/>
            <a:r>
              <a:rPr lang="en-US"/>
              <a:t>Heading</a:t>
            </a:r>
          </a:p>
        </p:txBody>
      </p:sp>
    </p:spTree>
    <p:extLst>
      <p:ext uri="{BB962C8B-B14F-4D97-AF65-F5344CB8AC3E}">
        <p14:creationId xmlns:p14="http://schemas.microsoft.com/office/powerpoint/2010/main" val="935656697"/>
      </p:ext>
    </p:extLst>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3/33/33 Content 8">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5" y="692265"/>
            <a:ext cx="10972800" cy="907935"/>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Heading</a:t>
            </a:r>
          </a:p>
        </p:txBody>
      </p:sp>
      <p:sp>
        <p:nvSpPr>
          <p:cNvPr id="17" name="Text Placeholder 3">
            <a:extLst>
              <a:ext uri="{FF2B5EF4-FFF2-40B4-BE49-F238E27FC236}">
                <a16:creationId xmlns:a16="http://schemas.microsoft.com/office/drawing/2014/main" id="{D8172CBF-CEC0-97A9-58C5-EA57411927D5}"/>
              </a:ext>
            </a:extLst>
          </p:cNvPr>
          <p:cNvSpPr>
            <a:spLocks noGrp="1"/>
          </p:cNvSpPr>
          <p:nvPr>
            <p:ph type="body" sz="half" idx="2" hasCustomPrompt="1"/>
          </p:nvPr>
        </p:nvSpPr>
        <p:spPr>
          <a:xfrm>
            <a:off x="609600" y="1606664"/>
            <a:ext cx="10972800" cy="1365136"/>
          </a:xfrm>
        </p:spPr>
        <p:txBody>
          <a:bodyPr wrap="square" tIns="91440"/>
          <a:lstStyle>
            <a:lvl1pPr marL="0" indent="0">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0" name="Text Placeholder 13">
            <a:extLst>
              <a:ext uri="{FF2B5EF4-FFF2-40B4-BE49-F238E27FC236}">
                <a16:creationId xmlns:a16="http://schemas.microsoft.com/office/drawing/2014/main" id="{C16D5EDB-34A7-4CFC-41D7-B8ECE2C84351}"/>
              </a:ext>
            </a:extLst>
          </p:cNvPr>
          <p:cNvSpPr>
            <a:spLocks noGrp="1" noChangeAspect="1"/>
          </p:cNvSpPr>
          <p:nvPr>
            <p:ph type="body" sz="quarter" idx="31" hasCustomPrompt="1"/>
          </p:nvPr>
        </p:nvSpPr>
        <p:spPr>
          <a:xfrm>
            <a:off x="609601" y="4800600"/>
            <a:ext cx="27432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3" name="Text Placeholder 13">
            <a:extLst>
              <a:ext uri="{FF2B5EF4-FFF2-40B4-BE49-F238E27FC236}">
                <a16:creationId xmlns:a16="http://schemas.microsoft.com/office/drawing/2014/main" id="{F40CE012-1787-BC2B-1E8E-5C58A79EDF3B}"/>
              </a:ext>
            </a:extLst>
          </p:cNvPr>
          <p:cNvSpPr>
            <a:spLocks noGrp="1" noChangeAspect="1"/>
          </p:cNvSpPr>
          <p:nvPr>
            <p:ph type="body" sz="quarter" idx="33" hasCustomPrompt="1"/>
          </p:nvPr>
        </p:nvSpPr>
        <p:spPr>
          <a:xfrm>
            <a:off x="4724400" y="4800600"/>
            <a:ext cx="27432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6" name="Text Placeholder 13">
            <a:extLst>
              <a:ext uri="{FF2B5EF4-FFF2-40B4-BE49-F238E27FC236}">
                <a16:creationId xmlns:a16="http://schemas.microsoft.com/office/drawing/2014/main" id="{029A24A7-7F0F-42EA-3960-27181187F39F}"/>
              </a:ext>
            </a:extLst>
          </p:cNvPr>
          <p:cNvSpPr>
            <a:spLocks noGrp="1" noChangeAspect="1"/>
          </p:cNvSpPr>
          <p:nvPr>
            <p:ph type="body" sz="quarter" idx="35" hasCustomPrompt="1"/>
          </p:nvPr>
        </p:nvSpPr>
        <p:spPr>
          <a:xfrm>
            <a:off x="8839199" y="4800600"/>
            <a:ext cx="2746844"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 name="Oval 1">
            <a:extLst>
              <a:ext uri="{FF2B5EF4-FFF2-40B4-BE49-F238E27FC236}">
                <a16:creationId xmlns:a16="http://schemas.microsoft.com/office/drawing/2014/main" id="{75EDDAAA-3400-DE81-07E5-2D92CA635092}"/>
              </a:ext>
            </a:extLst>
          </p:cNvPr>
          <p:cNvSpPr>
            <a:spLocks noChangeAspect="1"/>
          </p:cNvSpPr>
          <p:nvPr userDrawn="1"/>
        </p:nvSpPr>
        <p:spPr>
          <a:xfrm>
            <a:off x="1295400" y="3199686"/>
            <a:ext cx="1371600" cy="1371600"/>
          </a:xfrm>
          <a:prstGeom prst="ellipse">
            <a:avLst/>
          </a:prstGeom>
          <a:solidFill>
            <a:schemeClr val="bg1"/>
          </a:solidFill>
          <a:ln w="1905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4E46BCB5-E874-6566-9CC3-9C1573DD125E}"/>
              </a:ext>
            </a:extLst>
          </p:cNvPr>
          <p:cNvSpPr>
            <a:spLocks noGrp="1" noChangeAspect="1"/>
          </p:cNvSpPr>
          <p:nvPr>
            <p:ph type="pic" sz="quarter" idx="30" hasCustomPrompt="1"/>
          </p:nvPr>
        </p:nvSpPr>
        <p:spPr>
          <a:xfrm>
            <a:off x="1522883" y="3427169"/>
            <a:ext cx="916634" cy="916634"/>
          </a:xfrm>
        </p:spPr>
        <p:txBody>
          <a:bodyPr anchor="t">
            <a:normAutofit/>
          </a:bodyPr>
          <a:lstStyle>
            <a:lvl1pPr marL="0" indent="0" algn="ctr">
              <a:buNone/>
              <a:defRPr sz="1800"/>
            </a:lvl1pPr>
          </a:lstStyle>
          <a:p>
            <a:r>
              <a:rPr lang="en-US"/>
              <a:t>Icon</a:t>
            </a:r>
          </a:p>
        </p:txBody>
      </p:sp>
      <p:sp>
        <p:nvSpPr>
          <p:cNvPr id="5" name="Oval 4">
            <a:extLst>
              <a:ext uri="{FF2B5EF4-FFF2-40B4-BE49-F238E27FC236}">
                <a16:creationId xmlns:a16="http://schemas.microsoft.com/office/drawing/2014/main" id="{9141B44A-DF61-3B9D-F35A-33E2E62222DC}"/>
              </a:ext>
            </a:extLst>
          </p:cNvPr>
          <p:cNvSpPr>
            <a:spLocks noChangeAspect="1"/>
          </p:cNvSpPr>
          <p:nvPr userDrawn="1"/>
        </p:nvSpPr>
        <p:spPr>
          <a:xfrm>
            <a:off x="5410200" y="3199686"/>
            <a:ext cx="1371600" cy="1371600"/>
          </a:xfrm>
          <a:prstGeom prst="ellipse">
            <a:avLst/>
          </a:prstGeom>
          <a:solidFill>
            <a:schemeClr val="bg1"/>
          </a:solidFill>
          <a:ln w="1905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7" name="Picture Placeholder 8">
            <a:extLst>
              <a:ext uri="{FF2B5EF4-FFF2-40B4-BE49-F238E27FC236}">
                <a16:creationId xmlns:a16="http://schemas.microsoft.com/office/drawing/2014/main" id="{A02BEF37-D8A6-5CB2-B4FA-C49D29C09A20}"/>
              </a:ext>
            </a:extLst>
          </p:cNvPr>
          <p:cNvSpPr>
            <a:spLocks noGrp="1" noChangeAspect="1"/>
          </p:cNvSpPr>
          <p:nvPr>
            <p:ph type="pic" sz="quarter" idx="36" hasCustomPrompt="1"/>
          </p:nvPr>
        </p:nvSpPr>
        <p:spPr>
          <a:xfrm>
            <a:off x="5637683" y="3427169"/>
            <a:ext cx="916634" cy="916634"/>
          </a:xfrm>
        </p:spPr>
        <p:txBody>
          <a:bodyPr anchor="t">
            <a:normAutofit/>
          </a:bodyPr>
          <a:lstStyle>
            <a:lvl1pPr marL="0" indent="0" algn="ctr">
              <a:buNone/>
              <a:defRPr sz="1800"/>
            </a:lvl1pPr>
          </a:lstStyle>
          <a:p>
            <a:r>
              <a:rPr lang="en-US"/>
              <a:t>Icon</a:t>
            </a:r>
          </a:p>
        </p:txBody>
      </p:sp>
      <p:sp>
        <p:nvSpPr>
          <p:cNvPr id="8" name="Oval 7">
            <a:extLst>
              <a:ext uri="{FF2B5EF4-FFF2-40B4-BE49-F238E27FC236}">
                <a16:creationId xmlns:a16="http://schemas.microsoft.com/office/drawing/2014/main" id="{108CEFF4-914C-3136-5DC6-D4BC6751A763}"/>
              </a:ext>
            </a:extLst>
          </p:cNvPr>
          <p:cNvSpPr>
            <a:spLocks noChangeAspect="1"/>
          </p:cNvSpPr>
          <p:nvPr userDrawn="1"/>
        </p:nvSpPr>
        <p:spPr>
          <a:xfrm>
            <a:off x="9525000" y="3199686"/>
            <a:ext cx="1371600" cy="1371600"/>
          </a:xfrm>
          <a:prstGeom prst="ellipse">
            <a:avLst/>
          </a:prstGeom>
          <a:solidFill>
            <a:schemeClr val="bg1"/>
          </a:solidFill>
          <a:ln w="1905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9" name="Picture Placeholder 8">
            <a:extLst>
              <a:ext uri="{FF2B5EF4-FFF2-40B4-BE49-F238E27FC236}">
                <a16:creationId xmlns:a16="http://schemas.microsoft.com/office/drawing/2014/main" id="{EEEE47D6-0AF5-31BC-2CDC-FF7124E6F872}"/>
              </a:ext>
            </a:extLst>
          </p:cNvPr>
          <p:cNvSpPr>
            <a:spLocks noGrp="1" noChangeAspect="1"/>
          </p:cNvSpPr>
          <p:nvPr>
            <p:ph type="pic" sz="quarter" idx="37" hasCustomPrompt="1"/>
          </p:nvPr>
        </p:nvSpPr>
        <p:spPr>
          <a:xfrm>
            <a:off x="9752483" y="3427169"/>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3344659100"/>
      </p:ext>
    </p:extLst>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3/33/33 Content 9">
    <p:spTree>
      <p:nvGrpSpPr>
        <p:cNvPr id="1" name=""/>
        <p:cNvGrpSpPr/>
        <p:nvPr/>
      </p:nvGrpSpPr>
      <p:grpSpPr>
        <a:xfrm>
          <a:off x="0" y="0"/>
          <a:ext cx="0" cy="0"/>
          <a:chOff x="0" y="0"/>
          <a:chExt cx="0" cy="0"/>
        </a:xfrm>
      </p:grpSpPr>
      <p:sp>
        <p:nvSpPr>
          <p:cNvPr id="10" name="Google Shape;779;g230b1a41ba8_2_137">
            <a:extLst>
              <a:ext uri="{FF2B5EF4-FFF2-40B4-BE49-F238E27FC236}">
                <a16:creationId xmlns:a16="http://schemas.microsoft.com/office/drawing/2014/main" id="{D4677AE6-5CBE-6744-DD9C-6CCFEB27B850}"/>
              </a:ext>
            </a:extLst>
          </p:cNvPr>
          <p:cNvSpPr/>
          <p:nvPr userDrawn="1"/>
        </p:nvSpPr>
        <p:spPr>
          <a:xfrm>
            <a:off x="-1" y="3886201"/>
            <a:ext cx="12192001" cy="2514598"/>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5" y="692265"/>
            <a:ext cx="10972800" cy="907935"/>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Heading</a:t>
            </a:r>
          </a:p>
        </p:txBody>
      </p:sp>
      <p:sp>
        <p:nvSpPr>
          <p:cNvPr id="17" name="Text Placeholder 3">
            <a:extLst>
              <a:ext uri="{FF2B5EF4-FFF2-40B4-BE49-F238E27FC236}">
                <a16:creationId xmlns:a16="http://schemas.microsoft.com/office/drawing/2014/main" id="{D8172CBF-CEC0-97A9-58C5-EA57411927D5}"/>
              </a:ext>
            </a:extLst>
          </p:cNvPr>
          <p:cNvSpPr>
            <a:spLocks noGrp="1"/>
          </p:cNvSpPr>
          <p:nvPr>
            <p:ph type="body" sz="half" idx="2" hasCustomPrompt="1"/>
          </p:nvPr>
        </p:nvSpPr>
        <p:spPr>
          <a:xfrm>
            <a:off x="609600" y="1606664"/>
            <a:ext cx="10972800" cy="1365136"/>
          </a:xfrm>
        </p:spPr>
        <p:txBody>
          <a:bodyPr wrap="square" tIns="91440"/>
          <a:lstStyle>
            <a:lvl1pPr marL="0" indent="0">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0" name="Text Placeholder 13">
            <a:extLst>
              <a:ext uri="{FF2B5EF4-FFF2-40B4-BE49-F238E27FC236}">
                <a16:creationId xmlns:a16="http://schemas.microsoft.com/office/drawing/2014/main" id="{C16D5EDB-34A7-4CFC-41D7-B8ECE2C84351}"/>
              </a:ext>
            </a:extLst>
          </p:cNvPr>
          <p:cNvSpPr>
            <a:spLocks noGrp="1" noChangeAspect="1"/>
          </p:cNvSpPr>
          <p:nvPr>
            <p:ph type="body" sz="quarter" idx="31" hasCustomPrompt="1"/>
          </p:nvPr>
        </p:nvSpPr>
        <p:spPr>
          <a:xfrm>
            <a:off x="609601" y="4800600"/>
            <a:ext cx="2743200" cy="914400"/>
          </a:xfrm>
        </p:spPr>
        <p:txBody>
          <a:bodyPr tIns="0" bIns="0">
            <a:noAutofit/>
          </a:bodyPr>
          <a:lstStyle>
            <a:lvl1pPr marL="0" indent="0" algn="ctr">
              <a:lnSpc>
                <a:spcPct val="100000"/>
              </a:lnSpc>
              <a:buNone/>
              <a:defRPr sz="2000" b="1">
                <a:solidFill>
                  <a:schemeClr val="bg1"/>
                </a:solidFill>
              </a:defRPr>
            </a:lvl1pPr>
          </a:lstStyle>
          <a:p>
            <a:pPr lvl="0"/>
            <a:r>
              <a:rPr lang="en-US"/>
              <a:t>Title</a:t>
            </a:r>
          </a:p>
        </p:txBody>
      </p:sp>
      <p:sp>
        <p:nvSpPr>
          <p:cNvPr id="23" name="Text Placeholder 13">
            <a:extLst>
              <a:ext uri="{FF2B5EF4-FFF2-40B4-BE49-F238E27FC236}">
                <a16:creationId xmlns:a16="http://schemas.microsoft.com/office/drawing/2014/main" id="{F40CE012-1787-BC2B-1E8E-5C58A79EDF3B}"/>
              </a:ext>
            </a:extLst>
          </p:cNvPr>
          <p:cNvSpPr>
            <a:spLocks noGrp="1" noChangeAspect="1"/>
          </p:cNvSpPr>
          <p:nvPr>
            <p:ph type="body" sz="quarter" idx="33" hasCustomPrompt="1"/>
          </p:nvPr>
        </p:nvSpPr>
        <p:spPr>
          <a:xfrm>
            <a:off x="4724400" y="4800600"/>
            <a:ext cx="2743200" cy="914400"/>
          </a:xfrm>
        </p:spPr>
        <p:txBody>
          <a:bodyPr tIns="0" bIns="0">
            <a:noAutofit/>
          </a:bodyPr>
          <a:lstStyle>
            <a:lvl1pPr marL="0" indent="0" algn="ctr">
              <a:lnSpc>
                <a:spcPct val="100000"/>
              </a:lnSpc>
              <a:buNone/>
              <a:defRPr sz="2000" b="1">
                <a:solidFill>
                  <a:schemeClr val="bg1"/>
                </a:solidFill>
              </a:defRPr>
            </a:lvl1pPr>
          </a:lstStyle>
          <a:p>
            <a:pPr lvl="0"/>
            <a:r>
              <a:rPr lang="en-US"/>
              <a:t>Title</a:t>
            </a:r>
          </a:p>
        </p:txBody>
      </p:sp>
      <p:sp>
        <p:nvSpPr>
          <p:cNvPr id="26" name="Text Placeholder 13">
            <a:extLst>
              <a:ext uri="{FF2B5EF4-FFF2-40B4-BE49-F238E27FC236}">
                <a16:creationId xmlns:a16="http://schemas.microsoft.com/office/drawing/2014/main" id="{029A24A7-7F0F-42EA-3960-27181187F39F}"/>
              </a:ext>
            </a:extLst>
          </p:cNvPr>
          <p:cNvSpPr>
            <a:spLocks noGrp="1" noChangeAspect="1"/>
          </p:cNvSpPr>
          <p:nvPr>
            <p:ph type="body" sz="quarter" idx="35" hasCustomPrompt="1"/>
          </p:nvPr>
        </p:nvSpPr>
        <p:spPr>
          <a:xfrm>
            <a:off x="8839199" y="4800600"/>
            <a:ext cx="2746844" cy="914400"/>
          </a:xfrm>
        </p:spPr>
        <p:txBody>
          <a:bodyPr tIns="0" bIns="0">
            <a:noAutofit/>
          </a:bodyPr>
          <a:lstStyle>
            <a:lvl1pPr marL="0" indent="0" algn="ctr">
              <a:lnSpc>
                <a:spcPct val="100000"/>
              </a:lnSpc>
              <a:buNone/>
              <a:defRPr sz="2000" b="1">
                <a:solidFill>
                  <a:schemeClr val="bg1"/>
                </a:solidFill>
              </a:defRPr>
            </a:lvl1pPr>
          </a:lstStyle>
          <a:p>
            <a:pPr lvl="0"/>
            <a:r>
              <a:rPr lang="en-US"/>
              <a:t>Title</a:t>
            </a:r>
          </a:p>
        </p:txBody>
      </p:sp>
      <p:sp>
        <p:nvSpPr>
          <p:cNvPr id="2" name="Oval 1">
            <a:extLst>
              <a:ext uri="{FF2B5EF4-FFF2-40B4-BE49-F238E27FC236}">
                <a16:creationId xmlns:a16="http://schemas.microsoft.com/office/drawing/2014/main" id="{75EDDAAA-3400-DE81-07E5-2D92CA635092}"/>
              </a:ext>
            </a:extLst>
          </p:cNvPr>
          <p:cNvSpPr>
            <a:spLocks noChangeAspect="1"/>
          </p:cNvSpPr>
          <p:nvPr userDrawn="1"/>
        </p:nvSpPr>
        <p:spPr>
          <a:xfrm>
            <a:off x="1295400" y="3199686"/>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4E46BCB5-E874-6566-9CC3-9C1573DD125E}"/>
              </a:ext>
            </a:extLst>
          </p:cNvPr>
          <p:cNvSpPr>
            <a:spLocks noGrp="1" noChangeAspect="1"/>
          </p:cNvSpPr>
          <p:nvPr>
            <p:ph type="pic" sz="quarter" idx="30" hasCustomPrompt="1"/>
          </p:nvPr>
        </p:nvSpPr>
        <p:spPr>
          <a:xfrm>
            <a:off x="1522883" y="3427169"/>
            <a:ext cx="916634" cy="916634"/>
          </a:xfrm>
        </p:spPr>
        <p:txBody>
          <a:bodyPr anchor="t">
            <a:normAutofit/>
          </a:bodyPr>
          <a:lstStyle>
            <a:lvl1pPr marL="0" indent="0" algn="ctr">
              <a:buNone/>
              <a:defRPr sz="1800"/>
            </a:lvl1pPr>
          </a:lstStyle>
          <a:p>
            <a:r>
              <a:rPr lang="en-US"/>
              <a:t>Icon</a:t>
            </a:r>
          </a:p>
        </p:txBody>
      </p:sp>
      <p:sp>
        <p:nvSpPr>
          <p:cNvPr id="5" name="Oval 4">
            <a:extLst>
              <a:ext uri="{FF2B5EF4-FFF2-40B4-BE49-F238E27FC236}">
                <a16:creationId xmlns:a16="http://schemas.microsoft.com/office/drawing/2014/main" id="{9141B44A-DF61-3B9D-F35A-33E2E62222DC}"/>
              </a:ext>
            </a:extLst>
          </p:cNvPr>
          <p:cNvSpPr>
            <a:spLocks noChangeAspect="1"/>
          </p:cNvSpPr>
          <p:nvPr userDrawn="1"/>
        </p:nvSpPr>
        <p:spPr>
          <a:xfrm>
            <a:off x="5410200" y="3199686"/>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7" name="Picture Placeholder 8">
            <a:extLst>
              <a:ext uri="{FF2B5EF4-FFF2-40B4-BE49-F238E27FC236}">
                <a16:creationId xmlns:a16="http://schemas.microsoft.com/office/drawing/2014/main" id="{A02BEF37-D8A6-5CB2-B4FA-C49D29C09A20}"/>
              </a:ext>
            </a:extLst>
          </p:cNvPr>
          <p:cNvSpPr>
            <a:spLocks noGrp="1" noChangeAspect="1"/>
          </p:cNvSpPr>
          <p:nvPr>
            <p:ph type="pic" sz="quarter" idx="36" hasCustomPrompt="1"/>
          </p:nvPr>
        </p:nvSpPr>
        <p:spPr>
          <a:xfrm>
            <a:off x="5637683" y="3427169"/>
            <a:ext cx="916634" cy="916634"/>
          </a:xfrm>
        </p:spPr>
        <p:txBody>
          <a:bodyPr anchor="t">
            <a:normAutofit/>
          </a:bodyPr>
          <a:lstStyle>
            <a:lvl1pPr marL="0" indent="0" algn="ctr">
              <a:buNone/>
              <a:defRPr sz="1800"/>
            </a:lvl1pPr>
          </a:lstStyle>
          <a:p>
            <a:r>
              <a:rPr lang="en-US"/>
              <a:t>Icon</a:t>
            </a:r>
          </a:p>
        </p:txBody>
      </p:sp>
      <p:sp>
        <p:nvSpPr>
          <p:cNvPr id="8" name="Oval 7">
            <a:extLst>
              <a:ext uri="{FF2B5EF4-FFF2-40B4-BE49-F238E27FC236}">
                <a16:creationId xmlns:a16="http://schemas.microsoft.com/office/drawing/2014/main" id="{108CEFF4-914C-3136-5DC6-D4BC6751A763}"/>
              </a:ext>
            </a:extLst>
          </p:cNvPr>
          <p:cNvSpPr>
            <a:spLocks noChangeAspect="1"/>
          </p:cNvSpPr>
          <p:nvPr userDrawn="1"/>
        </p:nvSpPr>
        <p:spPr>
          <a:xfrm>
            <a:off x="9525000" y="3199686"/>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9" name="Picture Placeholder 8">
            <a:extLst>
              <a:ext uri="{FF2B5EF4-FFF2-40B4-BE49-F238E27FC236}">
                <a16:creationId xmlns:a16="http://schemas.microsoft.com/office/drawing/2014/main" id="{EEEE47D6-0AF5-31BC-2CDC-FF7124E6F872}"/>
              </a:ext>
            </a:extLst>
          </p:cNvPr>
          <p:cNvSpPr>
            <a:spLocks noGrp="1" noChangeAspect="1"/>
          </p:cNvSpPr>
          <p:nvPr>
            <p:ph type="pic" sz="quarter" idx="37" hasCustomPrompt="1"/>
          </p:nvPr>
        </p:nvSpPr>
        <p:spPr>
          <a:xfrm>
            <a:off x="9752483" y="3427169"/>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3454048200"/>
      </p:ext>
    </p:extLst>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0/7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4724400" y="694764"/>
            <a:ext cx="6858000" cy="1134036"/>
          </a:xfrm>
          <a:prstGeom prst="rect">
            <a:avLst/>
          </a:prstGeom>
        </p:spPr>
        <p:txBody>
          <a:bodyPr wrap="square"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4724400" y="1837765"/>
            <a:ext cx="6858000" cy="4334436"/>
          </a:xfrm>
        </p:spPr>
        <p:txBody>
          <a:bodyPr wrap="square" tIns="182880">
            <a:normAutofit/>
          </a:bodyPr>
          <a:lstStyle>
            <a:lvl1pPr marL="0" indent="0">
              <a:buFont typeface="Arial" panose="020B0604020202020204" pitchFamily="34" charset="0"/>
              <a:buNone/>
              <a:defRPr sz="20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 name="Text Placeholder 16">
            <a:extLst>
              <a:ext uri="{FF2B5EF4-FFF2-40B4-BE49-F238E27FC236}">
                <a16:creationId xmlns:a16="http://schemas.microsoft.com/office/drawing/2014/main" id="{92159EDE-DD2C-8F64-9DAB-D5BBD204DEF8}"/>
              </a:ext>
            </a:extLst>
          </p:cNvPr>
          <p:cNvSpPr>
            <a:spLocks noGrp="1"/>
          </p:cNvSpPr>
          <p:nvPr>
            <p:ph type="body" sz="quarter" idx="18" hasCustomPrompt="1"/>
          </p:nvPr>
        </p:nvSpPr>
        <p:spPr>
          <a:xfrm>
            <a:off x="4724400" y="8964"/>
            <a:ext cx="5029200" cy="676836"/>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3" name="Picture Placeholder 2">
            <a:extLst>
              <a:ext uri="{FF2B5EF4-FFF2-40B4-BE49-F238E27FC236}">
                <a16:creationId xmlns:a16="http://schemas.microsoft.com/office/drawing/2014/main" id="{F7F40475-BB60-A940-6A70-5E61383D57EB}"/>
              </a:ext>
            </a:extLst>
          </p:cNvPr>
          <p:cNvSpPr>
            <a:spLocks noGrp="1"/>
          </p:cNvSpPr>
          <p:nvPr>
            <p:ph type="pic" idx="1" hasCustomPrompt="1"/>
          </p:nvPr>
        </p:nvSpPr>
        <p:spPr>
          <a:xfrm>
            <a:off x="0" y="0"/>
            <a:ext cx="4038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Tree>
    <p:extLst>
      <p:ext uri="{BB962C8B-B14F-4D97-AF65-F5344CB8AC3E}">
        <p14:creationId xmlns:p14="http://schemas.microsoft.com/office/powerpoint/2010/main" val="739215250"/>
      </p:ext>
    </p:extLst>
  </p:cSld>
  <p:clrMapOvr>
    <a:masterClrMapping/>
  </p:clrMapOvr>
  <p:transition/>
  <p:extLst>
    <p:ext uri="{DCECCB84-F9BA-43D5-87BE-67443E8EF086}">
      <p15:sldGuideLst xmlns:p15="http://schemas.microsoft.com/office/powerpoint/2012/main">
        <p15:guide id="1" orient="horz" pos="1152">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0/70 Conten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3657600" cy="1143000"/>
          </a:xfrm>
          <a:prstGeom prst="rect">
            <a:avLst/>
          </a:prstGeom>
        </p:spPr>
        <p:txBody>
          <a:bodyPr wrap="square" rIns="0" bIns="91440" anchor="t">
            <a:noAutofit/>
          </a:bodyPr>
          <a:lstStyle>
            <a:lvl1pPr>
              <a:defRPr sz="3200">
                <a:solidFill>
                  <a:srgbClr val="311E57"/>
                </a:solidFill>
                <a:latin typeface="+mj-lt"/>
              </a:defRPr>
            </a:lvl1pPr>
          </a:lstStyle>
          <a:p>
            <a:r>
              <a:rPr lang="en-US"/>
              <a:t>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36576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4724400" y="-1"/>
            <a:ext cx="7467601" cy="6400801"/>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11" name="Picture Placeholder 8">
            <a:extLst>
              <a:ext uri="{FF2B5EF4-FFF2-40B4-BE49-F238E27FC236}">
                <a16:creationId xmlns:a16="http://schemas.microsoft.com/office/drawing/2014/main" id="{57BFB86A-AC07-3506-DCC0-B86A5314A921}"/>
              </a:ext>
            </a:extLst>
          </p:cNvPr>
          <p:cNvSpPr>
            <a:spLocks noGrp="1"/>
          </p:cNvSpPr>
          <p:nvPr>
            <p:ph type="pic" sz="quarter" idx="25" hasCustomPrompt="1"/>
          </p:nvPr>
        </p:nvSpPr>
        <p:spPr>
          <a:xfrm>
            <a:off x="609600" y="2057400"/>
            <a:ext cx="685800" cy="685800"/>
          </a:xfrm>
        </p:spPr>
        <p:txBody>
          <a:bodyPr anchor="t">
            <a:normAutofit/>
          </a:bodyPr>
          <a:lstStyle>
            <a:lvl1pPr marL="0" indent="0" algn="ctr">
              <a:buNone/>
              <a:defRPr sz="1800"/>
            </a:lvl1pPr>
          </a:lstStyle>
          <a:p>
            <a:r>
              <a:rPr lang="en-US"/>
              <a:t>Icon</a:t>
            </a:r>
          </a:p>
        </p:txBody>
      </p:sp>
      <p:sp>
        <p:nvSpPr>
          <p:cNvPr id="13" name="Picture Placeholder 8">
            <a:extLst>
              <a:ext uri="{FF2B5EF4-FFF2-40B4-BE49-F238E27FC236}">
                <a16:creationId xmlns:a16="http://schemas.microsoft.com/office/drawing/2014/main" id="{78985673-E5E1-208D-1D04-A6F74049A20A}"/>
              </a:ext>
            </a:extLst>
          </p:cNvPr>
          <p:cNvSpPr>
            <a:spLocks noGrp="1"/>
          </p:cNvSpPr>
          <p:nvPr>
            <p:ph type="pic" sz="quarter" idx="26" hasCustomPrompt="1"/>
          </p:nvPr>
        </p:nvSpPr>
        <p:spPr>
          <a:xfrm>
            <a:off x="609599" y="3124200"/>
            <a:ext cx="685800" cy="6858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78256AC2-537A-0F15-A97B-49FC0395297B}"/>
              </a:ext>
            </a:extLst>
          </p:cNvPr>
          <p:cNvSpPr>
            <a:spLocks noGrp="1"/>
          </p:cNvSpPr>
          <p:nvPr>
            <p:ph type="pic" sz="quarter" idx="27" hasCustomPrompt="1"/>
          </p:nvPr>
        </p:nvSpPr>
        <p:spPr>
          <a:xfrm>
            <a:off x="609600" y="4191000"/>
            <a:ext cx="685800" cy="685800"/>
          </a:xfrm>
        </p:spPr>
        <p:txBody>
          <a:bodyPr anchor="t">
            <a:normAutofit/>
          </a:bodyPr>
          <a:lstStyle>
            <a:lvl1pPr marL="0" indent="0" algn="ctr">
              <a:buNone/>
              <a:defRPr sz="1800"/>
            </a:lvl1pPr>
          </a:lstStyle>
          <a:p>
            <a:r>
              <a:rPr lang="en-US"/>
              <a:t>Icon</a:t>
            </a:r>
          </a:p>
        </p:txBody>
      </p:sp>
      <p:sp>
        <p:nvSpPr>
          <p:cNvPr id="16" name="Picture Placeholder 8">
            <a:extLst>
              <a:ext uri="{FF2B5EF4-FFF2-40B4-BE49-F238E27FC236}">
                <a16:creationId xmlns:a16="http://schemas.microsoft.com/office/drawing/2014/main" id="{3735D932-8846-D064-DB03-0256487994ED}"/>
              </a:ext>
            </a:extLst>
          </p:cNvPr>
          <p:cNvSpPr>
            <a:spLocks noGrp="1"/>
          </p:cNvSpPr>
          <p:nvPr>
            <p:ph type="pic" sz="quarter" idx="28" hasCustomPrompt="1"/>
          </p:nvPr>
        </p:nvSpPr>
        <p:spPr>
          <a:xfrm>
            <a:off x="609600" y="5257800"/>
            <a:ext cx="685800" cy="685800"/>
          </a:xfrm>
        </p:spPr>
        <p:txBody>
          <a:bodyPr anchor="t">
            <a:normAutofit/>
          </a:bodyPr>
          <a:lstStyle>
            <a:lvl1pPr marL="0" indent="0" algn="ctr">
              <a:buNone/>
              <a:defRPr sz="1800"/>
            </a:lvl1pPr>
          </a:lstStyle>
          <a:p>
            <a:r>
              <a:rPr lang="en-US"/>
              <a:t>Icon</a:t>
            </a:r>
          </a:p>
        </p:txBody>
      </p:sp>
      <p:sp>
        <p:nvSpPr>
          <p:cNvPr id="7" name="Text Placeholder 3">
            <a:extLst>
              <a:ext uri="{FF2B5EF4-FFF2-40B4-BE49-F238E27FC236}">
                <a16:creationId xmlns:a16="http://schemas.microsoft.com/office/drawing/2014/main" id="{A8FDB7CE-0B5A-87C2-CA2E-829C80B8B8AA}"/>
              </a:ext>
            </a:extLst>
          </p:cNvPr>
          <p:cNvSpPr>
            <a:spLocks noGrp="1"/>
          </p:cNvSpPr>
          <p:nvPr>
            <p:ph type="body" sz="half" idx="10" hasCustomPrompt="1"/>
          </p:nvPr>
        </p:nvSpPr>
        <p:spPr>
          <a:xfrm>
            <a:off x="1524000" y="2071396"/>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8" name="Text Placeholder 3">
            <a:extLst>
              <a:ext uri="{FF2B5EF4-FFF2-40B4-BE49-F238E27FC236}">
                <a16:creationId xmlns:a16="http://schemas.microsoft.com/office/drawing/2014/main" id="{AFD3FF27-EF26-5E87-F51A-2D11C144A572}"/>
              </a:ext>
            </a:extLst>
          </p:cNvPr>
          <p:cNvSpPr>
            <a:spLocks noGrp="1"/>
          </p:cNvSpPr>
          <p:nvPr>
            <p:ph type="body" sz="half" idx="29" hasCustomPrompt="1"/>
          </p:nvPr>
        </p:nvSpPr>
        <p:spPr>
          <a:xfrm>
            <a:off x="1524000" y="3124200"/>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3">
            <a:extLst>
              <a:ext uri="{FF2B5EF4-FFF2-40B4-BE49-F238E27FC236}">
                <a16:creationId xmlns:a16="http://schemas.microsoft.com/office/drawing/2014/main" id="{847D8B68-B65B-9084-6565-A2652227BE2D}"/>
              </a:ext>
            </a:extLst>
          </p:cNvPr>
          <p:cNvSpPr>
            <a:spLocks noGrp="1"/>
          </p:cNvSpPr>
          <p:nvPr>
            <p:ph type="body" sz="half" idx="30" hasCustomPrompt="1"/>
          </p:nvPr>
        </p:nvSpPr>
        <p:spPr>
          <a:xfrm>
            <a:off x="1524000" y="4191000"/>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5" name="Text Placeholder 3">
            <a:extLst>
              <a:ext uri="{FF2B5EF4-FFF2-40B4-BE49-F238E27FC236}">
                <a16:creationId xmlns:a16="http://schemas.microsoft.com/office/drawing/2014/main" id="{75CC80B6-BB87-0CE6-3BAB-A95E335B421B}"/>
              </a:ext>
            </a:extLst>
          </p:cNvPr>
          <p:cNvSpPr>
            <a:spLocks noGrp="1"/>
          </p:cNvSpPr>
          <p:nvPr>
            <p:ph type="body" sz="half" idx="32" hasCustomPrompt="1"/>
          </p:nvPr>
        </p:nvSpPr>
        <p:spPr>
          <a:xfrm>
            <a:off x="1524000" y="5257800"/>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2965501195"/>
      </p:ext>
    </p:extLst>
  </p:cSld>
  <p:clrMapOvr>
    <a:masterClrMapping/>
  </p:clrMapOvr>
  <p:transition/>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30/70 Content 4">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4823EC3D-EF7F-24C3-93E1-571BAC9F5615}"/>
              </a:ext>
            </a:extLst>
          </p:cNvPr>
          <p:cNvSpPr>
            <a:spLocks noGrp="1"/>
          </p:cNvSpPr>
          <p:nvPr>
            <p:ph type="body" sz="quarter" idx="18" hasCustomPrompt="1"/>
          </p:nvPr>
        </p:nvSpPr>
        <p:spPr>
          <a:xfrm>
            <a:off x="609600" y="0"/>
            <a:ext cx="3657600" cy="685798"/>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5" name="Picture Placeholder 2">
            <a:extLst>
              <a:ext uri="{FF2B5EF4-FFF2-40B4-BE49-F238E27FC236}">
                <a16:creationId xmlns:a16="http://schemas.microsoft.com/office/drawing/2014/main" id="{2D19099D-7488-1F17-A314-EA24367329D1}"/>
              </a:ext>
            </a:extLst>
          </p:cNvPr>
          <p:cNvSpPr>
            <a:spLocks noGrp="1"/>
          </p:cNvSpPr>
          <p:nvPr>
            <p:ph type="pic" idx="1" hasCustomPrompt="1"/>
          </p:nvPr>
        </p:nvSpPr>
        <p:spPr>
          <a:xfrm>
            <a:off x="4724400" y="685801"/>
            <a:ext cx="7453009" cy="27432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6" name="Title 1">
            <a:extLst>
              <a:ext uri="{FF2B5EF4-FFF2-40B4-BE49-F238E27FC236}">
                <a16:creationId xmlns:a16="http://schemas.microsoft.com/office/drawing/2014/main" id="{F4DFD3F4-58AF-D283-923F-0D0D01046579}"/>
              </a:ext>
            </a:extLst>
          </p:cNvPr>
          <p:cNvSpPr>
            <a:spLocks noGrp="1"/>
          </p:cNvSpPr>
          <p:nvPr>
            <p:ph type="title" hasCustomPrompt="1"/>
          </p:nvPr>
        </p:nvSpPr>
        <p:spPr>
          <a:xfrm>
            <a:off x="609600" y="685799"/>
            <a:ext cx="3657600" cy="1143001"/>
          </a:xfrm>
          <a:prstGeom prst="rect">
            <a:avLst/>
          </a:prstGeom>
        </p:spPr>
        <p:txBody>
          <a:bodyPr rIns="457200" anchor="b">
            <a:noAutofit/>
          </a:bodyPr>
          <a:lstStyle>
            <a:lvl1pPr>
              <a:defRPr sz="3200">
                <a:solidFill>
                  <a:srgbClr val="311E57"/>
                </a:solidFill>
                <a:latin typeface="+mj-lt"/>
              </a:defRPr>
            </a:lvl1pPr>
          </a:lstStyle>
          <a:p>
            <a:r>
              <a:rPr lang="en-US"/>
              <a:t>Headline</a:t>
            </a:r>
          </a:p>
        </p:txBody>
      </p:sp>
      <p:sp>
        <p:nvSpPr>
          <p:cNvPr id="7" name="Text Placeholder 3">
            <a:extLst>
              <a:ext uri="{FF2B5EF4-FFF2-40B4-BE49-F238E27FC236}">
                <a16:creationId xmlns:a16="http://schemas.microsoft.com/office/drawing/2014/main" id="{045966C3-64F1-40A2-2AAA-26CB21389967}"/>
              </a:ext>
            </a:extLst>
          </p:cNvPr>
          <p:cNvSpPr>
            <a:spLocks noGrp="1"/>
          </p:cNvSpPr>
          <p:nvPr>
            <p:ph type="body" sz="half" idx="2" hasCustomPrompt="1"/>
          </p:nvPr>
        </p:nvSpPr>
        <p:spPr>
          <a:xfrm>
            <a:off x="609600" y="1828801"/>
            <a:ext cx="3657600" cy="1600200"/>
          </a:xfrm>
        </p:spPr>
        <p:txBody>
          <a:bodyPr tIns="182880" rIns="45720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Picture Placeholder 8">
            <a:extLst>
              <a:ext uri="{FF2B5EF4-FFF2-40B4-BE49-F238E27FC236}">
                <a16:creationId xmlns:a16="http://schemas.microsoft.com/office/drawing/2014/main" id="{588BE3B4-ABED-7654-DDBE-E03D4E5233AB}"/>
              </a:ext>
            </a:extLst>
          </p:cNvPr>
          <p:cNvSpPr>
            <a:spLocks noGrp="1"/>
          </p:cNvSpPr>
          <p:nvPr>
            <p:ph type="pic" sz="quarter" idx="32" hasCustomPrompt="1"/>
          </p:nvPr>
        </p:nvSpPr>
        <p:spPr>
          <a:xfrm>
            <a:off x="5295899" y="3657599"/>
            <a:ext cx="685800" cy="685800"/>
          </a:xfrm>
        </p:spPr>
        <p:txBody>
          <a:bodyPr anchor="t">
            <a:normAutofit/>
          </a:bodyPr>
          <a:lstStyle>
            <a:lvl1pPr marL="0" indent="0" algn="ctr">
              <a:buNone/>
              <a:defRPr sz="1800"/>
            </a:lvl1pPr>
          </a:lstStyle>
          <a:p>
            <a:r>
              <a:rPr lang="en-US"/>
              <a:t>Icon</a:t>
            </a:r>
          </a:p>
        </p:txBody>
      </p:sp>
      <p:sp>
        <p:nvSpPr>
          <p:cNvPr id="8" name="Picture Placeholder 8">
            <a:extLst>
              <a:ext uri="{FF2B5EF4-FFF2-40B4-BE49-F238E27FC236}">
                <a16:creationId xmlns:a16="http://schemas.microsoft.com/office/drawing/2014/main" id="{F628EC2E-B106-43A5-DFCB-389EE3F4C3E6}"/>
              </a:ext>
            </a:extLst>
          </p:cNvPr>
          <p:cNvSpPr>
            <a:spLocks noGrp="1"/>
          </p:cNvSpPr>
          <p:nvPr>
            <p:ph type="pic" sz="quarter" idx="33" hasCustomPrompt="1"/>
          </p:nvPr>
        </p:nvSpPr>
        <p:spPr>
          <a:xfrm>
            <a:off x="7150099" y="3657599"/>
            <a:ext cx="685800" cy="685800"/>
          </a:xfrm>
        </p:spPr>
        <p:txBody>
          <a:bodyPr anchor="t">
            <a:normAutofit/>
          </a:bodyPr>
          <a:lstStyle>
            <a:lvl1pPr marL="0" indent="0" algn="ctr">
              <a:buNone/>
              <a:defRPr sz="1800"/>
            </a:lvl1pPr>
          </a:lstStyle>
          <a:p>
            <a:r>
              <a:rPr lang="en-US"/>
              <a:t>Icon</a:t>
            </a:r>
          </a:p>
        </p:txBody>
      </p:sp>
      <p:sp>
        <p:nvSpPr>
          <p:cNvPr id="9" name="Picture Placeholder 8">
            <a:extLst>
              <a:ext uri="{FF2B5EF4-FFF2-40B4-BE49-F238E27FC236}">
                <a16:creationId xmlns:a16="http://schemas.microsoft.com/office/drawing/2014/main" id="{3316B424-3027-6A36-F343-87875C8BFFA7}"/>
              </a:ext>
            </a:extLst>
          </p:cNvPr>
          <p:cNvSpPr>
            <a:spLocks noGrp="1"/>
          </p:cNvSpPr>
          <p:nvPr>
            <p:ph type="pic" sz="quarter" idx="34" hasCustomPrompt="1"/>
          </p:nvPr>
        </p:nvSpPr>
        <p:spPr>
          <a:xfrm>
            <a:off x="9004299" y="3657599"/>
            <a:ext cx="685800" cy="6858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E373EA8D-6B87-8A8B-B37B-7BD62B560FD0}"/>
              </a:ext>
            </a:extLst>
          </p:cNvPr>
          <p:cNvSpPr>
            <a:spLocks noGrp="1"/>
          </p:cNvSpPr>
          <p:nvPr>
            <p:ph type="pic" sz="quarter" idx="35" hasCustomPrompt="1"/>
          </p:nvPr>
        </p:nvSpPr>
        <p:spPr>
          <a:xfrm>
            <a:off x="10858500" y="3657599"/>
            <a:ext cx="685800" cy="685800"/>
          </a:xfrm>
        </p:spPr>
        <p:txBody>
          <a:bodyPr anchor="t">
            <a:normAutofit/>
          </a:bodyPr>
          <a:lstStyle>
            <a:lvl1pPr marL="0" indent="0" algn="ctr">
              <a:buNone/>
              <a:defRPr sz="1800"/>
            </a:lvl1pPr>
          </a:lstStyle>
          <a:p>
            <a:r>
              <a:rPr lang="en-US"/>
              <a:t>Icon</a:t>
            </a:r>
          </a:p>
        </p:txBody>
      </p:sp>
      <p:sp>
        <p:nvSpPr>
          <p:cNvPr id="10" name="Text Placeholder 9">
            <a:extLst>
              <a:ext uri="{FF2B5EF4-FFF2-40B4-BE49-F238E27FC236}">
                <a16:creationId xmlns:a16="http://schemas.microsoft.com/office/drawing/2014/main" id="{6C88E964-1D16-C615-F73C-6ED5AAE4DEF4}"/>
              </a:ext>
            </a:extLst>
          </p:cNvPr>
          <p:cNvSpPr>
            <a:spLocks noGrp="1"/>
          </p:cNvSpPr>
          <p:nvPr>
            <p:ph type="body" sz="quarter" idx="36" hasCustomPrompt="1"/>
          </p:nvPr>
        </p:nvSpPr>
        <p:spPr>
          <a:xfrm>
            <a:off x="4724400" y="4562475"/>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
        <p:nvSpPr>
          <p:cNvPr id="13" name="Text Placeholder 9">
            <a:extLst>
              <a:ext uri="{FF2B5EF4-FFF2-40B4-BE49-F238E27FC236}">
                <a16:creationId xmlns:a16="http://schemas.microsoft.com/office/drawing/2014/main" id="{149EFCE4-2D3E-925A-86BB-CAB1F214BD07}"/>
              </a:ext>
            </a:extLst>
          </p:cNvPr>
          <p:cNvSpPr>
            <a:spLocks noGrp="1"/>
          </p:cNvSpPr>
          <p:nvPr>
            <p:ph type="body" sz="quarter" idx="37" hasCustomPrompt="1"/>
          </p:nvPr>
        </p:nvSpPr>
        <p:spPr>
          <a:xfrm>
            <a:off x="6582304" y="4562474"/>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
        <p:nvSpPr>
          <p:cNvPr id="15" name="Text Placeholder 9">
            <a:extLst>
              <a:ext uri="{FF2B5EF4-FFF2-40B4-BE49-F238E27FC236}">
                <a16:creationId xmlns:a16="http://schemas.microsoft.com/office/drawing/2014/main" id="{E10577D4-4762-BAE6-18A7-06C8A8BD33F9}"/>
              </a:ext>
            </a:extLst>
          </p:cNvPr>
          <p:cNvSpPr>
            <a:spLocks noGrp="1"/>
          </p:cNvSpPr>
          <p:nvPr>
            <p:ph type="body" sz="quarter" idx="38" hasCustomPrompt="1"/>
          </p:nvPr>
        </p:nvSpPr>
        <p:spPr>
          <a:xfrm>
            <a:off x="8440208" y="4562473"/>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
        <p:nvSpPr>
          <p:cNvPr id="16" name="Text Placeholder 9">
            <a:extLst>
              <a:ext uri="{FF2B5EF4-FFF2-40B4-BE49-F238E27FC236}">
                <a16:creationId xmlns:a16="http://schemas.microsoft.com/office/drawing/2014/main" id="{63A58A93-9A98-29CE-26B0-3E71F1BB565B}"/>
              </a:ext>
            </a:extLst>
          </p:cNvPr>
          <p:cNvSpPr>
            <a:spLocks noGrp="1"/>
          </p:cNvSpPr>
          <p:nvPr>
            <p:ph type="body" sz="quarter" idx="39" hasCustomPrompt="1"/>
          </p:nvPr>
        </p:nvSpPr>
        <p:spPr>
          <a:xfrm>
            <a:off x="10298112" y="4562472"/>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Tree>
    <p:extLst>
      <p:ext uri="{BB962C8B-B14F-4D97-AF65-F5344CB8AC3E}">
        <p14:creationId xmlns:p14="http://schemas.microsoft.com/office/powerpoint/2010/main" val="3633646482"/>
      </p:ext>
    </p:extLst>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30/70 Content 5">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0" y="0"/>
            <a:ext cx="42672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 name="Content Placeholder 2">
            <a:extLst>
              <a:ext uri="{FF2B5EF4-FFF2-40B4-BE49-F238E27FC236}">
                <a16:creationId xmlns:a16="http://schemas.microsoft.com/office/drawing/2014/main" id="{431C53DF-D7C9-27C3-5DAA-C43FC8B16B10}"/>
              </a:ext>
            </a:extLst>
          </p:cNvPr>
          <p:cNvSpPr>
            <a:spLocks noGrp="1"/>
          </p:cNvSpPr>
          <p:nvPr>
            <p:ph idx="10" hasCustomPrompt="1"/>
          </p:nvPr>
        </p:nvSpPr>
        <p:spPr>
          <a:xfrm>
            <a:off x="7472400" y="0"/>
            <a:ext cx="2738400" cy="6400800"/>
          </a:xfrm>
        </p:spPr>
        <p:txBody>
          <a:bodyPr wrap="square" tIns="0" anchor="ctr" anchorCtr="0">
            <a:normAutofit/>
          </a:bodyPr>
          <a:lstStyle>
            <a:lvl1pPr marL="0" indent="0">
              <a:buNone/>
              <a:defRPr sz="1600" b="1">
                <a:solidFill>
                  <a:srgbClr val="311E57"/>
                </a:solidFill>
              </a:defRPr>
            </a:lvl1pPr>
            <a:lvl2pPr marL="457200" indent="0">
              <a:buNone/>
              <a:defRPr sz="2000" b="1">
                <a:solidFill>
                  <a:srgbClr val="311E57"/>
                </a:solidFill>
              </a:defRPr>
            </a:lvl2pPr>
            <a:lvl3pPr marL="914400" indent="0">
              <a:buNone/>
              <a:defRPr sz="1800" b="1">
                <a:solidFill>
                  <a:srgbClr val="311E57"/>
                </a:solidFill>
              </a:defRPr>
            </a:lvl3pPr>
            <a:lvl4pPr marL="1371600" indent="0">
              <a:buNone/>
              <a:defRPr sz="1600" b="1">
                <a:solidFill>
                  <a:srgbClr val="311E57"/>
                </a:solidFill>
              </a:defRPr>
            </a:lvl4pPr>
            <a:lvl5pPr marL="1828800" indent="0">
              <a:buNone/>
              <a:defRPr sz="1600" b="1">
                <a:solidFill>
                  <a:srgbClr val="311E57"/>
                </a:solidFill>
              </a:defRPr>
            </a:lvl5pPr>
            <a:lvl6pPr>
              <a:defRPr sz="2000"/>
            </a:lvl6pPr>
            <a:lvl7pPr>
              <a:defRPr sz="2000"/>
            </a:lvl7pPr>
            <a:lvl8pPr>
              <a:defRPr sz="2000"/>
            </a:lvl8pPr>
            <a:lvl9pPr>
              <a:defRPr sz="2000"/>
            </a:lvl9pPr>
          </a:lstStyle>
          <a:p>
            <a:pPr lvl="0"/>
            <a:r>
              <a:rPr lang="en-US"/>
              <a:t>Content</a:t>
            </a:r>
          </a:p>
          <a:p>
            <a:pPr marL="0" marR="0" lvl="0" indent="0" algn="l" defTabSz="228600" rtl="0" eaLnBrk="1" fontAlgn="auto" latinLnBrk="0" hangingPunct="1">
              <a:lnSpc>
                <a:spcPct val="150000"/>
              </a:lnSpc>
              <a:spcBef>
                <a:spcPct val="0"/>
              </a:spcBef>
              <a:spcAft>
                <a:spcPct val="0"/>
              </a:spcAft>
              <a:buClrTx/>
              <a:buSzTx/>
              <a:buFont typeface="Arial" panose="020B0604020202020204" pitchFamily="34" charset="0"/>
              <a:buNone/>
              <a:defRPr/>
            </a:pPr>
            <a:r>
              <a:rPr lang="en-US"/>
              <a:t>Content</a:t>
            </a:r>
          </a:p>
          <a:p>
            <a:pPr marL="0" marR="0" lvl="0" indent="0" algn="l" defTabSz="228600" rtl="0" eaLnBrk="1" fontAlgn="auto" latinLnBrk="0" hangingPunct="1">
              <a:lnSpc>
                <a:spcPct val="150000"/>
              </a:lnSpc>
              <a:spcBef>
                <a:spcPct val="0"/>
              </a:spcBef>
              <a:spcAft>
                <a:spcPct val="0"/>
              </a:spcAft>
              <a:buClrTx/>
              <a:buSzTx/>
              <a:buFont typeface="Arial" panose="020B0604020202020204" pitchFamily="34" charset="0"/>
              <a:buNone/>
              <a:defRPr/>
            </a:pPr>
            <a:r>
              <a:rPr lang="en-US"/>
              <a:t>Content</a:t>
            </a:r>
          </a:p>
          <a:p>
            <a:pPr marL="0" marR="0" lvl="0" indent="0" algn="l" defTabSz="228600" rtl="0" eaLnBrk="1" fontAlgn="auto" latinLnBrk="0" hangingPunct="1">
              <a:lnSpc>
                <a:spcPct val="150000"/>
              </a:lnSpc>
              <a:spcBef>
                <a:spcPct val="0"/>
              </a:spcBef>
              <a:spcAft>
                <a:spcPct val="0"/>
              </a:spcAft>
              <a:buClrTx/>
              <a:buSzTx/>
              <a:buFont typeface="Arial" panose="020B0604020202020204" pitchFamily="34" charset="0"/>
              <a:buNone/>
              <a:defRPr/>
            </a:pPr>
            <a:r>
              <a:rPr lang="en-US"/>
              <a:t>Content</a:t>
            </a:r>
          </a:p>
          <a:p>
            <a:pPr lvl="0"/>
            <a:endParaRPr lang="en-US"/>
          </a:p>
        </p:txBody>
      </p:sp>
      <p:sp>
        <p:nvSpPr>
          <p:cNvPr id="2" name="Title 1">
            <a:extLst>
              <a:ext uri="{FF2B5EF4-FFF2-40B4-BE49-F238E27FC236}">
                <a16:creationId xmlns:a16="http://schemas.microsoft.com/office/drawing/2014/main" id="{A3AE6E6B-D0CD-7CA7-F44F-AC7E593917DB}"/>
              </a:ext>
            </a:extLst>
          </p:cNvPr>
          <p:cNvSpPr>
            <a:spLocks noGrp="1"/>
          </p:cNvSpPr>
          <p:nvPr>
            <p:ph type="title" hasCustomPrompt="1"/>
          </p:nvPr>
        </p:nvSpPr>
        <p:spPr>
          <a:xfrm>
            <a:off x="609600" y="-1"/>
            <a:ext cx="3200400" cy="6400799"/>
          </a:xfrm>
          <a:prstGeom prst="rect">
            <a:avLst/>
          </a:prstGeom>
        </p:spPr>
        <p:txBody>
          <a:bodyPr>
            <a:normAutofit/>
          </a:bodyPr>
          <a:lstStyle>
            <a:lvl1pPr>
              <a:defRPr sz="2800">
                <a:solidFill>
                  <a:schemeClr val="bg1"/>
                </a:solidFill>
              </a:defRPr>
            </a:lvl1pPr>
          </a:lstStyle>
          <a:p>
            <a:r>
              <a:rPr lang="en-US"/>
              <a:t>Headline</a:t>
            </a:r>
          </a:p>
        </p:txBody>
      </p:sp>
    </p:spTree>
    <p:extLst>
      <p:ext uri="{BB962C8B-B14F-4D97-AF65-F5344CB8AC3E}">
        <p14:creationId xmlns:p14="http://schemas.microsoft.com/office/powerpoint/2010/main" val="1458807871"/>
      </p:ext>
    </p:extLst>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0/70 Content 6">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0"/>
            <a:ext cx="7467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685800"/>
            <a:ext cx="3657600" cy="1143000"/>
          </a:xfrm>
          <a:prstGeom prst="rect">
            <a:avLst/>
          </a:prstGeom>
        </p:spPr>
        <p:txBody>
          <a:bodyPr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0"/>
            <a:ext cx="3657600" cy="4343400"/>
          </a:xfrm>
        </p:spPr>
        <p:txBody>
          <a:bodyPr tIns="182880" rIns="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01E291C7-A1A4-B52C-C3DA-4467D526291E}"/>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035921885"/>
      </p:ext>
    </p:extLst>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0/70 Content 7">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3657600" cy="914400"/>
          </a:xfrm>
          <a:prstGeom prst="rect">
            <a:avLst/>
          </a:prstGeom>
        </p:spPr>
        <p:txBody>
          <a:bodyPr wrap="square" rIns="0" bIns="91440" anchor="t">
            <a:noAutofit/>
          </a:bodyPr>
          <a:lstStyle>
            <a:lvl1pPr>
              <a:defRPr sz="2400">
                <a:solidFill>
                  <a:srgbClr val="311E57"/>
                </a:solidFill>
                <a:latin typeface="+mj-lt"/>
              </a:defRPr>
            </a:lvl1pPr>
          </a:lstStyle>
          <a:p>
            <a:r>
              <a:rPr lang="en-US"/>
              <a:t>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36576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4724400" y="-1"/>
            <a:ext cx="7467601" cy="6400801"/>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3" name="Text Placeholder 3">
            <a:extLst>
              <a:ext uri="{FF2B5EF4-FFF2-40B4-BE49-F238E27FC236}">
                <a16:creationId xmlns:a16="http://schemas.microsoft.com/office/drawing/2014/main" id="{C80FAC8E-4064-3B05-0F63-B2529AD79721}"/>
              </a:ext>
            </a:extLst>
          </p:cNvPr>
          <p:cNvSpPr>
            <a:spLocks noGrp="1"/>
          </p:cNvSpPr>
          <p:nvPr>
            <p:ph type="body" sz="half" idx="2" hasCustomPrompt="1"/>
          </p:nvPr>
        </p:nvSpPr>
        <p:spPr>
          <a:xfrm>
            <a:off x="609600" y="1600201"/>
            <a:ext cx="3657600" cy="1371600"/>
          </a:xfrm>
        </p:spPr>
        <p:txBody>
          <a:bodyPr tIns="182880" rIns="0">
            <a:normAutofit/>
          </a:bodyPr>
          <a:lstStyle>
            <a:lvl1pPr marL="0" indent="0">
              <a:lnSpc>
                <a:spcPct val="150000"/>
              </a:lnSpc>
              <a:buNone/>
              <a:defRPr sz="14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9" name="Picture Placeholder 8">
            <a:extLst>
              <a:ext uri="{FF2B5EF4-FFF2-40B4-BE49-F238E27FC236}">
                <a16:creationId xmlns:a16="http://schemas.microsoft.com/office/drawing/2014/main" id="{9A62ED24-296D-73E1-BE61-3E2EB921DBBE}"/>
              </a:ext>
            </a:extLst>
          </p:cNvPr>
          <p:cNvSpPr>
            <a:spLocks noGrp="1"/>
          </p:cNvSpPr>
          <p:nvPr>
            <p:ph type="pic" sz="quarter" idx="25" hasCustomPrompt="1"/>
          </p:nvPr>
        </p:nvSpPr>
        <p:spPr>
          <a:xfrm>
            <a:off x="609600" y="3434080"/>
            <a:ext cx="685800" cy="6858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658F6883-525B-A751-54D4-59A3B07CED43}"/>
              </a:ext>
            </a:extLst>
          </p:cNvPr>
          <p:cNvSpPr>
            <a:spLocks noGrp="1"/>
          </p:cNvSpPr>
          <p:nvPr>
            <p:ph type="pic" sz="quarter" idx="26" hasCustomPrompt="1"/>
          </p:nvPr>
        </p:nvSpPr>
        <p:spPr>
          <a:xfrm>
            <a:off x="609600" y="4343400"/>
            <a:ext cx="685800" cy="685800"/>
          </a:xfrm>
        </p:spPr>
        <p:txBody>
          <a:bodyPr anchor="t">
            <a:normAutofit/>
          </a:bodyPr>
          <a:lstStyle>
            <a:lvl1pPr marL="0" indent="0" algn="ctr">
              <a:buNone/>
              <a:defRPr sz="1800"/>
            </a:lvl1pPr>
          </a:lstStyle>
          <a:p>
            <a:r>
              <a:rPr lang="en-US"/>
              <a:t>Icon</a:t>
            </a:r>
          </a:p>
        </p:txBody>
      </p:sp>
      <p:sp>
        <p:nvSpPr>
          <p:cNvPr id="12" name="Picture Placeholder 8">
            <a:extLst>
              <a:ext uri="{FF2B5EF4-FFF2-40B4-BE49-F238E27FC236}">
                <a16:creationId xmlns:a16="http://schemas.microsoft.com/office/drawing/2014/main" id="{28AD9FA4-870E-96D1-2A57-4FC093156CC9}"/>
              </a:ext>
            </a:extLst>
          </p:cNvPr>
          <p:cNvSpPr>
            <a:spLocks noGrp="1"/>
          </p:cNvSpPr>
          <p:nvPr>
            <p:ph type="pic" sz="quarter" idx="27" hasCustomPrompt="1"/>
          </p:nvPr>
        </p:nvSpPr>
        <p:spPr>
          <a:xfrm>
            <a:off x="609600" y="5257800"/>
            <a:ext cx="685800" cy="685800"/>
          </a:xfrm>
        </p:spPr>
        <p:txBody>
          <a:bodyPr anchor="t">
            <a:normAutofit/>
          </a:bodyPr>
          <a:lstStyle>
            <a:lvl1pPr marL="0" indent="0" algn="ctr">
              <a:buNone/>
              <a:defRPr sz="1800"/>
            </a:lvl1pPr>
          </a:lstStyle>
          <a:p>
            <a:r>
              <a:rPr lang="en-US"/>
              <a:t>Icon</a:t>
            </a:r>
          </a:p>
        </p:txBody>
      </p:sp>
      <p:sp>
        <p:nvSpPr>
          <p:cNvPr id="5" name="Text Placeholder 3">
            <a:extLst>
              <a:ext uri="{FF2B5EF4-FFF2-40B4-BE49-F238E27FC236}">
                <a16:creationId xmlns:a16="http://schemas.microsoft.com/office/drawing/2014/main" id="{1E55E15E-62BD-ECF9-E4D3-CF5D7D8E0989}"/>
              </a:ext>
            </a:extLst>
          </p:cNvPr>
          <p:cNvSpPr>
            <a:spLocks noGrp="1"/>
          </p:cNvSpPr>
          <p:nvPr>
            <p:ph type="body" sz="half" idx="10" hasCustomPrompt="1"/>
          </p:nvPr>
        </p:nvSpPr>
        <p:spPr>
          <a:xfrm>
            <a:off x="1524000" y="3434080"/>
            <a:ext cx="2743200" cy="685800"/>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3" name="Text Placeholder 3">
            <a:extLst>
              <a:ext uri="{FF2B5EF4-FFF2-40B4-BE49-F238E27FC236}">
                <a16:creationId xmlns:a16="http://schemas.microsoft.com/office/drawing/2014/main" id="{C9C62280-6411-8F17-0E97-24E51EFB1603}"/>
              </a:ext>
            </a:extLst>
          </p:cNvPr>
          <p:cNvSpPr>
            <a:spLocks noGrp="1"/>
          </p:cNvSpPr>
          <p:nvPr>
            <p:ph type="body" sz="half" idx="29" hasCustomPrompt="1"/>
          </p:nvPr>
        </p:nvSpPr>
        <p:spPr>
          <a:xfrm>
            <a:off x="1524000" y="4343400"/>
            <a:ext cx="2743200" cy="685800"/>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4" name="Text Placeholder 3">
            <a:extLst>
              <a:ext uri="{FF2B5EF4-FFF2-40B4-BE49-F238E27FC236}">
                <a16:creationId xmlns:a16="http://schemas.microsoft.com/office/drawing/2014/main" id="{1ED2384F-9B05-C755-EE8A-967106C25639}"/>
              </a:ext>
            </a:extLst>
          </p:cNvPr>
          <p:cNvSpPr>
            <a:spLocks noGrp="1"/>
          </p:cNvSpPr>
          <p:nvPr>
            <p:ph type="body" sz="half" idx="30" hasCustomPrompt="1"/>
          </p:nvPr>
        </p:nvSpPr>
        <p:spPr>
          <a:xfrm>
            <a:off x="1524000" y="5257800"/>
            <a:ext cx="2743200" cy="685800"/>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2050489221"/>
      </p:ext>
    </p:extLst>
  </p:cSld>
  <p:clrMapOvr>
    <a:masterClrMapping/>
  </p:clrMapOvr>
  <p:transition/>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30/70 Content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0418EE-5FD2-6D48-5705-40674DAAC7FB}"/>
              </a:ext>
            </a:extLst>
          </p:cNvPr>
          <p:cNvSpPr/>
          <p:nvPr userDrawn="1"/>
        </p:nvSpPr>
        <p:spPr>
          <a:xfrm>
            <a:off x="4038600" y="0"/>
            <a:ext cx="8153400" cy="6400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4724400" y="694764"/>
            <a:ext cx="6858000" cy="1134036"/>
          </a:xfrm>
          <a:prstGeom prst="rect">
            <a:avLst/>
          </a:prstGeom>
        </p:spPr>
        <p:txBody>
          <a:bodyPr wrap="square" bIns="91440" anchor="b">
            <a:noAutofit/>
          </a:bodyPr>
          <a:lstStyle>
            <a:lvl1pPr>
              <a:defRPr sz="3200">
                <a:solidFill>
                  <a:schemeClr val="bg1"/>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4724400" y="1837765"/>
            <a:ext cx="6858000" cy="4334436"/>
          </a:xfrm>
        </p:spPr>
        <p:txBody>
          <a:bodyPr wrap="square" tIns="182880">
            <a:normAutofit/>
          </a:bodyPr>
          <a:lstStyle>
            <a:lvl1pPr marL="0" indent="0">
              <a:buFont typeface="Arial" panose="020B0604020202020204" pitchFamily="34" charse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 name="Text Placeholder 16">
            <a:extLst>
              <a:ext uri="{FF2B5EF4-FFF2-40B4-BE49-F238E27FC236}">
                <a16:creationId xmlns:a16="http://schemas.microsoft.com/office/drawing/2014/main" id="{92159EDE-DD2C-8F64-9DAB-D5BBD204DEF8}"/>
              </a:ext>
            </a:extLst>
          </p:cNvPr>
          <p:cNvSpPr>
            <a:spLocks noGrp="1"/>
          </p:cNvSpPr>
          <p:nvPr>
            <p:ph type="body" sz="quarter" idx="18" hasCustomPrompt="1"/>
          </p:nvPr>
        </p:nvSpPr>
        <p:spPr>
          <a:xfrm>
            <a:off x="4724400" y="8964"/>
            <a:ext cx="5029200" cy="676836"/>
          </a:xfrm>
        </p:spPr>
        <p:txBody>
          <a:bodyPr wrap="square" anchor="ctr">
            <a:noAutofit/>
          </a:bodyPr>
          <a:lstStyle>
            <a:lvl1pPr marL="0" indent="0">
              <a:buNone/>
              <a:defRPr sz="1800" b="1">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3" name="Picture Placeholder 2">
            <a:extLst>
              <a:ext uri="{FF2B5EF4-FFF2-40B4-BE49-F238E27FC236}">
                <a16:creationId xmlns:a16="http://schemas.microsoft.com/office/drawing/2014/main" id="{F7F40475-BB60-A940-6A70-5E61383D57EB}"/>
              </a:ext>
            </a:extLst>
          </p:cNvPr>
          <p:cNvSpPr>
            <a:spLocks noGrp="1"/>
          </p:cNvSpPr>
          <p:nvPr>
            <p:ph type="pic" idx="1" hasCustomPrompt="1"/>
          </p:nvPr>
        </p:nvSpPr>
        <p:spPr>
          <a:xfrm>
            <a:off x="0" y="0"/>
            <a:ext cx="4038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Tree>
    <p:extLst>
      <p:ext uri="{BB962C8B-B14F-4D97-AF65-F5344CB8AC3E}">
        <p14:creationId xmlns:p14="http://schemas.microsoft.com/office/powerpoint/2010/main" val="3972349827"/>
      </p:ext>
    </p:extLst>
  </p:cSld>
  <p:clrMapOvr>
    <a:masterClrMapping/>
  </p:clrMapOvr>
  <p:transition/>
  <p:extLst>
    <p:ext uri="{DCECCB84-F9BA-43D5-87BE-67443E8EF086}">
      <p15:sldGuideLst xmlns:p15="http://schemas.microsoft.com/office/powerpoint/2012/main">
        <p15:guide id="1" orient="horz" pos="1152">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5/25/25/25 Content 1">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C275FA81-DA84-2DD0-48B8-0A398FE650D8}"/>
              </a:ext>
            </a:extLst>
          </p:cNvPr>
          <p:cNvSpPr>
            <a:spLocks noGrp="1"/>
          </p:cNvSpPr>
          <p:nvPr>
            <p:ph sz="half" idx="19" hasCustomPrompt="1"/>
          </p:nvPr>
        </p:nvSpPr>
        <p:spPr>
          <a:xfrm>
            <a:off x="609597" y="3429000"/>
            <a:ext cx="2286003" cy="2743738"/>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7" y="685800"/>
            <a:ext cx="10972800" cy="1143000"/>
          </a:xfrm>
          <a:prstGeom prst="rect">
            <a:avLst/>
          </a:prstGeom>
        </p:spPr>
        <p:txBody>
          <a:bodyPr vert="horz" lIns="0" tIns="45720" rIns="0" bIns="91440" rtlCol="0" anchor="ctr">
            <a:normAutofit/>
          </a:bodyPr>
          <a:lstStyle>
            <a:lvl1pPr>
              <a:defRPr>
                <a:latin typeface="+mj-lt"/>
              </a:defRPr>
            </a:lvl1pPr>
          </a:lstStyle>
          <a:p>
            <a:r>
              <a:rPr lang="en-US"/>
              <a:t>Headline</a:t>
            </a:r>
          </a:p>
        </p:txBody>
      </p:sp>
      <p:sp>
        <p:nvSpPr>
          <p:cNvPr id="13" name="Text Placeholder 7">
            <a:extLst>
              <a:ext uri="{FF2B5EF4-FFF2-40B4-BE49-F238E27FC236}">
                <a16:creationId xmlns:a16="http://schemas.microsoft.com/office/drawing/2014/main" id="{06661C1C-1A15-18B4-7396-B14E49CF294B}"/>
              </a:ext>
            </a:extLst>
          </p:cNvPr>
          <p:cNvSpPr>
            <a:spLocks noGrp="1"/>
          </p:cNvSpPr>
          <p:nvPr>
            <p:ph type="body" sz="quarter" idx="22" hasCustomPrompt="1"/>
          </p:nvPr>
        </p:nvSpPr>
        <p:spPr>
          <a:xfrm>
            <a:off x="609597" y="2743200"/>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4" name="Text Placeholder 7">
            <a:extLst>
              <a:ext uri="{FF2B5EF4-FFF2-40B4-BE49-F238E27FC236}">
                <a16:creationId xmlns:a16="http://schemas.microsoft.com/office/drawing/2014/main" id="{AEAA5D48-E24D-70DE-3A51-75906148F7DF}"/>
              </a:ext>
            </a:extLst>
          </p:cNvPr>
          <p:cNvSpPr>
            <a:spLocks noGrp="1"/>
          </p:cNvSpPr>
          <p:nvPr>
            <p:ph type="body" sz="quarter" idx="25" hasCustomPrompt="1"/>
          </p:nvPr>
        </p:nvSpPr>
        <p:spPr>
          <a:xfrm>
            <a:off x="3362227" y="2743199"/>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5" name="Text Placeholder 7">
            <a:extLst>
              <a:ext uri="{FF2B5EF4-FFF2-40B4-BE49-F238E27FC236}">
                <a16:creationId xmlns:a16="http://schemas.microsoft.com/office/drawing/2014/main" id="{30CABAD0-7183-F503-E6F0-7F503ABA450A}"/>
              </a:ext>
            </a:extLst>
          </p:cNvPr>
          <p:cNvSpPr>
            <a:spLocks noGrp="1"/>
          </p:cNvSpPr>
          <p:nvPr>
            <p:ph type="body" sz="quarter" idx="26" hasCustomPrompt="1"/>
          </p:nvPr>
        </p:nvSpPr>
        <p:spPr>
          <a:xfrm>
            <a:off x="6105427" y="2743199"/>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6" name="Text Placeholder 7">
            <a:extLst>
              <a:ext uri="{FF2B5EF4-FFF2-40B4-BE49-F238E27FC236}">
                <a16:creationId xmlns:a16="http://schemas.microsoft.com/office/drawing/2014/main" id="{FDA3743E-6F9F-AC69-5009-59491866C0EA}"/>
              </a:ext>
            </a:extLst>
          </p:cNvPr>
          <p:cNvSpPr>
            <a:spLocks noGrp="1"/>
          </p:cNvSpPr>
          <p:nvPr>
            <p:ph type="body" sz="quarter" idx="27" hasCustomPrompt="1"/>
          </p:nvPr>
        </p:nvSpPr>
        <p:spPr>
          <a:xfrm>
            <a:off x="8848436" y="2743199"/>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7" name="Text Placeholder 7">
            <a:extLst>
              <a:ext uri="{FF2B5EF4-FFF2-40B4-BE49-F238E27FC236}">
                <a16:creationId xmlns:a16="http://schemas.microsoft.com/office/drawing/2014/main" id="{FC8CCD33-296C-2515-D6CC-79BA1BD777A1}"/>
              </a:ext>
            </a:extLst>
          </p:cNvPr>
          <p:cNvSpPr>
            <a:spLocks noGrp="1"/>
          </p:cNvSpPr>
          <p:nvPr>
            <p:ph type="body" sz="quarter" idx="28" hasCustomPrompt="1"/>
          </p:nvPr>
        </p:nvSpPr>
        <p:spPr>
          <a:xfrm>
            <a:off x="609597" y="1"/>
            <a:ext cx="4572002" cy="685800"/>
          </a:xfrm>
        </p:spPr>
        <p:txBody>
          <a:bodyPr bIns="0" anchor="ctr">
            <a:noAutofit/>
          </a:bodyPr>
          <a:lstStyle>
            <a:lvl1pPr marL="0" indent="0">
              <a:buNone/>
              <a:defRPr sz="1800" b="1">
                <a:solidFill>
                  <a:schemeClr val="accent1"/>
                </a:solidFill>
                <a:latin typeface="+mj-lt"/>
              </a:defRPr>
            </a:lvl1pPr>
          </a:lstStyle>
          <a:p>
            <a:pPr lvl="0"/>
            <a:r>
              <a:rPr lang="en-US"/>
              <a:t>Topic</a:t>
            </a:r>
          </a:p>
        </p:txBody>
      </p:sp>
      <p:sp>
        <p:nvSpPr>
          <p:cNvPr id="4" name="Picture Placeholder 8">
            <a:extLst>
              <a:ext uri="{FF2B5EF4-FFF2-40B4-BE49-F238E27FC236}">
                <a16:creationId xmlns:a16="http://schemas.microsoft.com/office/drawing/2014/main" id="{3983A4AF-356D-010E-D12F-8E7D35742C9F}"/>
              </a:ext>
            </a:extLst>
          </p:cNvPr>
          <p:cNvSpPr>
            <a:spLocks noGrp="1"/>
          </p:cNvSpPr>
          <p:nvPr>
            <p:ph type="pic" sz="quarter" idx="32" hasCustomPrompt="1"/>
          </p:nvPr>
        </p:nvSpPr>
        <p:spPr>
          <a:xfrm>
            <a:off x="609597" y="2059359"/>
            <a:ext cx="685800" cy="685800"/>
          </a:xfrm>
        </p:spPr>
        <p:txBody>
          <a:bodyPr anchor="t">
            <a:normAutofit/>
          </a:bodyPr>
          <a:lstStyle>
            <a:lvl1pPr marL="0" indent="0" algn="ctr">
              <a:buNone/>
              <a:defRPr sz="1800"/>
            </a:lvl1pPr>
          </a:lstStyle>
          <a:p>
            <a:r>
              <a:rPr lang="en-US"/>
              <a:t>Icon</a:t>
            </a:r>
          </a:p>
        </p:txBody>
      </p:sp>
      <p:sp>
        <p:nvSpPr>
          <p:cNvPr id="7" name="Picture Placeholder 8">
            <a:extLst>
              <a:ext uri="{FF2B5EF4-FFF2-40B4-BE49-F238E27FC236}">
                <a16:creationId xmlns:a16="http://schemas.microsoft.com/office/drawing/2014/main" id="{DE173C8E-E5EA-D93D-5EF2-82EEB96D2030}"/>
              </a:ext>
            </a:extLst>
          </p:cNvPr>
          <p:cNvSpPr>
            <a:spLocks noGrp="1"/>
          </p:cNvSpPr>
          <p:nvPr>
            <p:ph type="pic" sz="quarter" idx="33" hasCustomPrompt="1"/>
          </p:nvPr>
        </p:nvSpPr>
        <p:spPr>
          <a:xfrm>
            <a:off x="3357689" y="2059359"/>
            <a:ext cx="685800" cy="685800"/>
          </a:xfrm>
        </p:spPr>
        <p:txBody>
          <a:bodyPr anchor="t">
            <a:normAutofit/>
          </a:bodyPr>
          <a:lstStyle>
            <a:lvl1pPr marL="0" indent="0" algn="ctr">
              <a:buNone/>
              <a:defRPr sz="1800"/>
            </a:lvl1pPr>
          </a:lstStyle>
          <a:p>
            <a:r>
              <a:rPr lang="en-US"/>
              <a:t>Icon</a:t>
            </a:r>
          </a:p>
        </p:txBody>
      </p:sp>
      <p:sp>
        <p:nvSpPr>
          <p:cNvPr id="24" name="Picture Placeholder 8">
            <a:extLst>
              <a:ext uri="{FF2B5EF4-FFF2-40B4-BE49-F238E27FC236}">
                <a16:creationId xmlns:a16="http://schemas.microsoft.com/office/drawing/2014/main" id="{A8F37996-55E3-1CD0-262D-00599778CD7E}"/>
              </a:ext>
            </a:extLst>
          </p:cNvPr>
          <p:cNvSpPr>
            <a:spLocks noGrp="1"/>
          </p:cNvSpPr>
          <p:nvPr>
            <p:ph type="pic" sz="quarter" idx="34" hasCustomPrompt="1"/>
          </p:nvPr>
        </p:nvSpPr>
        <p:spPr>
          <a:xfrm>
            <a:off x="6101080" y="2059359"/>
            <a:ext cx="685800" cy="685800"/>
          </a:xfrm>
        </p:spPr>
        <p:txBody>
          <a:bodyPr anchor="t">
            <a:normAutofit/>
          </a:bodyPr>
          <a:lstStyle>
            <a:lvl1pPr marL="0" indent="0" algn="ctr">
              <a:buNone/>
              <a:defRPr sz="1800"/>
            </a:lvl1pPr>
          </a:lstStyle>
          <a:p>
            <a:r>
              <a:rPr lang="en-US"/>
              <a:t>Icon</a:t>
            </a:r>
          </a:p>
        </p:txBody>
      </p:sp>
      <p:sp>
        <p:nvSpPr>
          <p:cNvPr id="25" name="Picture Placeholder 8">
            <a:extLst>
              <a:ext uri="{FF2B5EF4-FFF2-40B4-BE49-F238E27FC236}">
                <a16:creationId xmlns:a16="http://schemas.microsoft.com/office/drawing/2014/main" id="{A2BF4A53-2C5B-83EA-F36F-D2EBDEA85FE8}"/>
              </a:ext>
            </a:extLst>
          </p:cNvPr>
          <p:cNvSpPr>
            <a:spLocks noGrp="1"/>
          </p:cNvSpPr>
          <p:nvPr>
            <p:ph type="pic" sz="quarter" idx="35" hasCustomPrompt="1"/>
          </p:nvPr>
        </p:nvSpPr>
        <p:spPr>
          <a:xfrm>
            <a:off x="8844089" y="2059359"/>
            <a:ext cx="685800" cy="685800"/>
          </a:xfrm>
        </p:spPr>
        <p:txBody>
          <a:bodyPr anchor="t">
            <a:normAutofit/>
          </a:bodyPr>
          <a:lstStyle>
            <a:lvl1pPr marL="0" indent="0" algn="ctr">
              <a:buNone/>
              <a:defRPr sz="1800"/>
            </a:lvl1pPr>
          </a:lstStyle>
          <a:p>
            <a:r>
              <a:rPr lang="en-US"/>
              <a:t>Icon</a:t>
            </a:r>
          </a:p>
        </p:txBody>
      </p:sp>
      <p:sp>
        <p:nvSpPr>
          <p:cNvPr id="27" name="Content Placeholder 2">
            <a:extLst>
              <a:ext uri="{FF2B5EF4-FFF2-40B4-BE49-F238E27FC236}">
                <a16:creationId xmlns:a16="http://schemas.microsoft.com/office/drawing/2014/main" id="{C37FECED-C755-6E34-97E3-E353F234B261}"/>
              </a:ext>
            </a:extLst>
          </p:cNvPr>
          <p:cNvSpPr>
            <a:spLocks noGrp="1"/>
          </p:cNvSpPr>
          <p:nvPr>
            <p:ph sz="half" idx="36" hasCustomPrompt="1"/>
          </p:nvPr>
        </p:nvSpPr>
        <p:spPr>
          <a:xfrm>
            <a:off x="3362225" y="3428999"/>
            <a:ext cx="2276575" cy="2705575"/>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8" name="Content Placeholder 2">
            <a:extLst>
              <a:ext uri="{FF2B5EF4-FFF2-40B4-BE49-F238E27FC236}">
                <a16:creationId xmlns:a16="http://schemas.microsoft.com/office/drawing/2014/main" id="{0FD324ED-5ADC-23D3-F156-A889B4ED79C3}"/>
              </a:ext>
            </a:extLst>
          </p:cNvPr>
          <p:cNvSpPr>
            <a:spLocks noGrp="1"/>
          </p:cNvSpPr>
          <p:nvPr>
            <p:ph sz="half" idx="37" hasCustomPrompt="1"/>
          </p:nvPr>
        </p:nvSpPr>
        <p:spPr>
          <a:xfrm>
            <a:off x="6096001" y="3428999"/>
            <a:ext cx="2285999" cy="2705575"/>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9" name="Content Placeholder 2">
            <a:extLst>
              <a:ext uri="{FF2B5EF4-FFF2-40B4-BE49-F238E27FC236}">
                <a16:creationId xmlns:a16="http://schemas.microsoft.com/office/drawing/2014/main" id="{B6818327-A6B7-963E-031B-93BBCBEE3743}"/>
              </a:ext>
            </a:extLst>
          </p:cNvPr>
          <p:cNvSpPr>
            <a:spLocks noGrp="1"/>
          </p:cNvSpPr>
          <p:nvPr>
            <p:ph sz="half" idx="38" hasCustomPrompt="1"/>
          </p:nvPr>
        </p:nvSpPr>
        <p:spPr>
          <a:xfrm>
            <a:off x="8839201" y="3429000"/>
            <a:ext cx="2286000" cy="2743200"/>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Tree>
    <p:extLst>
      <p:ext uri="{BB962C8B-B14F-4D97-AF65-F5344CB8AC3E}">
        <p14:creationId xmlns:p14="http://schemas.microsoft.com/office/powerpoint/2010/main" val="3046147351"/>
      </p:ext>
    </p:extLst>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5/25/25/25 Content 2">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5" y="692265"/>
            <a:ext cx="10972800" cy="571495"/>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Heading</a:t>
            </a:r>
          </a:p>
        </p:txBody>
      </p:sp>
      <p:sp>
        <p:nvSpPr>
          <p:cNvPr id="14" name="Text Placeholder 13">
            <a:extLst>
              <a:ext uri="{FF2B5EF4-FFF2-40B4-BE49-F238E27FC236}">
                <a16:creationId xmlns:a16="http://schemas.microsoft.com/office/drawing/2014/main" id="{C521B0A7-25A4-9F89-1581-BBF88B7A7B0F}"/>
              </a:ext>
            </a:extLst>
          </p:cNvPr>
          <p:cNvSpPr>
            <a:spLocks noGrp="1"/>
          </p:cNvSpPr>
          <p:nvPr>
            <p:ph type="body" sz="quarter" idx="19" hasCustomPrompt="1"/>
          </p:nvPr>
        </p:nvSpPr>
        <p:spPr>
          <a:xfrm>
            <a:off x="6095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17" name="Text Placeholder 3">
            <a:extLst>
              <a:ext uri="{FF2B5EF4-FFF2-40B4-BE49-F238E27FC236}">
                <a16:creationId xmlns:a16="http://schemas.microsoft.com/office/drawing/2014/main" id="{D8172CBF-CEC0-97A9-58C5-EA57411927D5}"/>
              </a:ext>
            </a:extLst>
          </p:cNvPr>
          <p:cNvSpPr>
            <a:spLocks noGrp="1"/>
          </p:cNvSpPr>
          <p:nvPr>
            <p:ph type="body" sz="half" idx="2" hasCustomPrompt="1"/>
          </p:nvPr>
        </p:nvSpPr>
        <p:spPr>
          <a:xfrm>
            <a:off x="609600" y="1371600"/>
            <a:ext cx="10972800" cy="1600200"/>
          </a:xfrm>
        </p:spPr>
        <p:txBody>
          <a:bodyPr wrap="square" tIns="91440"/>
          <a:lstStyle>
            <a:lvl1pPr marL="0" indent="0">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1" name="Text Placeholder 13">
            <a:extLst>
              <a:ext uri="{FF2B5EF4-FFF2-40B4-BE49-F238E27FC236}">
                <a16:creationId xmlns:a16="http://schemas.microsoft.com/office/drawing/2014/main" id="{EAA887F5-6857-C5B1-B894-DC199DE0B691}"/>
              </a:ext>
            </a:extLst>
          </p:cNvPr>
          <p:cNvSpPr>
            <a:spLocks noGrp="1"/>
          </p:cNvSpPr>
          <p:nvPr>
            <p:ph type="body" sz="quarter" idx="21" hasCustomPrompt="1"/>
          </p:nvPr>
        </p:nvSpPr>
        <p:spPr>
          <a:xfrm>
            <a:off x="35051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7" name="Text Placeholder 13">
            <a:extLst>
              <a:ext uri="{FF2B5EF4-FFF2-40B4-BE49-F238E27FC236}">
                <a16:creationId xmlns:a16="http://schemas.microsoft.com/office/drawing/2014/main" id="{C2A9572F-5E00-E2EF-4EF5-1634D128BEF8}"/>
              </a:ext>
            </a:extLst>
          </p:cNvPr>
          <p:cNvSpPr>
            <a:spLocks noGrp="1"/>
          </p:cNvSpPr>
          <p:nvPr>
            <p:ph type="body" sz="quarter" idx="23" hasCustomPrompt="1"/>
          </p:nvPr>
        </p:nvSpPr>
        <p:spPr>
          <a:xfrm>
            <a:off x="64007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33" name="Text Placeholder 13">
            <a:extLst>
              <a:ext uri="{FF2B5EF4-FFF2-40B4-BE49-F238E27FC236}">
                <a16:creationId xmlns:a16="http://schemas.microsoft.com/office/drawing/2014/main" id="{747E04F8-29FF-A671-DC18-04E80FC10886}"/>
              </a:ext>
            </a:extLst>
          </p:cNvPr>
          <p:cNvSpPr>
            <a:spLocks noGrp="1"/>
          </p:cNvSpPr>
          <p:nvPr>
            <p:ph type="body" sz="quarter" idx="25" hasCustomPrompt="1"/>
          </p:nvPr>
        </p:nvSpPr>
        <p:spPr>
          <a:xfrm>
            <a:off x="92963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 name="Oval 1">
            <a:extLst>
              <a:ext uri="{FF2B5EF4-FFF2-40B4-BE49-F238E27FC236}">
                <a16:creationId xmlns:a16="http://schemas.microsoft.com/office/drawing/2014/main" id="{9DB07DA8-2933-DB25-48A3-D2CC8F663D4F}"/>
              </a:ext>
            </a:extLst>
          </p:cNvPr>
          <p:cNvSpPr>
            <a:spLocks noChangeAspect="1"/>
          </p:cNvSpPr>
          <p:nvPr userDrawn="1"/>
        </p:nvSpPr>
        <p:spPr>
          <a:xfrm>
            <a:off x="10668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8B02A3A1-85FF-0B9A-F335-15A24E671F4A}"/>
              </a:ext>
            </a:extLst>
          </p:cNvPr>
          <p:cNvSpPr>
            <a:spLocks noGrp="1" noChangeAspect="1"/>
          </p:cNvSpPr>
          <p:nvPr>
            <p:ph type="pic" sz="quarter" idx="30" hasCustomPrompt="1"/>
          </p:nvPr>
        </p:nvSpPr>
        <p:spPr>
          <a:xfrm>
            <a:off x="1294283" y="3427884"/>
            <a:ext cx="916634" cy="916634"/>
          </a:xfrm>
        </p:spPr>
        <p:txBody>
          <a:bodyPr anchor="t">
            <a:normAutofit/>
          </a:bodyPr>
          <a:lstStyle>
            <a:lvl1pPr marL="0" indent="0" algn="ctr">
              <a:buNone/>
              <a:defRPr sz="1800"/>
            </a:lvl1pPr>
          </a:lstStyle>
          <a:p>
            <a:r>
              <a:rPr lang="en-US"/>
              <a:t>Icon</a:t>
            </a:r>
          </a:p>
        </p:txBody>
      </p:sp>
      <p:sp>
        <p:nvSpPr>
          <p:cNvPr id="5" name="Oval 4">
            <a:extLst>
              <a:ext uri="{FF2B5EF4-FFF2-40B4-BE49-F238E27FC236}">
                <a16:creationId xmlns:a16="http://schemas.microsoft.com/office/drawing/2014/main" id="{D090EE4A-8867-ED8B-6123-75D2D2384908}"/>
              </a:ext>
            </a:extLst>
          </p:cNvPr>
          <p:cNvSpPr>
            <a:spLocks noChangeAspect="1"/>
          </p:cNvSpPr>
          <p:nvPr userDrawn="1"/>
        </p:nvSpPr>
        <p:spPr>
          <a:xfrm>
            <a:off x="97536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0" name="Oval 9">
            <a:extLst>
              <a:ext uri="{FF2B5EF4-FFF2-40B4-BE49-F238E27FC236}">
                <a16:creationId xmlns:a16="http://schemas.microsoft.com/office/drawing/2014/main" id="{B958373E-F85B-3F1B-49C2-B7282415D8F9}"/>
              </a:ext>
            </a:extLst>
          </p:cNvPr>
          <p:cNvSpPr>
            <a:spLocks noChangeAspect="1"/>
          </p:cNvSpPr>
          <p:nvPr userDrawn="1"/>
        </p:nvSpPr>
        <p:spPr>
          <a:xfrm>
            <a:off x="39624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Oval 10">
            <a:extLst>
              <a:ext uri="{FF2B5EF4-FFF2-40B4-BE49-F238E27FC236}">
                <a16:creationId xmlns:a16="http://schemas.microsoft.com/office/drawing/2014/main" id="{BA505DD1-698C-7A65-9BA7-16154963C57F}"/>
              </a:ext>
            </a:extLst>
          </p:cNvPr>
          <p:cNvSpPr>
            <a:spLocks noChangeAspect="1"/>
          </p:cNvSpPr>
          <p:nvPr userDrawn="1"/>
        </p:nvSpPr>
        <p:spPr>
          <a:xfrm>
            <a:off x="68580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2" name="Picture Placeholder 8">
            <a:extLst>
              <a:ext uri="{FF2B5EF4-FFF2-40B4-BE49-F238E27FC236}">
                <a16:creationId xmlns:a16="http://schemas.microsoft.com/office/drawing/2014/main" id="{7078D64A-03D2-48CE-521D-679F287FA3AE}"/>
              </a:ext>
            </a:extLst>
          </p:cNvPr>
          <p:cNvSpPr>
            <a:spLocks noGrp="1" noChangeAspect="1"/>
          </p:cNvSpPr>
          <p:nvPr>
            <p:ph type="pic" sz="quarter" idx="32" hasCustomPrompt="1"/>
          </p:nvPr>
        </p:nvSpPr>
        <p:spPr>
          <a:xfrm>
            <a:off x="7085478" y="3427884"/>
            <a:ext cx="916634" cy="916634"/>
          </a:xfrm>
        </p:spPr>
        <p:txBody>
          <a:bodyPr anchor="t">
            <a:normAutofit/>
          </a:bodyPr>
          <a:lstStyle>
            <a:lvl1pPr marL="0" indent="0" algn="ctr">
              <a:buNone/>
              <a:defRPr sz="1800"/>
            </a:lvl1pPr>
          </a:lstStyle>
          <a:p>
            <a:r>
              <a:rPr lang="en-US"/>
              <a:t>Icon</a:t>
            </a:r>
          </a:p>
        </p:txBody>
      </p:sp>
      <p:sp>
        <p:nvSpPr>
          <p:cNvPr id="13" name="Picture Placeholder 8">
            <a:extLst>
              <a:ext uri="{FF2B5EF4-FFF2-40B4-BE49-F238E27FC236}">
                <a16:creationId xmlns:a16="http://schemas.microsoft.com/office/drawing/2014/main" id="{1B08CA8B-65A9-6975-186A-F685EEBF4EC4}"/>
              </a:ext>
            </a:extLst>
          </p:cNvPr>
          <p:cNvSpPr>
            <a:spLocks noGrp="1" noChangeAspect="1"/>
          </p:cNvSpPr>
          <p:nvPr>
            <p:ph type="pic" sz="quarter" idx="33" hasCustomPrompt="1"/>
          </p:nvPr>
        </p:nvSpPr>
        <p:spPr>
          <a:xfrm>
            <a:off x="9981083" y="3429000"/>
            <a:ext cx="916634" cy="916634"/>
          </a:xfrm>
        </p:spPr>
        <p:txBody>
          <a:bodyPr anchor="t">
            <a:normAutofit/>
          </a:bodyPr>
          <a:lstStyle>
            <a:lvl1pPr marL="0" indent="0" algn="ctr">
              <a:buNone/>
              <a:defRPr sz="1800"/>
            </a:lvl1pPr>
          </a:lstStyle>
          <a:p>
            <a:r>
              <a:rPr lang="en-US"/>
              <a:t>Icon</a:t>
            </a:r>
          </a:p>
        </p:txBody>
      </p:sp>
      <p:sp>
        <p:nvSpPr>
          <p:cNvPr id="7" name="Picture Placeholder 8">
            <a:extLst>
              <a:ext uri="{FF2B5EF4-FFF2-40B4-BE49-F238E27FC236}">
                <a16:creationId xmlns:a16="http://schemas.microsoft.com/office/drawing/2014/main" id="{3C835D2B-3371-34F6-22F4-7C393901B43E}"/>
              </a:ext>
            </a:extLst>
          </p:cNvPr>
          <p:cNvSpPr>
            <a:spLocks noGrp="1" noChangeAspect="1"/>
          </p:cNvSpPr>
          <p:nvPr>
            <p:ph type="pic" sz="quarter" idx="31" hasCustomPrompt="1"/>
          </p:nvPr>
        </p:nvSpPr>
        <p:spPr>
          <a:xfrm>
            <a:off x="4189878" y="3429000"/>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3374343303"/>
      </p:ext>
    </p:extLst>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Numbered Grid 1">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E4C64C91-002D-5B70-7AFE-21F4F4BB6617}"/>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59" name="Text Placeholder 58">
            <a:extLst>
              <a:ext uri="{FF2B5EF4-FFF2-40B4-BE49-F238E27FC236}">
                <a16:creationId xmlns:a16="http://schemas.microsoft.com/office/drawing/2014/main" id="{138D96EA-6D10-D539-8638-E73F5211AA97}"/>
              </a:ext>
            </a:extLst>
          </p:cNvPr>
          <p:cNvSpPr>
            <a:spLocks noGrp="1"/>
          </p:cNvSpPr>
          <p:nvPr>
            <p:ph type="body" sz="quarter" idx="19" hasCustomPrompt="1"/>
          </p:nvPr>
        </p:nvSpPr>
        <p:spPr>
          <a:xfrm>
            <a:off x="1066799"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0" name="Text Placeholder 58">
            <a:extLst>
              <a:ext uri="{FF2B5EF4-FFF2-40B4-BE49-F238E27FC236}">
                <a16:creationId xmlns:a16="http://schemas.microsoft.com/office/drawing/2014/main" id="{4B7E0CC5-807E-5BF8-33C0-480B47FCCA7E}"/>
              </a:ext>
            </a:extLst>
          </p:cNvPr>
          <p:cNvSpPr>
            <a:spLocks noGrp="1"/>
          </p:cNvSpPr>
          <p:nvPr>
            <p:ph type="body" sz="quarter" idx="20" hasCustomPrompt="1"/>
          </p:nvPr>
        </p:nvSpPr>
        <p:spPr>
          <a:xfrm>
            <a:off x="1066799"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63" name="Text Placeholder 58">
            <a:extLst>
              <a:ext uri="{FF2B5EF4-FFF2-40B4-BE49-F238E27FC236}">
                <a16:creationId xmlns:a16="http://schemas.microsoft.com/office/drawing/2014/main" id="{789697CB-43F0-4058-942B-8F83417EEE56}"/>
              </a:ext>
            </a:extLst>
          </p:cNvPr>
          <p:cNvSpPr>
            <a:spLocks noGrp="1"/>
          </p:cNvSpPr>
          <p:nvPr>
            <p:ph type="body" sz="quarter" idx="21" hasCustomPrompt="1"/>
          </p:nvPr>
        </p:nvSpPr>
        <p:spPr>
          <a:xfrm>
            <a:off x="3812890"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5" name="Text Placeholder 58">
            <a:extLst>
              <a:ext uri="{FF2B5EF4-FFF2-40B4-BE49-F238E27FC236}">
                <a16:creationId xmlns:a16="http://schemas.microsoft.com/office/drawing/2014/main" id="{4A6A5DCA-6554-2A86-65E2-83F17ADD9975}"/>
              </a:ext>
            </a:extLst>
          </p:cNvPr>
          <p:cNvSpPr>
            <a:spLocks noGrp="1"/>
          </p:cNvSpPr>
          <p:nvPr>
            <p:ph type="body" sz="quarter" idx="23" hasCustomPrompt="1"/>
          </p:nvPr>
        </p:nvSpPr>
        <p:spPr>
          <a:xfrm>
            <a:off x="6566916"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7" name="Text Placeholder 58">
            <a:extLst>
              <a:ext uri="{FF2B5EF4-FFF2-40B4-BE49-F238E27FC236}">
                <a16:creationId xmlns:a16="http://schemas.microsoft.com/office/drawing/2014/main" id="{A54C2DBC-47A3-05C8-62CB-5332F2DD50AB}"/>
              </a:ext>
            </a:extLst>
          </p:cNvPr>
          <p:cNvSpPr>
            <a:spLocks noGrp="1"/>
          </p:cNvSpPr>
          <p:nvPr>
            <p:ph type="body" sz="quarter" idx="25" hasCustomPrompt="1"/>
          </p:nvPr>
        </p:nvSpPr>
        <p:spPr>
          <a:xfrm>
            <a:off x="9306558"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9" name="Text Placeholder 58">
            <a:extLst>
              <a:ext uri="{FF2B5EF4-FFF2-40B4-BE49-F238E27FC236}">
                <a16:creationId xmlns:a16="http://schemas.microsoft.com/office/drawing/2014/main" id="{1AD99BB6-ACA9-1F1E-28DF-CF7D42261BDC}"/>
              </a:ext>
            </a:extLst>
          </p:cNvPr>
          <p:cNvSpPr>
            <a:spLocks noGrp="1"/>
          </p:cNvSpPr>
          <p:nvPr>
            <p:ph type="body" sz="quarter" idx="27" hasCustomPrompt="1"/>
          </p:nvPr>
        </p:nvSpPr>
        <p:spPr>
          <a:xfrm>
            <a:off x="1066799"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71" name="Text Placeholder 58">
            <a:extLst>
              <a:ext uri="{FF2B5EF4-FFF2-40B4-BE49-F238E27FC236}">
                <a16:creationId xmlns:a16="http://schemas.microsoft.com/office/drawing/2014/main" id="{F0E83474-E54E-8F42-9A97-400852003085}"/>
              </a:ext>
            </a:extLst>
          </p:cNvPr>
          <p:cNvSpPr>
            <a:spLocks noGrp="1"/>
          </p:cNvSpPr>
          <p:nvPr>
            <p:ph type="body" sz="quarter" idx="29" hasCustomPrompt="1"/>
          </p:nvPr>
        </p:nvSpPr>
        <p:spPr>
          <a:xfrm>
            <a:off x="3812890"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73" name="Text Placeholder 58">
            <a:extLst>
              <a:ext uri="{FF2B5EF4-FFF2-40B4-BE49-F238E27FC236}">
                <a16:creationId xmlns:a16="http://schemas.microsoft.com/office/drawing/2014/main" id="{AA7971C1-AE39-3911-F7DF-4BECE4267D79}"/>
              </a:ext>
            </a:extLst>
          </p:cNvPr>
          <p:cNvSpPr>
            <a:spLocks noGrp="1"/>
          </p:cNvSpPr>
          <p:nvPr>
            <p:ph type="body" sz="quarter" idx="31" hasCustomPrompt="1"/>
          </p:nvPr>
        </p:nvSpPr>
        <p:spPr>
          <a:xfrm>
            <a:off x="6566916"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75" name="Text Placeholder 58">
            <a:extLst>
              <a:ext uri="{FF2B5EF4-FFF2-40B4-BE49-F238E27FC236}">
                <a16:creationId xmlns:a16="http://schemas.microsoft.com/office/drawing/2014/main" id="{D06DA491-CD37-4583-158B-517324C7E713}"/>
              </a:ext>
            </a:extLst>
          </p:cNvPr>
          <p:cNvSpPr>
            <a:spLocks noGrp="1"/>
          </p:cNvSpPr>
          <p:nvPr>
            <p:ph type="body" sz="quarter" idx="33" hasCustomPrompt="1"/>
          </p:nvPr>
        </p:nvSpPr>
        <p:spPr>
          <a:xfrm>
            <a:off x="9306558"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86" name="Title 85">
            <a:extLst>
              <a:ext uri="{FF2B5EF4-FFF2-40B4-BE49-F238E27FC236}">
                <a16:creationId xmlns:a16="http://schemas.microsoft.com/office/drawing/2014/main" id="{FCB7027E-7F37-7A84-2565-5FCDC0FF0F96}"/>
              </a:ext>
            </a:extLst>
          </p:cNvPr>
          <p:cNvSpPr>
            <a:spLocks noGrp="1"/>
          </p:cNvSpPr>
          <p:nvPr>
            <p:ph type="title" hasCustomPrompt="1"/>
          </p:nvPr>
        </p:nvSpPr>
        <p:spPr>
          <a:xfrm>
            <a:off x="609600" y="685800"/>
            <a:ext cx="10972800" cy="1143000"/>
          </a:xfrm>
          <a:prstGeom prst="rect">
            <a:avLst/>
          </a:prstGeom>
        </p:spPr>
        <p:txBody>
          <a:bodyPr/>
          <a:lstStyle>
            <a:lvl1pPr>
              <a:defRPr>
                <a:solidFill>
                  <a:srgbClr val="311E57"/>
                </a:solidFill>
                <a:latin typeface="+mj-lt"/>
              </a:defRPr>
            </a:lvl1pPr>
          </a:lstStyle>
          <a:p>
            <a:r>
              <a:rPr lang="en-US"/>
              <a:t>Headline</a:t>
            </a:r>
          </a:p>
        </p:txBody>
      </p:sp>
      <p:sp>
        <p:nvSpPr>
          <p:cNvPr id="95" name="Text Placeholder 58">
            <a:extLst>
              <a:ext uri="{FF2B5EF4-FFF2-40B4-BE49-F238E27FC236}">
                <a16:creationId xmlns:a16="http://schemas.microsoft.com/office/drawing/2014/main" id="{DE3D4141-C14A-E988-CFDA-BDB75DA31160}"/>
              </a:ext>
            </a:extLst>
          </p:cNvPr>
          <p:cNvSpPr>
            <a:spLocks noGrp="1"/>
          </p:cNvSpPr>
          <p:nvPr>
            <p:ph type="body" sz="quarter" idx="35" hasCustomPrompt="1"/>
          </p:nvPr>
        </p:nvSpPr>
        <p:spPr>
          <a:xfrm>
            <a:off x="609601" y="2056318"/>
            <a:ext cx="457199"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6" name="Text Placeholder 58">
            <a:extLst>
              <a:ext uri="{FF2B5EF4-FFF2-40B4-BE49-F238E27FC236}">
                <a16:creationId xmlns:a16="http://schemas.microsoft.com/office/drawing/2014/main" id="{21E06482-84CD-6900-EDA0-3865A7372EDF}"/>
              </a:ext>
            </a:extLst>
          </p:cNvPr>
          <p:cNvSpPr>
            <a:spLocks noGrp="1"/>
          </p:cNvSpPr>
          <p:nvPr>
            <p:ph type="body" sz="quarter" idx="36" hasCustomPrompt="1"/>
          </p:nvPr>
        </p:nvSpPr>
        <p:spPr>
          <a:xfrm>
            <a:off x="3368249" y="2056318"/>
            <a:ext cx="447388"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7" name="Text Placeholder 58">
            <a:extLst>
              <a:ext uri="{FF2B5EF4-FFF2-40B4-BE49-F238E27FC236}">
                <a16:creationId xmlns:a16="http://schemas.microsoft.com/office/drawing/2014/main" id="{A1CF08A0-AE11-D5E3-5C71-E97BBAE7F54E}"/>
              </a:ext>
            </a:extLst>
          </p:cNvPr>
          <p:cNvSpPr>
            <a:spLocks noGrp="1"/>
          </p:cNvSpPr>
          <p:nvPr>
            <p:ph type="body" sz="quarter" idx="37" hasCustomPrompt="1"/>
          </p:nvPr>
        </p:nvSpPr>
        <p:spPr>
          <a:xfrm>
            <a:off x="6096000" y="2056318"/>
            <a:ext cx="463018"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8" name="Text Placeholder 58">
            <a:extLst>
              <a:ext uri="{FF2B5EF4-FFF2-40B4-BE49-F238E27FC236}">
                <a16:creationId xmlns:a16="http://schemas.microsoft.com/office/drawing/2014/main" id="{B8EC4CAF-2E66-C1C5-C300-225034786CD9}"/>
              </a:ext>
            </a:extLst>
          </p:cNvPr>
          <p:cNvSpPr>
            <a:spLocks noGrp="1"/>
          </p:cNvSpPr>
          <p:nvPr>
            <p:ph type="body" sz="quarter" idx="38" hasCustomPrompt="1"/>
          </p:nvPr>
        </p:nvSpPr>
        <p:spPr>
          <a:xfrm>
            <a:off x="8854773" y="2056318"/>
            <a:ext cx="441627"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9" name="Text Placeholder 58">
            <a:extLst>
              <a:ext uri="{FF2B5EF4-FFF2-40B4-BE49-F238E27FC236}">
                <a16:creationId xmlns:a16="http://schemas.microsoft.com/office/drawing/2014/main" id="{CBEE5079-791E-2DFA-CFA8-7D214A4E7536}"/>
              </a:ext>
            </a:extLst>
          </p:cNvPr>
          <p:cNvSpPr>
            <a:spLocks noGrp="1"/>
          </p:cNvSpPr>
          <p:nvPr>
            <p:ph type="body" sz="quarter" idx="39" hasCustomPrompt="1"/>
          </p:nvPr>
        </p:nvSpPr>
        <p:spPr>
          <a:xfrm>
            <a:off x="620594" y="4341215"/>
            <a:ext cx="446206"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100" name="Text Placeholder 58">
            <a:extLst>
              <a:ext uri="{FF2B5EF4-FFF2-40B4-BE49-F238E27FC236}">
                <a16:creationId xmlns:a16="http://schemas.microsoft.com/office/drawing/2014/main" id="{F1FB886F-E756-21E0-4EB0-1BC1720AB038}"/>
              </a:ext>
            </a:extLst>
          </p:cNvPr>
          <p:cNvSpPr>
            <a:spLocks noGrp="1"/>
          </p:cNvSpPr>
          <p:nvPr>
            <p:ph type="body" sz="quarter" idx="40" hasCustomPrompt="1"/>
          </p:nvPr>
        </p:nvSpPr>
        <p:spPr>
          <a:xfrm>
            <a:off x="3379242" y="4341215"/>
            <a:ext cx="433648"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101" name="Text Placeholder 58">
            <a:extLst>
              <a:ext uri="{FF2B5EF4-FFF2-40B4-BE49-F238E27FC236}">
                <a16:creationId xmlns:a16="http://schemas.microsoft.com/office/drawing/2014/main" id="{EA8232EA-EDD1-8444-B16C-D6651DC8B356}"/>
              </a:ext>
            </a:extLst>
          </p:cNvPr>
          <p:cNvSpPr>
            <a:spLocks noGrp="1"/>
          </p:cNvSpPr>
          <p:nvPr>
            <p:ph type="body" sz="quarter" idx="41" hasCustomPrompt="1"/>
          </p:nvPr>
        </p:nvSpPr>
        <p:spPr>
          <a:xfrm>
            <a:off x="6106993" y="4341215"/>
            <a:ext cx="446207"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102" name="Text Placeholder 58">
            <a:extLst>
              <a:ext uri="{FF2B5EF4-FFF2-40B4-BE49-F238E27FC236}">
                <a16:creationId xmlns:a16="http://schemas.microsoft.com/office/drawing/2014/main" id="{F1D57EE8-508F-73DD-3A47-E524FE0D97F1}"/>
              </a:ext>
            </a:extLst>
          </p:cNvPr>
          <p:cNvSpPr>
            <a:spLocks noGrp="1"/>
          </p:cNvSpPr>
          <p:nvPr>
            <p:ph type="body" sz="quarter" idx="42" hasCustomPrompt="1"/>
          </p:nvPr>
        </p:nvSpPr>
        <p:spPr>
          <a:xfrm>
            <a:off x="8865767" y="4341215"/>
            <a:ext cx="430634"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2" name="Text Placeholder 58">
            <a:extLst>
              <a:ext uri="{FF2B5EF4-FFF2-40B4-BE49-F238E27FC236}">
                <a16:creationId xmlns:a16="http://schemas.microsoft.com/office/drawing/2014/main" id="{0FA9B3FB-DBE9-1D9B-1B6B-22BDF4EB6DD2}"/>
              </a:ext>
            </a:extLst>
          </p:cNvPr>
          <p:cNvSpPr>
            <a:spLocks noGrp="1"/>
          </p:cNvSpPr>
          <p:nvPr>
            <p:ph type="body" sz="quarter" idx="43" hasCustomPrompt="1"/>
          </p:nvPr>
        </p:nvSpPr>
        <p:spPr>
          <a:xfrm>
            <a:off x="3812890"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4" name="Text Placeholder 58">
            <a:extLst>
              <a:ext uri="{FF2B5EF4-FFF2-40B4-BE49-F238E27FC236}">
                <a16:creationId xmlns:a16="http://schemas.microsoft.com/office/drawing/2014/main" id="{BCB5BC77-2D5E-7064-8A63-CE9BA0251924}"/>
              </a:ext>
            </a:extLst>
          </p:cNvPr>
          <p:cNvSpPr>
            <a:spLocks noGrp="1"/>
          </p:cNvSpPr>
          <p:nvPr>
            <p:ph type="body" sz="quarter" idx="44" hasCustomPrompt="1"/>
          </p:nvPr>
        </p:nvSpPr>
        <p:spPr>
          <a:xfrm>
            <a:off x="6566916"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5" name="Text Placeholder 58">
            <a:extLst>
              <a:ext uri="{FF2B5EF4-FFF2-40B4-BE49-F238E27FC236}">
                <a16:creationId xmlns:a16="http://schemas.microsoft.com/office/drawing/2014/main" id="{E7E04FBD-F951-CA81-5F71-A9FED59C9D2C}"/>
              </a:ext>
            </a:extLst>
          </p:cNvPr>
          <p:cNvSpPr>
            <a:spLocks noGrp="1"/>
          </p:cNvSpPr>
          <p:nvPr>
            <p:ph type="body" sz="quarter" idx="45" hasCustomPrompt="1"/>
          </p:nvPr>
        </p:nvSpPr>
        <p:spPr>
          <a:xfrm>
            <a:off x="9306558"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6" name="Text Placeholder 58">
            <a:extLst>
              <a:ext uri="{FF2B5EF4-FFF2-40B4-BE49-F238E27FC236}">
                <a16:creationId xmlns:a16="http://schemas.microsoft.com/office/drawing/2014/main" id="{A5708A20-9033-79CE-B8C2-53A39DA15E90}"/>
              </a:ext>
            </a:extLst>
          </p:cNvPr>
          <p:cNvSpPr>
            <a:spLocks noGrp="1"/>
          </p:cNvSpPr>
          <p:nvPr>
            <p:ph type="body" sz="quarter" idx="46" hasCustomPrompt="1"/>
          </p:nvPr>
        </p:nvSpPr>
        <p:spPr>
          <a:xfrm>
            <a:off x="1066799"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7" name="Text Placeholder 58">
            <a:extLst>
              <a:ext uri="{FF2B5EF4-FFF2-40B4-BE49-F238E27FC236}">
                <a16:creationId xmlns:a16="http://schemas.microsoft.com/office/drawing/2014/main" id="{1FC98D49-6335-18FA-E630-A01EEB0BB8EE}"/>
              </a:ext>
            </a:extLst>
          </p:cNvPr>
          <p:cNvSpPr>
            <a:spLocks noGrp="1"/>
          </p:cNvSpPr>
          <p:nvPr>
            <p:ph type="body" sz="quarter" idx="47" hasCustomPrompt="1"/>
          </p:nvPr>
        </p:nvSpPr>
        <p:spPr>
          <a:xfrm>
            <a:off x="3812890"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8" name="Text Placeholder 58">
            <a:extLst>
              <a:ext uri="{FF2B5EF4-FFF2-40B4-BE49-F238E27FC236}">
                <a16:creationId xmlns:a16="http://schemas.microsoft.com/office/drawing/2014/main" id="{644EEBC9-05F2-C899-C2FC-177D808A875B}"/>
              </a:ext>
            </a:extLst>
          </p:cNvPr>
          <p:cNvSpPr>
            <a:spLocks noGrp="1"/>
          </p:cNvSpPr>
          <p:nvPr>
            <p:ph type="body" sz="quarter" idx="48" hasCustomPrompt="1"/>
          </p:nvPr>
        </p:nvSpPr>
        <p:spPr>
          <a:xfrm>
            <a:off x="6566916"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9" name="Text Placeholder 58">
            <a:extLst>
              <a:ext uri="{FF2B5EF4-FFF2-40B4-BE49-F238E27FC236}">
                <a16:creationId xmlns:a16="http://schemas.microsoft.com/office/drawing/2014/main" id="{6FF43840-E0D6-6B48-679F-9ED353D806E6}"/>
              </a:ext>
            </a:extLst>
          </p:cNvPr>
          <p:cNvSpPr>
            <a:spLocks noGrp="1"/>
          </p:cNvSpPr>
          <p:nvPr>
            <p:ph type="body" sz="quarter" idx="49" hasCustomPrompt="1"/>
          </p:nvPr>
        </p:nvSpPr>
        <p:spPr>
          <a:xfrm>
            <a:off x="9306558"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Tree>
    <p:extLst>
      <p:ext uri="{BB962C8B-B14F-4D97-AF65-F5344CB8AC3E}">
        <p14:creationId xmlns:p14="http://schemas.microsoft.com/office/powerpoint/2010/main" val="1626347577"/>
      </p:ext>
    </p:extLst>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Journey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4DB7-69B8-53E3-6F0E-740819DC009D}"/>
              </a:ext>
            </a:extLst>
          </p:cNvPr>
          <p:cNvSpPr>
            <a:spLocks noGrp="1"/>
          </p:cNvSpPr>
          <p:nvPr>
            <p:ph type="title" hasCustomPrompt="1"/>
          </p:nvPr>
        </p:nvSpPr>
        <p:spPr>
          <a:xfrm>
            <a:off x="609600" y="685800"/>
            <a:ext cx="10972800" cy="1143000"/>
          </a:xfrm>
          <a:prstGeom prst="rect">
            <a:avLst/>
          </a:prstGeom>
        </p:spPr>
        <p:txBody>
          <a:bodyPr anchor="t"/>
          <a:lstStyle>
            <a:lvl1pPr>
              <a:defRPr>
                <a:solidFill>
                  <a:srgbClr val="311E57"/>
                </a:solidFill>
                <a:latin typeface="+mj-lt"/>
                <a:ea typeface="Inter" panose="02000503000000020004" pitchFamily="2" charset="0"/>
              </a:defRPr>
            </a:lvl1pPr>
          </a:lstStyle>
          <a:p>
            <a:r>
              <a:rPr lang="en-US"/>
              <a:t>Headline</a:t>
            </a:r>
          </a:p>
        </p:txBody>
      </p:sp>
      <p:cxnSp>
        <p:nvCxnSpPr>
          <p:cNvPr id="3" name="Straight Connector 2">
            <a:extLst>
              <a:ext uri="{FF2B5EF4-FFF2-40B4-BE49-F238E27FC236}">
                <a16:creationId xmlns:a16="http://schemas.microsoft.com/office/drawing/2014/main" id="{6E88F966-9D94-B507-2E2E-243ECA20EB14}"/>
              </a:ext>
            </a:extLst>
          </p:cNvPr>
          <p:cNvCxnSpPr/>
          <p:nvPr userDrawn="1"/>
        </p:nvCxnSpPr>
        <p:spPr>
          <a:xfrm>
            <a:off x="609600" y="4800601"/>
            <a:ext cx="10744195"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3C3D8781-68A5-C35D-0B5C-D7E308F99581}"/>
              </a:ext>
            </a:extLst>
          </p:cNvPr>
          <p:cNvSpPr/>
          <p:nvPr userDrawn="1"/>
        </p:nvSpPr>
        <p:spPr>
          <a:xfrm>
            <a:off x="2354266" y="4716376"/>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6B50534-8912-F488-1B98-299727704534}"/>
              </a:ext>
            </a:extLst>
          </p:cNvPr>
          <p:cNvSpPr/>
          <p:nvPr userDrawn="1"/>
        </p:nvSpPr>
        <p:spPr>
          <a:xfrm>
            <a:off x="6003936" y="4708534"/>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4AC03FD-8700-9897-5E2F-561981623E53}"/>
              </a:ext>
            </a:extLst>
          </p:cNvPr>
          <p:cNvSpPr/>
          <p:nvPr userDrawn="1"/>
        </p:nvSpPr>
        <p:spPr>
          <a:xfrm>
            <a:off x="9670685" y="4707730"/>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8D4B3424-4CD4-F2DD-3DA6-B42B813C9881}"/>
              </a:ext>
            </a:extLst>
          </p:cNvPr>
          <p:cNvSpPr>
            <a:spLocks noGrp="1"/>
          </p:cNvSpPr>
          <p:nvPr>
            <p:ph sz="half" idx="19" hasCustomPrompt="1"/>
          </p:nvPr>
        </p:nvSpPr>
        <p:spPr>
          <a:xfrm>
            <a:off x="1074730" y="2522400"/>
            <a:ext cx="27432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9" name="Content Placeholder 2">
            <a:extLst>
              <a:ext uri="{FF2B5EF4-FFF2-40B4-BE49-F238E27FC236}">
                <a16:creationId xmlns:a16="http://schemas.microsoft.com/office/drawing/2014/main" id="{5B863ACD-7E11-BD91-A36E-747BE8A9CFFF}"/>
              </a:ext>
            </a:extLst>
          </p:cNvPr>
          <p:cNvSpPr>
            <a:spLocks noGrp="1"/>
          </p:cNvSpPr>
          <p:nvPr>
            <p:ph sz="half" idx="20" hasCustomPrompt="1"/>
          </p:nvPr>
        </p:nvSpPr>
        <p:spPr>
          <a:xfrm>
            <a:off x="4724400" y="2521862"/>
            <a:ext cx="27432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30" name="Content Placeholder 2">
            <a:extLst>
              <a:ext uri="{FF2B5EF4-FFF2-40B4-BE49-F238E27FC236}">
                <a16:creationId xmlns:a16="http://schemas.microsoft.com/office/drawing/2014/main" id="{21D9F772-393D-241D-4D40-55887365D133}"/>
              </a:ext>
            </a:extLst>
          </p:cNvPr>
          <p:cNvSpPr>
            <a:spLocks noGrp="1"/>
          </p:cNvSpPr>
          <p:nvPr>
            <p:ph sz="half" idx="21" hasCustomPrompt="1"/>
          </p:nvPr>
        </p:nvSpPr>
        <p:spPr>
          <a:xfrm>
            <a:off x="8391149" y="2522401"/>
            <a:ext cx="2743200" cy="1976229"/>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41" name="Text Placeholder 10">
            <a:extLst>
              <a:ext uri="{FF2B5EF4-FFF2-40B4-BE49-F238E27FC236}">
                <a16:creationId xmlns:a16="http://schemas.microsoft.com/office/drawing/2014/main" id="{8E59E986-0595-7362-03E4-97BE1FCDFF09}"/>
              </a:ext>
            </a:extLst>
          </p:cNvPr>
          <p:cNvSpPr>
            <a:spLocks noGrp="1"/>
          </p:cNvSpPr>
          <p:nvPr>
            <p:ph type="body" sz="quarter" idx="27" hasCustomPrompt="1"/>
          </p:nvPr>
        </p:nvSpPr>
        <p:spPr>
          <a:xfrm>
            <a:off x="1074730" y="5029200"/>
            <a:ext cx="27432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2" name="Text Placeholder 10">
            <a:extLst>
              <a:ext uri="{FF2B5EF4-FFF2-40B4-BE49-F238E27FC236}">
                <a16:creationId xmlns:a16="http://schemas.microsoft.com/office/drawing/2014/main" id="{B5A23D72-0055-2840-F22D-D5273C360970}"/>
              </a:ext>
            </a:extLst>
          </p:cNvPr>
          <p:cNvSpPr>
            <a:spLocks noGrp="1"/>
          </p:cNvSpPr>
          <p:nvPr>
            <p:ph type="body" sz="quarter" idx="28" hasCustomPrompt="1"/>
          </p:nvPr>
        </p:nvSpPr>
        <p:spPr>
          <a:xfrm>
            <a:off x="4724400" y="5029200"/>
            <a:ext cx="27432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3" name="Text Placeholder 10">
            <a:extLst>
              <a:ext uri="{FF2B5EF4-FFF2-40B4-BE49-F238E27FC236}">
                <a16:creationId xmlns:a16="http://schemas.microsoft.com/office/drawing/2014/main" id="{D58F63C6-FB4E-E918-9446-A059C4D69657}"/>
              </a:ext>
            </a:extLst>
          </p:cNvPr>
          <p:cNvSpPr>
            <a:spLocks noGrp="1"/>
          </p:cNvSpPr>
          <p:nvPr>
            <p:ph type="body" sz="quarter" idx="29" hasCustomPrompt="1"/>
          </p:nvPr>
        </p:nvSpPr>
        <p:spPr>
          <a:xfrm>
            <a:off x="8391144" y="5029200"/>
            <a:ext cx="27432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50" name="Text Placeholder 49">
            <a:extLst>
              <a:ext uri="{FF2B5EF4-FFF2-40B4-BE49-F238E27FC236}">
                <a16:creationId xmlns:a16="http://schemas.microsoft.com/office/drawing/2014/main" id="{12EE100B-84F8-2156-A54C-647D387E7D1E}"/>
              </a:ext>
            </a:extLst>
          </p:cNvPr>
          <p:cNvSpPr>
            <a:spLocks noGrp="1"/>
          </p:cNvSpPr>
          <p:nvPr>
            <p:ph type="body" sz="quarter" idx="30" hasCustomPrompt="1"/>
          </p:nvPr>
        </p:nvSpPr>
        <p:spPr>
          <a:xfrm>
            <a:off x="1074730" y="2057400"/>
            <a:ext cx="2743200" cy="457200"/>
          </a:xfrm>
        </p:spPr>
        <p:txBody>
          <a:bodyPr tIns="0" bIns="0">
            <a:noAutofit/>
          </a:bodyPr>
          <a:lstStyle>
            <a:lvl1pPr marL="0" indent="0">
              <a:buNone/>
              <a:defRPr sz="2000" b="1">
                <a:solidFill>
                  <a:srgbClr val="311E57"/>
                </a:solidFill>
                <a:latin typeface="+mj-lt"/>
              </a:defRPr>
            </a:lvl1pPr>
          </a:lstStyle>
          <a:p>
            <a:pPr lvl="0"/>
            <a:r>
              <a:rPr lang="en-US"/>
              <a:t>Heading</a:t>
            </a:r>
          </a:p>
        </p:txBody>
      </p:sp>
      <p:sp>
        <p:nvSpPr>
          <p:cNvPr id="51" name="Text Placeholder 49">
            <a:extLst>
              <a:ext uri="{FF2B5EF4-FFF2-40B4-BE49-F238E27FC236}">
                <a16:creationId xmlns:a16="http://schemas.microsoft.com/office/drawing/2014/main" id="{B3D3FA32-19C3-B949-8DDF-8D8E39355EE9}"/>
              </a:ext>
            </a:extLst>
          </p:cNvPr>
          <p:cNvSpPr>
            <a:spLocks noGrp="1"/>
          </p:cNvSpPr>
          <p:nvPr>
            <p:ph type="body" sz="quarter" idx="31" hasCustomPrompt="1"/>
          </p:nvPr>
        </p:nvSpPr>
        <p:spPr>
          <a:xfrm>
            <a:off x="4724400" y="2054871"/>
            <a:ext cx="2743200" cy="457200"/>
          </a:xfrm>
        </p:spPr>
        <p:txBody>
          <a:bodyPr tIns="0" bIns="0">
            <a:noAutofit/>
          </a:bodyPr>
          <a:lstStyle>
            <a:lvl1pPr marL="0" indent="0">
              <a:buNone/>
              <a:defRPr sz="2000" b="1">
                <a:solidFill>
                  <a:srgbClr val="311E57"/>
                </a:solidFill>
                <a:latin typeface="+mj-lt"/>
              </a:defRPr>
            </a:lvl1pPr>
          </a:lstStyle>
          <a:p>
            <a:pPr lvl="0"/>
            <a:r>
              <a:rPr lang="en-US"/>
              <a:t>Heading</a:t>
            </a:r>
          </a:p>
        </p:txBody>
      </p:sp>
      <p:sp>
        <p:nvSpPr>
          <p:cNvPr id="52" name="Text Placeholder 49">
            <a:extLst>
              <a:ext uri="{FF2B5EF4-FFF2-40B4-BE49-F238E27FC236}">
                <a16:creationId xmlns:a16="http://schemas.microsoft.com/office/drawing/2014/main" id="{6228313E-0F48-0B2F-2A72-E24EA4ACD5A0}"/>
              </a:ext>
            </a:extLst>
          </p:cNvPr>
          <p:cNvSpPr>
            <a:spLocks noGrp="1"/>
          </p:cNvSpPr>
          <p:nvPr>
            <p:ph type="body" sz="quarter" idx="32" hasCustomPrompt="1"/>
          </p:nvPr>
        </p:nvSpPr>
        <p:spPr>
          <a:xfrm>
            <a:off x="8391144" y="2057398"/>
            <a:ext cx="2743200" cy="457200"/>
          </a:xfrm>
        </p:spPr>
        <p:txBody>
          <a:bodyPr tIns="0" bIns="0">
            <a:noAutofit/>
          </a:bodyPr>
          <a:lstStyle>
            <a:lvl1pPr marL="0" indent="0">
              <a:buNone/>
              <a:defRPr sz="2000" b="1">
                <a:solidFill>
                  <a:srgbClr val="311E57"/>
                </a:solidFill>
                <a:latin typeface="+mj-lt"/>
              </a:defRPr>
            </a:lvl1pPr>
          </a:lstStyle>
          <a:p>
            <a:pPr lvl="0"/>
            <a:r>
              <a:rPr lang="en-US"/>
              <a:t>Heading</a:t>
            </a:r>
          </a:p>
        </p:txBody>
      </p:sp>
      <p:sp>
        <p:nvSpPr>
          <p:cNvPr id="53" name="Text Placeholder 16">
            <a:extLst>
              <a:ext uri="{FF2B5EF4-FFF2-40B4-BE49-F238E27FC236}">
                <a16:creationId xmlns:a16="http://schemas.microsoft.com/office/drawing/2014/main" id="{4D3D1A39-D058-9C08-AC2A-30F15041A3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465538495"/>
      </p:ext>
    </p:extLst>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Journey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4DB7-69B8-53E3-6F0E-740819DC009D}"/>
              </a:ext>
            </a:extLst>
          </p:cNvPr>
          <p:cNvSpPr>
            <a:spLocks noGrp="1"/>
          </p:cNvSpPr>
          <p:nvPr>
            <p:ph type="title" hasCustomPrompt="1"/>
          </p:nvPr>
        </p:nvSpPr>
        <p:spPr>
          <a:xfrm>
            <a:off x="609600" y="685800"/>
            <a:ext cx="10972800" cy="1143000"/>
          </a:xfrm>
          <a:prstGeom prst="rect">
            <a:avLst/>
          </a:prstGeom>
        </p:spPr>
        <p:txBody>
          <a:bodyPr anchor="t"/>
          <a:lstStyle>
            <a:lvl1pPr>
              <a:defRPr>
                <a:solidFill>
                  <a:srgbClr val="311E57"/>
                </a:solidFill>
                <a:latin typeface="+mj-lt"/>
                <a:ea typeface="Inter" panose="02000503000000020004" pitchFamily="2" charset="0"/>
              </a:defRPr>
            </a:lvl1pPr>
          </a:lstStyle>
          <a:p>
            <a:r>
              <a:rPr lang="en-US"/>
              <a:t>Headline</a:t>
            </a:r>
          </a:p>
        </p:txBody>
      </p:sp>
      <p:cxnSp>
        <p:nvCxnSpPr>
          <p:cNvPr id="3" name="Straight Connector 2">
            <a:extLst>
              <a:ext uri="{FF2B5EF4-FFF2-40B4-BE49-F238E27FC236}">
                <a16:creationId xmlns:a16="http://schemas.microsoft.com/office/drawing/2014/main" id="{6E88F966-9D94-B507-2E2E-243ECA20EB14}"/>
              </a:ext>
            </a:extLst>
          </p:cNvPr>
          <p:cNvCxnSpPr/>
          <p:nvPr userDrawn="1"/>
        </p:nvCxnSpPr>
        <p:spPr>
          <a:xfrm>
            <a:off x="609600" y="4800601"/>
            <a:ext cx="10744195"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3C3D8781-68A5-C35D-0B5C-D7E308F99581}"/>
              </a:ext>
            </a:extLst>
          </p:cNvPr>
          <p:cNvSpPr/>
          <p:nvPr userDrawn="1"/>
        </p:nvSpPr>
        <p:spPr>
          <a:xfrm>
            <a:off x="1790072" y="4716376"/>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6B50534-8912-F488-1B98-299727704534}"/>
              </a:ext>
            </a:extLst>
          </p:cNvPr>
          <p:cNvSpPr/>
          <p:nvPr userDrawn="1"/>
        </p:nvSpPr>
        <p:spPr>
          <a:xfrm>
            <a:off x="4527180" y="4708534"/>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4AC03FD-8700-9897-5E2F-561981623E53}"/>
              </a:ext>
            </a:extLst>
          </p:cNvPr>
          <p:cNvSpPr/>
          <p:nvPr userDrawn="1"/>
        </p:nvSpPr>
        <p:spPr>
          <a:xfrm>
            <a:off x="7270662" y="4707730"/>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D00326-0BB5-1A5F-E5B0-1D20FD3C83AF}"/>
              </a:ext>
            </a:extLst>
          </p:cNvPr>
          <p:cNvSpPr/>
          <p:nvPr userDrawn="1"/>
        </p:nvSpPr>
        <p:spPr>
          <a:xfrm>
            <a:off x="10014144" y="4716375"/>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8D4B3424-4CD4-F2DD-3DA6-B42B813C9881}"/>
              </a:ext>
            </a:extLst>
          </p:cNvPr>
          <p:cNvSpPr>
            <a:spLocks noGrp="1"/>
          </p:cNvSpPr>
          <p:nvPr>
            <p:ph sz="half" idx="19" hasCustomPrompt="1"/>
          </p:nvPr>
        </p:nvSpPr>
        <p:spPr>
          <a:xfrm>
            <a:off x="609596" y="2522400"/>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41" name="Text Placeholder 10">
            <a:extLst>
              <a:ext uri="{FF2B5EF4-FFF2-40B4-BE49-F238E27FC236}">
                <a16:creationId xmlns:a16="http://schemas.microsoft.com/office/drawing/2014/main" id="{8E59E986-0595-7362-03E4-97BE1FCDFF09}"/>
              </a:ext>
            </a:extLst>
          </p:cNvPr>
          <p:cNvSpPr>
            <a:spLocks noGrp="1"/>
          </p:cNvSpPr>
          <p:nvPr>
            <p:ph type="body" sz="quarter" idx="27" hasCustomPrompt="1"/>
          </p:nvPr>
        </p:nvSpPr>
        <p:spPr>
          <a:xfrm>
            <a:off x="624836"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2" name="Text Placeholder 10">
            <a:extLst>
              <a:ext uri="{FF2B5EF4-FFF2-40B4-BE49-F238E27FC236}">
                <a16:creationId xmlns:a16="http://schemas.microsoft.com/office/drawing/2014/main" id="{B5A23D72-0055-2840-F22D-D5273C360970}"/>
              </a:ext>
            </a:extLst>
          </p:cNvPr>
          <p:cNvSpPr>
            <a:spLocks noGrp="1"/>
          </p:cNvSpPr>
          <p:nvPr>
            <p:ph type="body" sz="quarter" idx="28" hasCustomPrompt="1"/>
          </p:nvPr>
        </p:nvSpPr>
        <p:spPr>
          <a:xfrm>
            <a:off x="3361944"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3" name="Text Placeholder 10">
            <a:extLst>
              <a:ext uri="{FF2B5EF4-FFF2-40B4-BE49-F238E27FC236}">
                <a16:creationId xmlns:a16="http://schemas.microsoft.com/office/drawing/2014/main" id="{D58F63C6-FB4E-E918-9446-A059C4D69657}"/>
              </a:ext>
            </a:extLst>
          </p:cNvPr>
          <p:cNvSpPr>
            <a:spLocks noGrp="1"/>
          </p:cNvSpPr>
          <p:nvPr>
            <p:ph type="body" sz="quarter" idx="29" hasCustomPrompt="1"/>
          </p:nvPr>
        </p:nvSpPr>
        <p:spPr>
          <a:xfrm>
            <a:off x="6105426"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4" name="Text Placeholder 10">
            <a:extLst>
              <a:ext uri="{FF2B5EF4-FFF2-40B4-BE49-F238E27FC236}">
                <a16:creationId xmlns:a16="http://schemas.microsoft.com/office/drawing/2014/main" id="{C701C9FB-903C-6BEC-4E35-4F157EA6EBEF}"/>
              </a:ext>
            </a:extLst>
          </p:cNvPr>
          <p:cNvSpPr>
            <a:spLocks noGrp="1"/>
          </p:cNvSpPr>
          <p:nvPr>
            <p:ph type="body" sz="quarter" idx="30" hasCustomPrompt="1"/>
          </p:nvPr>
        </p:nvSpPr>
        <p:spPr>
          <a:xfrm>
            <a:off x="8848908"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 name="Text Placeholder 49">
            <a:extLst>
              <a:ext uri="{FF2B5EF4-FFF2-40B4-BE49-F238E27FC236}">
                <a16:creationId xmlns:a16="http://schemas.microsoft.com/office/drawing/2014/main" id="{FE432563-387E-4F8E-01EA-0EDEFCC40A69}"/>
              </a:ext>
            </a:extLst>
          </p:cNvPr>
          <p:cNvSpPr>
            <a:spLocks noGrp="1"/>
          </p:cNvSpPr>
          <p:nvPr>
            <p:ph type="body" sz="quarter" idx="31" hasCustomPrompt="1"/>
          </p:nvPr>
        </p:nvSpPr>
        <p:spPr>
          <a:xfrm>
            <a:off x="624836" y="2057400"/>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6" name="Text Placeholder 49">
            <a:extLst>
              <a:ext uri="{FF2B5EF4-FFF2-40B4-BE49-F238E27FC236}">
                <a16:creationId xmlns:a16="http://schemas.microsoft.com/office/drawing/2014/main" id="{7D3C7461-772F-5569-387B-903B8E96DE73}"/>
              </a:ext>
            </a:extLst>
          </p:cNvPr>
          <p:cNvSpPr>
            <a:spLocks noGrp="1"/>
          </p:cNvSpPr>
          <p:nvPr>
            <p:ph type="body" sz="quarter" idx="32" hasCustomPrompt="1"/>
          </p:nvPr>
        </p:nvSpPr>
        <p:spPr>
          <a:xfrm>
            <a:off x="3361944" y="2054871"/>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7" name="Text Placeholder 49">
            <a:extLst>
              <a:ext uri="{FF2B5EF4-FFF2-40B4-BE49-F238E27FC236}">
                <a16:creationId xmlns:a16="http://schemas.microsoft.com/office/drawing/2014/main" id="{CCDCF1F2-FF2B-AA1A-0163-23430DE93B8D}"/>
              </a:ext>
            </a:extLst>
          </p:cNvPr>
          <p:cNvSpPr>
            <a:spLocks noGrp="1"/>
          </p:cNvSpPr>
          <p:nvPr>
            <p:ph type="body" sz="quarter" idx="33" hasCustomPrompt="1"/>
          </p:nvPr>
        </p:nvSpPr>
        <p:spPr>
          <a:xfrm>
            <a:off x="6105426" y="2057398"/>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8" name="Text Placeholder 49">
            <a:extLst>
              <a:ext uri="{FF2B5EF4-FFF2-40B4-BE49-F238E27FC236}">
                <a16:creationId xmlns:a16="http://schemas.microsoft.com/office/drawing/2014/main" id="{43C5DEEE-0137-F745-F55B-A46C800EF477}"/>
              </a:ext>
            </a:extLst>
          </p:cNvPr>
          <p:cNvSpPr>
            <a:spLocks noGrp="1"/>
          </p:cNvSpPr>
          <p:nvPr>
            <p:ph type="body" sz="quarter" idx="34" hasCustomPrompt="1"/>
          </p:nvPr>
        </p:nvSpPr>
        <p:spPr>
          <a:xfrm>
            <a:off x="8842534" y="2054871"/>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9" name="Text Placeholder 16">
            <a:extLst>
              <a:ext uri="{FF2B5EF4-FFF2-40B4-BE49-F238E27FC236}">
                <a16:creationId xmlns:a16="http://schemas.microsoft.com/office/drawing/2014/main" id="{B301D836-04FE-EB49-BE3A-E25952F2F57D}"/>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Content Placeholder 2">
            <a:extLst>
              <a:ext uri="{FF2B5EF4-FFF2-40B4-BE49-F238E27FC236}">
                <a16:creationId xmlns:a16="http://schemas.microsoft.com/office/drawing/2014/main" id="{CB51FA94-F2B5-7FEF-6EB4-222BEED97231}"/>
              </a:ext>
            </a:extLst>
          </p:cNvPr>
          <p:cNvSpPr>
            <a:spLocks noGrp="1"/>
          </p:cNvSpPr>
          <p:nvPr>
            <p:ph sz="half" idx="35" hasCustomPrompt="1"/>
          </p:nvPr>
        </p:nvSpPr>
        <p:spPr>
          <a:xfrm>
            <a:off x="3352800" y="2514600"/>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1" name="Content Placeholder 2">
            <a:extLst>
              <a:ext uri="{FF2B5EF4-FFF2-40B4-BE49-F238E27FC236}">
                <a16:creationId xmlns:a16="http://schemas.microsoft.com/office/drawing/2014/main" id="{35C6491F-95E3-23D5-C7F0-2EA603FAEE6D}"/>
              </a:ext>
            </a:extLst>
          </p:cNvPr>
          <p:cNvSpPr>
            <a:spLocks noGrp="1"/>
          </p:cNvSpPr>
          <p:nvPr>
            <p:ph sz="half" idx="36" hasCustomPrompt="1"/>
          </p:nvPr>
        </p:nvSpPr>
        <p:spPr>
          <a:xfrm>
            <a:off x="6105426" y="2522400"/>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2" name="Content Placeholder 2">
            <a:extLst>
              <a:ext uri="{FF2B5EF4-FFF2-40B4-BE49-F238E27FC236}">
                <a16:creationId xmlns:a16="http://schemas.microsoft.com/office/drawing/2014/main" id="{CFE39998-4EB1-76C9-7121-0F55824955A5}"/>
              </a:ext>
            </a:extLst>
          </p:cNvPr>
          <p:cNvSpPr>
            <a:spLocks noGrp="1"/>
          </p:cNvSpPr>
          <p:nvPr>
            <p:ph sz="half" idx="37" hasCustomPrompt="1"/>
          </p:nvPr>
        </p:nvSpPr>
        <p:spPr>
          <a:xfrm>
            <a:off x="8839195" y="2528953"/>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Tree>
    <p:extLst>
      <p:ext uri="{BB962C8B-B14F-4D97-AF65-F5344CB8AC3E}">
        <p14:creationId xmlns:p14="http://schemas.microsoft.com/office/powerpoint/2010/main" val="1896553268"/>
      </p:ext>
    </p:extLst>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Journey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4DB7-69B8-53E3-6F0E-740819DC009D}"/>
              </a:ext>
            </a:extLst>
          </p:cNvPr>
          <p:cNvSpPr>
            <a:spLocks noGrp="1"/>
          </p:cNvSpPr>
          <p:nvPr>
            <p:ph type="title" hasCustomPrompt="1"/>
          </p:nvPr>
        </p:nvSpPr>
        <p:spPr>
          <a:xfrm>
            <a:off x="609600" y="685800"/>
            <a:ext cx="10972800" cy="1143000"/>
          </a:xfrm>
          <a:prstGeom prst="rect">
            <a:avLst/>
          </a:prstGeom>
        </p:spPr>
        <p:txBody>
          <a:bodyPr anchor="t"/>
          <a:lstStyle>
            <a:lvl1pPr>
              <a:defRPr>
                <a:solidFill>
                  <a:srgbClr val="311E57"/>
                </a:solidFill>
                <a:latin typeface="+mj-lt"/>
                <a:ea typeface="Inter" panose="02000503000000020004" pitchFamily="2" charset="0"/>
              </a:defRPr>
            </a:lvl1pPr>
          </a:lstStyle>
          <a:p>
            <a:r>
              <a:rPr lang="en-US"/>
              <a:t>Headline</a:t>
            </a:r>
          </a:p>
        </p:txBody>
      </p:sp>
      <p:cxnSp>
        <p:nvCxnSpPr>
          <p:cNvPr id="3" name="Straight Connector 2">
            <a:extLst>
              <a:ext uri="{FF2B5EF4-FFF2-40B4-BE49-F238E27FC236}">
                <a16:creationId xmlns:a16="http://schemas.microsoft.com/office/drawing/2014/main" id="{6E88F966-9D94-B507-2E2E-243ECA20EB14}"/>
              </a:ext>
            </a:extLst>
          </p:cNvPr>
          <p:cNvCxnSpPr/>
          <p:nvPr userDrawn="1"/>
        </p:nvCxnSpPr>
        <p:spPr>
          <a:xfrm>
            <a:off x="609600" y="4800602"/>
            <a:ext cx="10972800"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3C3D8781-68A5-C35D-0B5C-D7E308F99581}"/>
              </a:ext>
            </a:extLst>
          </p:cNvPr>
          <p:cNvSpPr/>
          <p:nvPr userDrawn="1"/>
        </p:nvSpPr>
        <p:spPr>
          <a:xfrm>
            <a:off x="1447172" y="4716377"/>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6B50534-8912-F488-1B98-299727704534}"/>
              </a:ext>
            </a:extLst>
          </p:cNvPr>
          <p:cNvSpPr/>
          <p:nvPr userDrawn="1"/>
        </p:nvSpPr>
        <p:spPr>
          <a:xfrm>
            <a:off x="3725216" y="4708535"/>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4AC03FD-8700-9897-5E2F-561981623E53}"/>
              </a:ext>
            </a:extLst>
          </p:cNvPr>
          <p:cNvSpPr/>
          <p:nvPr userDrawn="1"/>
        </p:nvSpPr>
        <p:spPr>
          <a:xfrm>
            <a:off x="6019460" y="4707730"/>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D00326-0BB5-1A5F-E5B0-1D20FD3C83AF}"/>
              </a:ext>
            </a:extLst>
          </p:cNvPr>
          <p:cNvSpPr/>
          <p:nvPr userDrawn="1"/>
        </p:nvSpPr>
        <p:spPr>
          <a:xfrm>
            <a:off x="8296033" y="4716376"/>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8D4B3424-4CD4-F2DD-3DA6-B42B813C9881}"/>
              </a:ext>
            </a:extLst>
          </p:cNvPr>
          <p:cNvSpPr>
            <a:spLocks noGrp="1"/>
          </p:cNvSpPr>
          <p:nvPr>
            <p:ph sz="half" idx="19" hasCustomPrompt="1"/>
          </p:nvPr>
        </p:nvSpPr>
        <p:spPr>
          <a:xfrm>
            <a:off x="609596" y="2522456"/>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8" name="Oval 7">
            <a:extLst>
              <a:ext uri="{FF2B5EF4-FFF2-40B4-BE49-F238E27FC236}">
                <a16:creationId xmlns:a16="http://schemas.microsoft.com/office/drawing/2014/main" id="{4BCBE279-6146-F8C0-489E-33FB47C7A3DA}"/>
              </a:ext>
            </a:extLst>
          </p:cNvPr>
          <p:cNvSpPr/>
          <p:nvPr userDrawn="1"/>
        </p:nvSpPr>
        <p:spPr>
          <a:xfrm>
            <a:off x="10579568" y="4716375"/>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0">
            <a:extLst>
              <a:ext uri="{FF2B5EF4-FFF2-40B4-BE49-F238E27FC236}">
                <a16:creationId xmlns:a16="http://schemas.microsoft.com/office/drawing/2014/main" id="{C11D6D17-822B-2D8F-C83E-DA82FA11BEF7}"/>
              </a:ext>
            </a:extLst>
          </p:cNvPr>
          <p:cNvSpPr>
            <a:spLocks noGrp="1"/>
          </p:cNvSpPr>
          <p:nvPr>
            <p:ph type="body" sz="quarter" idx="27" hasCustomPrompt="1"/>
          </p:nvPr>
        </p:nvSpPr>
        <p:spPr>
          <a:xfrm>
            <a:off x="624836"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12" name="Text Placeholder 10">
            <a:extLst>
              <a:ext uri="{FF2B5EF4-FFF2-40B4-BE49-F238E27FC236}">
                <a16:creationId xmlns:a16="http://schemas.microsoft.com/office/drawing/2014/main" id="{FCF4AD1A-6948-3DD9-B27C-ADB321C65C87}"/>
              </a:ext>
            </a:extLst>
          </p:cNvPr>
          <p:cNvSpPr>
            <a:spLocks noGrp="1"/>
          </p:cNvSpPr>
          <p:nvPr>
            <p:ph type="body" sz="quarter" idx="28" hasCustomPrompt="1"/>
          </p:nvPr>
        </p:nvSpPr>
        <p:spPr>
          <a:xfrm>
            <a:off x="2902880"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13" name="Text Placeholder 10">
            <a:extLst>
              <a:ext uri="{FF2B5EF4-FFF2-40B4-BE49-F238E27FC236}">
                <a16:creationId xmlns:a16="http://schemas.microsoft.com/office/drawing/2014/main" id="{5C1F01C7-6711-D98D-657C-86FFD32DCEEC}"/>
              </a:ext>
            </a:extLst>
          </p:cNvPr>
          <p:cNvSpPr>
            <a:spLocks noGrp="1"/>
          </p:cNvSpPr>
          <p:nvPr>
            <p:ph type="body" sz="quarter" idx="29" hasCustomPrompt="1"/>
          </p:nvPr>
        </p:nvSpPr>
        <p:spPr>
          <a:xfrm>
            <a:off x="5197124"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14" name="Text Placeholder 10">
            <a:extLst>
              <a:ext uri="{FF2B5EF4-FFF2-40B4-BE49-F238E27FC236}">
                <a16:creationId xmlns:a16="http://schemas.microsoft.com/office/drawing/2014/main" id="{F19F6795-7145-01CE-B99B-FBDA21C3F22C}"/>
              </a:ext>
            </a:extLst>
          </p:cNvPr>
          <p:cNvSpPr>
            <a:spLocks noGrp="1"/>
          </p:cNvSpPr>
          <p:nvPr>
            <p:ph type="body" sz="quarter" idx="30" hasCustomPrompt="1"/>
          </p:nvPr>
        </p:nvSpPr>
        <p:spPr>
          <a:xfrm>
            <a:off x="7473697"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20" name="Text Placeholder 10">
            <a:extLst>
              <a:ext uri="{FF2B5EF4-FFF2-40B4-BE49-F238E27FC236}">
                <a16:creationId xmlns:a16="http://schemas.microsoft.com/office/drawing/2014/main" id="{D22D98CE-482A-0590-5314-A940C7489A1C}"/>
              </a:ext>
            </a:extLst>
          </p:cNvPr>
          <p:cNvSpPr>
            <a:spLocks noGrp="1"/>
          </p:cNvSpPr>
          <p:nvPr>
            <p:ph type="body" sz="quarter" idx="31" hasCustomPrompt="1"/>
          </p:nvPr>
        </p:nvSpPr>
        <p:spPr>
          <a:xfrm>
            <a:off x="9757232"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21" name="Text Placeholder 49">
            <a:extLst>
              <a:ext uri="{FF2B5EF4-FFF2-40B4-BE49-F238E27FC236}">
                <a16:creationId xmlns:a16="http://schemas.microsoft.com/office/drawing/2014/main" id="{D47C7531-B707-12B3-3B5F-80FDD536A441}"/>
              </a:ext>
            </a:extLst>
          </p:cNvPr>
          <p:cNvSpPr>
            <a:spLocks noGrp="1"/>
          </p:cNvSpPr>
          <p:nvPr>
            <p:ph type="body" sz="quarter" idx="32" hasCustomPrompt="1"/>
          </p:nvPr>
        </p:nvSpPr>
        <p:spPr>
          <a:xfrm>
            <a:off x="624836" y="2057400"/>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26" name="Text Placeholder 49">
            <a:extLst>
              <a:ext uri="{FF2B5EF4-FFF2-40B4-BE49-F238E27FC236}">
                <a16:creationId xmlns:a16="http://schemas.microsoft.com/office/drawing/2014/main" id="{E75051A1-C28C-B9FF-D1FE-6323860F1819}"/>
              </a:ext>
            </a:extLst>
          </p:cNvPr>
          <p:cNvSpPr>
            <a:spLocks noGrp="1"/>
          </p:cNvSpPr>
          <p:nvPr>
            <p:ph type="body" sz="quarter" idx="33" hasCustomPrompt="1"/>
          </p:nvPr>
        </p:nvSpPr>
        <p:spPr>
          <a:xfrm>
            <a:off x="2908972" y="2054871"/>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1" name="Text Placeholder 49">
            <a:extLst>
              <a:ext uri="{FF2B5EF4-FFF2-40B4-BE49-F238E27FC236}">
                <a16:creationId xmlns:a16="http://schemas.microsoft.com/office/drawing/2014/main" id="{6F9BF235-3745-9281-163A-0D2A1C80D685}"/>
              </a:ext>
            </a:extLst>
          </p:cNvPr>
          <p:cNvSpPr>
            <a:spLocks noGrp="1"/>
          </p:cNvSpPr>
          <p:nvPr>
            <p:ph type="body" sz="quarter" idx="34" hasCustomPrompt="1"/>
          </p:nvPr>
        </p:nvSpPr>
        <p:spPr>
          <a:xfrm>
            <a:off x="5181600" y="2057398"/>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3" name="Text Placeholder 49">
            <a:extLst>
              <a:ext uri="{FF2B5EF4-FFF2-40B4-BE49-F238E27FC236}">
                <a16:creationId xmlns:a16="http://schemas.microsoft.com/office/drawing/2014/main" id="{533E46F0-5CAA-BF8D-19FF-D2AA50FF194B}"/>
              </a:ext>
            </a:extLst>
          </p:cNvPr>
          <p:cNvSpPr>
            <a:spLocks noGrp="1"/>
          </p:cNvSpPr>
          <p:nvPr>
            <p:ph type="body" sz="quarter" idx="35" hasCustomPrompt="1"/>
          </p:nvPr>
        </p:nvSpPr>
        <p:spPr>
          <a:xfrm>
            <a:off x="7469464" y="2054871"/>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5" name="Text Placeholder 49">
            <a:extLst>
              <a:ext uri="{FF2B5EF4-FFF2-40B4-BE49-F238E27FC236}">
                <a16:creationId xmlns:a16="http://schemas.microsoft.com/office/drawing/2014/main" id="{E8E8A702-D08A-314C-58E4-65FD6073CCFD}"/>
              </a:ext>
            </a:extLst>
          </p:cNvPr>
          <p:cNvSpPr>
            <a:spLocks noGrp="1"/>
          </p:cNvSpPr>
          <p:nvPr>
            <p:ph type="body" sz="quarter" idx="36" hasCustomPrompt="1"/>
          </p:nvPr>
        </p:nvSpPr>
        <p:spPr>
          <a:xfrm>
            <a:off x="9761218" y="2054466"/>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6" name="Text Placeholder 16">
            <a:extLst>
              <a:ext uri="{FF2B5EF4-FFF2-40B4-BE49-F238E27FC236}">
                <a16:creationId xmlns:a16="http://schemas.microsoft.com/office/drawing/2014/main" id="{8CBC449B-49F0-F029-76DF-DD1637E8FE5F}"/>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Content Placeholder 2">
            <a:extLst>
              <a:ext uri="{FF2B5EF4-FFF2-40B4-BE49-F238E27FC236}">
                <a16:creationId xmlns:a16="http://schemas.microsoft.com/office/drawing/2014/main" id="{A0CAA698-AD4D-3BFD-1BA9-302769D441EE}"/>
              </a:ext>
            </a:extLst>
          </p:cNvPr>
          <p:cNvSpPr>
            <a:spLocks noGrp="1"/>
          </p:cNvSpPr>
          <p:nvPr>
            <p:ph sz="half" idx="37" hasCustomPrompt="1"/>
          </p:nvPr>
        </p:nvSpPr>
        <p:spPr>
          <a:xfrm>
            <a:off x="2902757" y="2514600"/>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Content Placeholder 2">
            <a:extLst>
              <a:ext uri="{FF2B5EF4-FFF2-40B4-BE49-F238E27FC236}">
                <a16:creationId xmlns:a16="http://schemas.microsoft.com/office/drawing/2014/main" id="{E0CE1036-EF86-858B-79E2-781EB050E663}"/>
              </a:ext>
            </a:extLst>
          </p:cNvPr>
          <p:cNvSpPr>
            <a:spLocks noGrp="1"/>
          </p:cNvSpPr>
          <p:nvPr>
            <p:ph sz="half" idx="38" hasCustomPrompt="1"/>
          </p:nvPr>
        </p:nvSpPr>
        <p:spPr>
          <a:xfrm>
            <a:off x="5171661" y="2528586"/>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9" name="Content Placeholder 2">
            <a:extLst>
              <a:ext uri="{FF2B5EF4-FFF2-40B4-BE49-F238E27FC236}">
                <a16:creationId xmlns:a16="http://schemas.microsoft.com/office/drawing/2014/main" id="{DC863667-3257-728E-DC1D-F6CE39EAB181}"/>
              </a:ext>
            </a:extLst>
          </p:cNvPr>
          <p:cNvSpPr>
            <a:spLocks noGrp="1"/>
          </p:cNvSpPr>
          <p:nvPr>
            <p:ph sz="half" idx="39" hasCustomPrompt="1"/>
          </p:nvPr>
        </p:nvSpPr>
        <p:spPr>
          <a:xfrm>
            <a:off x="7454879" y="2511666"/>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0" name="Content Placeholder 2">
            <a:extLst>
              <a:ext uri="{FF2B5EF4-FFF2-40B4-BE49-F238E27FC236}">
                <a16:creationId xmlns:a16="http://schemas.microsoft.com/office/drawing/2014/main" id="{B42A3A96-79D5-2EB5-99AF-5ECC51B321D5}"/>
              </a:ext>
            </a:extLst>
          </p:cNvPr>
          <p:cNvSpPr>
            <a:spLocks noGrp="1"/>
          </p:cNvSpPr>
          <p:nvPr>
            <p:ph sz="half" idx="40" hasCustomPrompt="1"/>
          </p:nvPr>
        </p:nvSpPr>
        <p:spPr>
          <a:xfrm>
            <a:off x="9745982" y="2525442"/>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Tree>
    <p:extLst>
      <p:ext uri="{BB962C8B-B14F-4D97-AF65-F5344CB8AC3E}">
        <p14:creationId xmlns:p14="http://schemas.microsoft.com/office/powerpoint/2010/main" val="1912650153"/>
      </p:ext>
    </p:extLst>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Problem 1">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6096000" y="1"/>
            <a:ext cx="6096000" cy="6857999"/>
          </a:xfrm>
          <a:solidFill>
            <a:schemeClr val="tx1"/>
          </a:solidFill>
        </p:spPr>
        <p:txBody>
          <a:bodyPr lIns="457200" tIns="457200" rIns="457200" bIns="457200"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Use gray scale images to show the problem</a:t>
            </a:r>
          </a:p>
        </p:txBody>
      </p:sp>
      <p:sp>
        <p:nvSpPr>
          <p:cNvPr id="2" name="Title 1">
            <a:extLst>
              <a:ext uri="{FF2B5EF4-FFF2-40B4-BE49-F238E27FC236}">
                <a16:creationId xmlns:a16="http://schemas.microsoft.com/office/drawing/2014/main" id="{9F80BE02-1946-809E-8FCD-A212EAAAA1B0}"/>
              </a:ext>
            </a:extLst>
          </p:cNvPr>
          <p:cNvSpPr>
            <a:spLocks noGrp="1"/>
          </p:cNvSpPr>
          <p:nvPr>
            <p:ph type="title" hasCustomPrompt="1"/>
          </p:nvPr>
        </p:nvSpPr>
        <p:spPr>
          <a:xfrm>
            <a:off x="609600" y="685800"/>
            <a:ext cx="5029200" cy="5486400"/>
          </a:xfrm>
          <a:prstGeom prst="rect">
            <a:avLst/>
          </a:prstGeom>
        </p:spPr>
        <p:txBody>
          <a:bodyPr wrap="square" tIns="0" bIns="0" anchor="ctr">
            <a:noAutofit/>
          </a:bodyPr>
          <a:lstStyle>
            <a:lvl1pPr>
              <a:lnSpc>
                <a:spcPct val="100000"/>
              </a:lnSpc>
              <a:defRPr sz="3200">
                <a:solidFill>
                  <a:srgbClr val="311E57"/>
                </a:solidFill>
              </a:defRPr>
            </a:lvl1pPr>
          </a:lstStyle>
          <a:p>
            <a:r>
              <a:rPr lang="en-US"/>
              <a:t>Define the problem</a:t>
            </a:r>
          </a:p>
        </p:txBody>
      </p:sp>
    </p:spTree>
    <p:extLst>
      <p:ext uri="{BB962C8B-B14F-4D97-AF65-F5344CB8AC3E}">
        <p14:creationId xmlns:p14="http://schemas.microsoft.com/office/powerpoint/2010/main" val="3495421641"/>
      </p:ext>
    </p:extLst>
  </p:cSld>
  <p:clrMapOvr>
    <a:masterClrMapping/>
  </p:clrMapOvr>
  <p:transition/>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Problem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F34991-B363-D1F8-0155-72D814D04FFA}"/>
              </a:ext>
            </a:extLst>
          </p:cNvPr>
          <p:cNvSpPr>
            <a:spLocks noGrp="1"/>
          </p:cNvSpPr>
          <p:nvPr>
            <p:ph type="title"/>
          </p:nvPr>
        </p:nvSpPr>
        <p:spPr>
          <a:xfrm>
            <a:off x="609600" y="1828800"/>
            <a:ext cx="4114800" cy="2514600"/>
          </a:xfrm>
          <a:prstGeom prst="rect">
            <a:avLst/>
          </a:prstGeom>
        </p:spPr>
        <p:txBody>
          <a:bodyPr/>
          <a:lstStyle/>
          <a:p>
            <a:r>
              <a:rPr lang="en-US"/>
              <a:t>Click to edit Master title style</a:t>
            </a:r>
          </a:p>
        </p:txBody>
      </p:sp>
      <p:sp>
        <p:nvSpPr>
          <p:cNvPr id="8" name="Picture Placeholder 7">
            <a:extLst>
              <a:ext uri="{FF2B5EF4-FFF2-40B4-BE49-F238E27FC236}">
                <a16:creationId xmlns:a16="http://schemas.microsoft.com/office/drawing/2014/main" id="{FC0DC290-4B1C-5400-5D4E-B12A64D97A86}"/>
              </a:ext>
            </a:extLst>
          </p:cNvPr>
          <p:cNvSpPr>
            <a:spLocks noGrp="1"/>
          </p:cNvSpPr>
          <p:nvPr>
            <p:ph type="pic" sz="quarter" idx="10" hasCustomPrompt="1"/>
          </p:nvPr>
        </p:nvSpPr>
        <p:spPr>
          <a:xfrm>
            <a:off x="0" y="2"/>
            <a:ext cx="12192000" cy="6857999"/>
          </a:xfrm>
          <a:custGeom>
            <a:avLst/>
            <a:gdLst>
              <a:gd name="connsiteX0" fmla="*/ 0 w 12192000"/>
              <a:gd name="connsiteY0" fmla="*/ 0 h 6857999"/>
              <a:gd name="connsiteX1" fmla="*/ 12192000 w 12192000"/>
              <a:gd name="connsiteY1" fmla="*/ 0 h 6857999"/>
              <a:gd name="connsiteX2" fmla="*/ 12192000 w 12192000"/>
              <a:gd name="connsiteY2" fmla="*/ 6857999 h 6857999"/>
              <a:gd name="connsiteX3" fmla="*/ 0 w 12192000"/>
              <a:gd name="connsiteY3" fmla="*/ 6857999 h 6857999"/>
              <a:gd name="connsiteX4" fmla="*/ 0 w 12192000"/>
              <a:gd name="connsiteY4" fmla="*/ 4571999 h 6857999"/>
              <a:gd name="connsiteX5" fmla="*/ 5181600 w 12192000"/>
              <a:gd name="connsiteY5" fmla="*/ 4571999 h 6857999"/>
              <a:gd name="connsiteX6" fmla="*/ 5181600 w 12192000"/>
              <a:gd name="connsiteY6" fmla="*/ 1600199 h 6857999"/>
              <a:gd name="connsiteX7" fmla="*/ 0 w 12192000"/>
              <a:gd name="connsiteY7" fmla="*/ 16001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7999">
                <a:moveTo>
                  <a:pt x="0" y="0"/>
                </a:moveTo>
                <a:lnTo>
                  <a:pt x="12192000" y="0"/>
                </a:lnTo>
                <a:lnTo>
                  <a:pt x="12192000" y="6857999"/>
                </a:lnTo>
                <a:lnTo>
                  <a:pt x="0" y="6857999"/>
                </a:lnTo>
                <a:lnTo>
                  <a:pt x="0" y="4571999"/>
                </a:lnTo>
                <a:lnTo>
                  <a:pt x="5181600" y="4571999"/>
                </a:lnTo>
                <a:lnTo>
                  <a:pt x="5181600" y="1600199"/>
                </a:lnTo>
                <a:lnTo>
                  <a:pt x="0" y="1600199"/>
                </a:lnTo>
                <a:close/>
              </a:path>
            </a:pathLst>
          </a:custGeom>
          <a:solidFill>
            <a:schemeClr val="tx1"/>
          </a:solidFill>
        </p:spPr>
        <p:txBody>
          <a:bodyPr wrap="square" anchor="t">
            <a:noAutofit/>
          </a:bodyPr>
          <a:lstStyle>
            <a:lvl1pPr marL="0" indent="0" algn="ctr">
              <a:buNone/>
              <a:defRPr>
                <a:solidFill>
                  <a:schemeClr val="bg1"/>
                </a:solidFill>
              </a:defRPr>
            </a:lvl1pPr>
          </a:lstStyle>
          <a:p>
            <a:pPr marL="0" marR="0" lvl="0" indent="0" algn="ctr" defTabSz="228600" rtl="0" eaLnBrk="1" fontAlgn="auto" latinLnBrk="0" hangingPunct="1">
              <a:lnSpc>
                <a:spcPct val="150000"/>
              </a:lnSpc>
              <a:spcBef>
                <a:spcPct val="0"/>
              </a:spcBef>
              <a:spcAft>
                <a:spcPct val="0"/>
              </a:spcAft>
              <a:buClrTx/>
              <a:buSzTx/>
              <a:buFont typeface="Arial" panose="020B0604020202020204" pitchFamily="34" charset="0"/>
              <a:buNone/>
              <a:defRPr/>
            </a:pPr>
            <a:r>
              <a:rPr lang="en-US"/>
              <a:t>Use gray scale images to show the problem</a:t>
            </a:r>
          </a:p>
        </p:txBody>
      </p:sp>
    </p:spTree>
    <p:extLst>
      <p:ext uri="{BB962C8B-B14F-4D97-AF65-F5344CB8AC3E}">
        <p14:creationId xmlns:p14="http://schemas.microsoft.com/office/powerpoint/2010/main" val="672203190"/>
      </p:ext>
    </p:extLst>
  </p:cSld>
  <p:clrMapOvr>
    <a:masterClrMapping/>
  </p:clrMapOvr>
  <p:transition/>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Problem 3">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2476E46B-718B-E6C4-8B76-A142D1F55920}"/>
              </a:ext>
            </a:extLst>
          </p:cNvPr>
          <p:cNvSpPr>
            <a:spLocks noGrp="1"/>
          </p:cNvSpPr>
          <p:nvPr>
            <p:ph type="body" sz="half" idx="2" hasCustomPrompt="1"/>
          </p:nvPr>
        </p:nvSpPr>
        <p:spPr>
          <a:xfrm>
            <a:off x="609600" y="2514600"/>
            <a:ext cx="4114800" cy="3657600"/>
          </a:xfrm>
        </p:spPr>
        <p:txBody>
          <a:bodyPr tIns="182880"/>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Picture Placeholder 2">
            <a:extLst>
              <a:ext uri="{FF2B5EF4-FFF2-40B4-BE49-F238E27FC236}">
                <a16:creationId xmlns:a16="http://schemas.microsoft.com/office/drawing/2014/main" id="{F6482F22-4DD0-02A5-70BC-118BF1C4963C}"/>
              </a:ext>
            </a:extLst>
          </p:cNvPr>
          <p:cNvSpPr>
            <a:spLocks noGrp="1"/>
          </p:cNvSpPr>
          <p:nvPr>
            <p:ph type="pic" idx="31" hasCustomPrompt="1"/>
          </p:nvPr>
        </p:nvSpPr>
        <p:spPr>
          <a:xfrm>
            <a:off x="5174971" y="1"/>
            <a:ext cx="7017029" cy="6857999"/>
          </a:xfrm>
          <a:solidFill>
            <a:schemeClr val="tx1"/>
          </a:solidFill>
        </p:spPr>
        <p:txBody>
          <a:bodyPr lIns="457200" tIns="457200" rIns="457200" bIns="457200"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Use gray scale images to show the problem</a:t>
            </a:r>
          </a:p>
        </p:txBody>
      </p:sp>
      <p:sp>
        <p:nvSpPr>
          <p:cNvPr id="4" name="Title 1">
            <a:extLst>
              <a:ext uri="{FF2B5EF4-FFF2-40B4-BE49-F238E27FC236}">
                <a16:creationId xmlns:a16="http://schemas.microsoft.com/office/drawing/2014/main" id="{226AA983-CD04-E16D-307E-4E6E3AC2C92E}"/>
              </a:ext>
            </a:extLst>
          </p:cNvPr>
          <p:cNvSpPr>
            <a:spLocks noGrp="1"/>
          </p:cNvSpPr>
          <p:nvPr>
            <p:ph type="title" hasCustomPrompt="1"/>
          </p:nvPr>
        </p:nvSpPr>
        <p:spPr>
          <a:xfrm>
            <a:off x="609600" y="685800"/>
            <a:ext cx="4114800" cy="1828800"/>
          </a:xfrm>
          <a:prstGeom prst="rect">
            <a:avLst/>
          </a:prstGeom>
        </p:spPr>
        <p:txBody>
          <a:bodyPr wrap="square" tIns="0" bIns="0" anchor="ctr">
            <a:noAutofit/>
          </a:bodyPr>
          <a:lstStyle>
            <a:lvl1pPr>
              <a:lnSpc>
                <a:spcPct val="100000"/>
              </a:lnSpc>
              <a:defRPr sz="3200">
                <a:solidFill>
                  <a:srgbClr val="311E57"/>
                </a:solidFill>
              </a:defRPr>
            </a:lvl1pPr>
          </a:lstStyle>
          <a:p>
            <a:r>
              <a:rPr lang="en-US"/>
              <a:t>Define the problem</a:t>
            </a:r>
          </a:p>
        </p:txBody>
      </p:sp>
    </p:spTree>
    <p:extLst>
      <p:ext uri="{BB962C8B-B14F-4D97-AF65-F5344CB8AC3E}">
        <p14:creationId xmlns:p14="http://schemas.microsoft.com/office/powerpoint/2010/main" val="3550601314"/>
      </p:ext>
    </p:extLst>
  </p:cSld>
  <p:clrMapOvr>
    <a:masterClrMapping/>
  </p:clrMapOvr>
  <p:transition/>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End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p>
        </p:txBody>
      </p:sp>
      <p:sp>
        <p:nvSpPr>
          <p:cNvPr id="6" name="Title 1">
            <a:extLst>
              <a:ext uri="{FF2B5EF4-FFF2-40B4-BE49-F238E27FC236}">
                <a16:creationId xmlns:a16="http://schemas.microsoft.com/office/drawing/2014/main" id="{D302DBB9-7ECB-6301-753D-6B384C0ED426}"/>
              </a:ext>
            </a:extLst>
          </p:cNvPr>
          <p:cNvSpPr>
            <a:spLocks noGrp="1"/>
          </p:cNvSpPr>
          <p:nvPr>
            <p:ph type="title" hasCustomPrompt="1"/>
          </p:nvPr>
        </p:nvSpPr>
        <p:spPr>
          <a:xfrm>
            <a:off x="609600" y="685800"/>
            <a:ext cx="4991100" cy="2743200"/>
          </a:xfrm>
          <a:prstGeom prst="rect">
            <a:avLst/>
          </a:prstGeom>
        </p:spPr>
        <p:txBody>
          <a:bodyPr wrap="square" anchor="b">
            <a:noAutofit/>
          </a:bodyPr>
          <a:lstStyle>
            <a:lvl1pPr>
              <a:defRPr sz="3200">
                <a:solidFill>
                  <a:schemeClr val="bg1"/>
                </a:solidFill>
                <a:latin typeface="+mj-lt"/>
              </a:defRPr>
            </a:lvl1pPr>
          </a:lstStyle>
          <a:p>
            <a:r>
              <a:rPr lang="en-US"/>
              <a:t>Presentation Title</a:t>
            </a:r>
          </a:p>
        </p:txBody>
      </p:sp>
      <p:sp>
        <p:nvSpPr>
          <p:cNvPr id="7" name="Content Placeholder 2">
            <a:extLst>
              <a:ext uri="{FF2B5EF4-FFF2-40B4-BE49-F238E27FC236}">
                <a16:creationId xmlns:a16="http://schemas.microsoft.com/office/drawing/2014/main" id="{155D0DE3-AEC6-30BD-F148-6D0C1E2CEFE2}"/>
              </a:ext>
            </a:extLst>
          </p:cNvPr>
          <p:cNvSpPr>
            <a:spLocks noGrp="1"/>
          </p:cNvSpPr>
          <p:nvPr>
            <p:ph idx="1" hasCustomPrompt="1"/>
          </p:nvPr>
        </p:nvSpPr>
        <p:spPr>
          <a:xfrm>
            <a:off x="6095999" y="0"/>
            <a:ext cx="6095999" cy="6858000"/>
          </a:xfrm>
        </p:spPr>
        <p:txBody>
          <a:bodyPr wrap="square" lIns="457200" tIns="731520" rIns="457200" bIns="731520">
            <a:normAutofit/>
          </a:bodyPr>
          <a:lstStyle>
            <a:lvl1pPr marL="0" indent="0">
              <a:buNone/>
              <a:defRPr sz="2400">
                <a:solidFill>
                  <a:srgbClr val="758390"/>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a:defRPr sz="2000"/>
            </a:lvl6pPr>
            <a:lvl7pPr>
              <a:defRPr sz="2000"/>
            </a:lvl7pPr>
            <a:lvl8pPr>
              <a:defRPr sz="2000"/>
            </a:lvl8pPr>
            <a:lvl9pPr>
              <a:defRPr sz="2000"/>
            </a:lvl9pPr>
          </a:lstStyle>
          <a:p>
            <a:pPr lvl="0"/>
            <a:r>
              <a:rPr lang="en-US"/>
              <a:t>Next steps or picture</a:t>
            </a:r>
          </a:p>
        </p:txBody>
      </p:sp>
      <p:sp>
        <p:nvSpPr>
          <p:cNvPr id="8" name="Text Placeholder 3">
            <a:extLst>
              <a:ext uri="{FF2B5EF4-FFF2-40B4-BE49-F238E27FC236}">
                <a16:creationId xmlns:a16="http://schemas.microsoft.com/office/drawing/2014/main" id="{762EAA2A-CD2E-827E-8B1D-2AA9A9BA7840}"/>
              </a:ext>
            </a:extLst>
          </p:cNvPr>
          <p:cNvSpPr>
            <a:spLocks noGrp="1"/>
          </p:cNvSpPr>
          <p:nvPr>
            <p:ph type="body" sz="half" idx="2" hasCustomPrompt="1"/>
          </p:nvPr>
        </p:nvSpPr>
        <p:spPr>
          <a:xfrm>
            <a:off x="609600" y="3429000"/>
            <a:ext cx="4991100" cy="1828800"/>
          </a:xfrm>
        </p:spPr>
        <p:txBody>
          <a:bodyPr wrap="square" tIns="91440"/>
          <a:lstStyle>
            <a:lvl1pPr marL="0" indent="0">
              <a:lnSpc>
                <a:spcPct val="150000"/>
              </a:lnSpc>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FA4969BD-F6A3-B3FF-14F4-B18654B1D5C9}"/>
              </a:ext>
            </a:extLst>
          </p:cNvPr>
          <p:cNvSpPr>
            <a:spLocks noGrp="1"/>
          </p:cNvSpPr>
          <p:nvPr>
            <p:ph type="body" sz="quarter" idx="18" hasCustomPrompt="1"/>
          </p:nvPr>
        </p:nvSpPr>
        <p:spPr>
          <a:xfrm>
            <a:off x="609600" y="685800"/>
            <a:ext cx="4991100" cy="457200"/>
          </a:xfrm>
        </p:spPr>
        <p:txBody>
          <a:bodyPr wrap="square" tIns="0" bIns="0" anchor="ctr">
            <a:noAutofit/>
          </a:bodyPr>
          <a:lstStyle>
            <a:lvl1pPr marL="0" indent="0">
              <a:lnSpc>
                <a:spcPct val="100000"/>
              </a:lnSpc>
              <a:buNone/>
              <a:defRPr sz="1800" b="1">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Message</a:t>
            </a:r>
          </a:p>
        </p:txBody>
      </p:sp>
      <p:pic>
        <p:nvPicPr>
          <p:cNvPr id="2" name="Picture 1" descr="A picture containing text, clipart&#10;&#10;Description automatically generated">
            <a:extLst>
              <a:ext uri="{FF2B5EF4-FFF2-40B4-BE49-F238E27FC236}">
                <a16:creationId xmlns:a16="http://schemas.microsoft.com/office/drawing/2014/main" id="{F1CB2B22-644D-9AC6-DE13-1EC3C31826A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446440"/>
            <a:ext cx="1967419" cy="555189"/>
          </a:xfrm>
          <a:prstGeom prst="rect">
            <a:avLst/>
          </a:prstGeom>
        </p:spPr>
      </p:pic>
      <p:sp>
        <p:nvSpPr>
          <p:cNvPr id="9" name="TextBox 8">
            <a:extLst>
              <a:ext uri="{FF2B5EF4-FFF2-40B4-BE49-F238E27FC236}">
                <a16:creationId xmlns:a16="http://schemas.microsoft.com/office/drawing/2014/main" id="{B322E302-2C28-E8DD-140F-9821E64374EB}"/>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 ™️</a:t>
            </a:r>
          </a:p>
        </p:txBody>
      </p:sp>
    </p:spTree>
    <p:extLst>
      <p:ext uri="{BB962C8B-B14F-4D97-AF65-F5344CB8AC3E}">
        <p14:creationId xmlns:p14="http://schemas.microsoft.com/office/powerpoint/2010/main" val="2210493275"/>
      </p:ext>
    </p:extLst>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End Next Steps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1" y="0"/>
            <a:ext cx="701516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p>
        </p:txBody>
      </p:sp>
      <p:sp>
        <p:nvSpPr>
          <p:cNvPr id="6" name="Title 1">
            <a:extLst>
              <a:ext uri="{FF2B5EF4-FFF2-40B4-BE49-F238E27FC236}">
                <a16:creationId xmlns:a16="http://schemas.microsoft.com/office/drawing/2014/main" id="{D302DBB9-7ECB-6301-753D-6B384C0ED426}"/>
              </a:ext>
            </a:extLst>
          </p:cNvPr>
          <p:cNvSpPr>
            <a:spLocks noGrp="1"/>
          </p:cNvSpPr>
          <p:nvPr>
            <p:ph type="title" hasCustomPrompt="1"/>
          </p:nvPr>
        </p:nvSpPr>
        <p:spPr>
          <a:xfrm>
            <a:off x="609600" y="1143000"/>
            <a:ext cx="5943600" cy="2286000"/>
          </a:xfrm>
          <a:prstGeom prst="rect">
            <a:avLst/>
          </a:prstGeom>
        </p:spPr>
        <p:txBody>
          <a:bodyPr wrap="square" anchor="b">
            <a:noAutofit/>
          </a:bodyPr>
          <a:lstStyle>
            <a:lvl1pPr>
              <a:defRPr sz="3200">
                <a:solidFill>
                  <a:schemeClr val="bg1"/>
                </a:solidFill>
                <a:latin typeface="+mj-lt"/>
              </a:defRPr>
            </a:lvl1pPr>
          </a:lstStyle>
          <a:p>
            <a:r>
              <a:rPr lang="en-US"/>
              <a:t>Presentation Title</a:t>
            </a:r>
          </a:p>
        </p:txBody>
      </p:sp>
      <p:sp>
        <p:nvSpPr>
          <p:cNvPr id="7" name="Content Placeholder 2">
            <a:extLst>
              <a:ext uri="{FF2B5EF4-FFF2-40B4-BE49-F238E27FC236}">
                <a16:creationId xmlns:a16="http://schemas.microsoft.com/office/drawing/2014/main" id="{155D0DE3-AEC6-30BD-F148-6D0C1E2CEFE2}"/>
              </a:ext>
            </a:extLst>
          </p:cNvPr>
          <p:cNvSpPr>
            <a:spLocks noGrp="1"/>
          </p:cNvSpPr>
          <p:nvPr>
            <p:ph idx="1" hasCustomPrompt="1"/>
          </p:nvPr>
        </p:nvSpPr>
        <p:spPr>
          <a:xfrm>
            <a:off x="7467600" y="685799"/>
            <a:ext cx="4114800" cy="5486401"/>
          </a:xfrm>
        </p:spPr>
        <p:txBody>
          <a:bodyPr wrap="square" anchor="ctr">
            <a:normAutofit/>
          </a:bodyPr>
          <a:lstStyle>
            <a:lvl1pPr marL="0" indent="0" algn="ctr">
              <a:buNone/>
              <a:defRPr sz="2400">
                <a:solidFill>
                  <a:srgbClr val="758390"/>
                </a:solidFill>
              </a:defRPr>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Next step</a:t>
            </a:r>
          </a:p>
        </p:txBody>
      </p:sp>
      <p:sp>
        <p:nvSpPr>
          <p:cNvPr id="2" name="TextBox 1">
            <a:extLst>
              <a:ext uri="{FF2B5EF4-FFF2-40B4-BE49-F238E27FC236}">
                <a16:creationId xmlns:a16="http://schemas.microsoft.com/office/drawing/2014/main" id="{C9D6414E-0FC1-4665-DDD9-A85C0D3F0C59}"/>
              </a:ext>
            </a:extLst>
          </p:cNvPr>
          <p:cNvSpPr txBox="1"/>
          <p:nvPr userDrawn="1"/>
        </p:nvSpPr>
        <p:spPr>
          <a:xfrm>
            <a:off x="609600" y="685800"/>
            <a:ext cx="5549153" cy="457200"/>
          </a:xfrm>
          <a:prstGeom prst="rect">
            <a:avLst/>
          </a:prstGeom>
          <a:noFill/>
        </p:spPr>
        <p:txBody>
          <a:bodyPr wrap="square" lIns="0" tIns="0" rIns="0" bIns="0" rtlCol="0" anchor="ctr">
            <a:noAutofit/>
          </a:bodyPr>
          <a:lstStyle/>
          <a:p>
            <a:r>
              <a:rPr lang="en-US" sz="1600" b="1" i="0">
                <a:solidFill>
                  <a:schemeClr val="bg1"/>
                </a:solidFill>
                <a:latin typeface="+mj-lt"/>
                <a:ea typeface="Inter" panose="02000503000000020004" pitchFamily="2" charset="0"/>
              </a:rPr>
              <a:t>Next Steps</a:t>
            </a:r>
          </a:p>
        </p:txBody>
      </p:sp>
      <p:pic>
        <p:nvPicPr>
          <p:cNvPr id="9" name="Picture 8" descr="A picture containing text, clipart&#10;&#10;Description automatically generated">
            <a:extLst>
              <a:ext uri="{FF2B5EF4-FFF2-40B4-BE49-F238E27FC236}">
                <a16:creationId xmlns:a16="http://schemas.microsoft.com/office/drawing/2014/main" id="{05BC52B8-E3C1-21C4-019B-66891A671B3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446440"/>
            <a:ext cx="1967419" cy="555189"/>
          </a:xfrm>
          <a:prstGeom prst="rect">
            <a:avLst/>
          </a:prstGeom>
        </p:spPr>
      </p:pic>
      <p:sp>
        <p:nvSpPr>
          <p:cNvPr id="10" name="TextBox 9">
            <a:extLst>
              <a:ext uri="{FF2B5EF4-FFF2-40B4-BE49-F238E27FC236}">
                <a16:creationId xmlns:a16="http://schemas.microsoft.com/office/drawing/2014/main" id="{DFB51127-3E7B-A620-0F19-6F967143E31E}"/>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 ™️</a:t>
            </a:r>
          </a:p>
        </p:txBody>
      </p:sp>
    </p:spTree>
    <p:extLst>
      <p:ext uri="{BB962C8B-B14F-4D97-AF65-F5344CB8AC3E}">
        <p14:creationId xmlns:p14="http://schemas.microsoft.com/office/powerpoint/2010/main" val="779175474"/>
      </p:ext>
    </p:extLst>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End Connect with Us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7010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p>
        </p:txBody>
      </p:sp>
      <p:sp>
        <p:nvSpPr>
          <p:cNvPr id="6" name="Title 1">
            <a:extLst>
              <a:ext uri="{FF2B5EF4-FFF2-40B4-BE49-F238E27FC236}">
                <a16:creationId xmlns:a16="http://schemas.microsoft.com/office/drawing/2014/main" id="{D302DBB9-7ECB-6301-753D-6B384C0ED426}"/>
              </a:ext>
            </a:extLst>
          </p:cNvPr>
          <p:cNvSpPr>
            <a:spLocks noGrp="1"/>
          </p:cNvSpPr>
          <p:nvPr>
            <p:ph type="title" hasCustomPrompt="1"/>
          </p:nvPr>
        </p:nvSpPr>
        <p:spPr>
          <a:xfrm>
            <a:off x="609600" y="685800"/>
            <a:ext cx="4991100" cy="2743200"/>
          </a:xfrm>
          <a:prstGeom prst="rect">
            <a:avLst/>
          </a:prstGeom>
        </p:spPr>
        <p:txBody>
          <a:bodyPr wrap="square" anchor="b">
            <a:noAutofit/>
          </a:bodyPr>
          <a:lstStyle>
            <a:lvl1pPr>
              <a:defRPr sz="3200">
                <a:solidFill>
                  <a:schemeClr val="bg1"/>
                </a:solidFill>
                <a:latin typeface="+mj-lt"/>
              </a:defRPr>
            </a:lvl1pPr>
          </a:lstStyle>
          <a:p>
            <a:r>
              <a:rPr lang="en-US"/>
              <a:t>Presentation Title</a:t>
            </a:r>
          </a:p>
        </p:txBody>
      </p:sp>
      <p:sp>
        <p:nvSpPr>
          <p:cNvPr id="8" name="Text Placeholder 3">
            <a:extLst>
              <a:ext uri="{FF2B5EF4-FFF2-40B4-BE49-F238E27FC236}">
                <a16:creationId xmlns:a16="http://schemas.microsoft.com/office/drawing/2014/main" id="{762EAA2A-CD2E-827E-8B1D-2AA9A9BA7840}"/>
              </a:ext>
            </a:extLst>
          </p:cNvPr>
          <p:cNvSpPr>
            <a:spLocks noGrp="1"/>
          </p:cNvSpPr>
          <p:nvPr>
            <p:ph type="body" sz="half" idx="2" hasCustomPrompt="1"/>
          </p:nvPr>
        </p:nvSpPr>
        <p:spPr>
          <a:xfrm>
            <a:off x="609600" y="3429000"/>
            <a:ext cx="4991100" cy="1828800"/>
          </a:xfrm>
        </p:spPr>
        <p:txBody>
          <a:bodyPr wrap="square" tIns="91440"/>
          <a:lstStyle>
            <a:lvl1pPr marL="0" indent="0">
              <a:lnSpc>
                <a:spcPct val="150000"/>
              </a:lnSpc>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FA4969BD-F6A3-B3FF-14F4-B18654B1D5C9}"/>
              </a:ext>
            </a:extLst>
          </p:cNvPr>
          <p:cNvSpPr>
            <a:spLocks noGrp="1"/>
          </p:cNvSpPr>
          <p:nvPr>
            <p:ph type="body" sz="quarter" idx="18" hasCustomPrompt="1"/>
          </p:nvPr>
        </p:nvSpPr>
        <p:spPr>
          <a:xfrm>
            <a:off x="609600" y="685800"/>
            <a:ext cx="4991100" cy="457200"/>
          </a:xfrm>
        </p:spPr>
        <p:txBody>
          <a:bodyPr wrap="square" tIns="0" bIns="0" anchor="ctr">
            <a:noAutofit/>
          </a:bodyPr>
          <a:lstStyle>
            <a:lvl1pPr marL="0" indent="0">
              <a:lnSpc>
                <a:spcPct val="100000"/>
              </a:lnSpc>
              <a:buNone/>
              <a:defRPr sz="1800" b="1">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Message</a:t>
            </a:r>
          </a:p>
        </p:txBody>
      </p:sp>
      <p:pic>
        <p:nvPicPr>
          <p:cNvPr id="2" name="Picture 1" descr="A picture containing text, clipart&#10;&#10;Description automatically generated">
            <a:extLst>
              <a:ext uri="{FF2B5EF4-FFF2-40B4-BE49-F238E27FC236}">
                <a16:creationId xmlns:a16="http://schemas.microsoft.com/office/drawing/2014/main" id="{F1CB2B22-644D-9AC6-DE13-1EC3C31826A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355" y="5446440"/>
            <a:ext cx="1967419" cy="555189"/>
          </a:xfrm>
          <a:prstGeom prst="rect">
            <a:avLst/>
          </a:prstGeom>
        </p:spPr>
      </p:pic>
      <p:sp>
        <p:nvSpPr>
          <p:cNvPr id="9" name="TextBox 8">
            <a:extLst>
              <a:ext uri="{FF2B5EF4-FFF2-40B4-BE49-F238E27FC236}">
                <a16:creationId xmlns:a16="http://schemas.microsoft.com/office/drawing/2014/main" id="{B322E302-2C28-E8DD-140F-9821E64374EB}"/>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 ™️</a:t>
            </a:r>
          </a:p>
        </p:txBody>
      </p:sp>
      <p:sp>
        <p:nvSpPr>
          <p:cNvPr id="3" name="Text Placeholder 3">
            <a:extLst>
              <a:ext uri="{FF2B5EF4-FFF2-40B4-BE49-F238E27FC236}">
                <a16:creationId xmlns:a16="http://schemas.microsoft.com/office/drawing/2014/main" id="{E45EAEF8-33DF-4EEA-99BD-141EEE183314}"/>
              </a:ext>
            </a:extLst>
          </p:cNvPr>
          <p:cNvSpPr>
            <a:spLocks noGrp="1"/>
          </p:cNvSpPr>
          <p:nvPr>
            <p:ph type="body" sz="half" idx="19" hasCustomPrompt="1"/>
          </p:nvPr>
        </p:nvSpPr>
        <p:spPr>
          <a:xfrm>
            <a:off x="7467600" y="4800600"/>
            <a:ext cx="4114800" cy="457200"/>
          </a:xfrm>
        </p:spPr>
        <p:txBody>
          <a:bodyPr wrap="square" tIns="0" anchor="ctr"/>
          <a:lstStyle>
            <a:lvl1pPr marL="0" indent="0" algn="ctr">
              <a:lnSpc>
                <a:spcPct val="150000"/>
              </a:lnSpc>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0" name="Picture Placeholder 2">
            <a:extLst>
              <a:ext uri="{FF2B5EF4-FFF2-40B4-BE49-F238E27FC236}">
                <a16:creationId xmlns:a16="http://schemas.microsoft.com/office/drawing/2014/main" id="{4184D200-7686-F42E-59B5-EF77FFB069F3}"/>
              </a:ext>
            </a:extLst>
          </p:cNvPr>
          <p:cNvSpPr>
            <a:spLocks noGrp="1"/>
          </p:cNvSpPr>
          <p:nvPr>
            <p:ph type="pic" idx="10" hasCustomPrompt="1"/>
          </p:nvPr>
        </p:nvSpPr>
        <p:spPr>
          <a:xfrm>
            <a:off x="7010400" y="0"/>
            <a:ext cx="5167009" cy="45720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Headshot</a:t>
            </a:r>
          </a:p>
        </p:txBody>
      </p:sp>
      <p:sp>
        <p:nvSpPr>
          <p:cNvPr id="11" name="Text Placeholder 3">
            <a:extLst>
              <a:ext uri="{FF2B5EF4-FFF2-40B4-BE49-F238E27FC236}">
                <a16:creationId xmlns:a16="http://schemas.microsoft.com/office/drawing/2014/main" id="{93B5E569-E430-BBFF-0F6C-C23A83F54805}"/>
              </a:ext>
            </a:extLst>
          </p:cNvPr>
          <p:cNvSpPr>
            <a:spLocks noGrp="1"/>
          </p:cNvSpPr>
          <p:nvPr>
            <p:ph type="body" sz="half" idx="20" hasCustomPrompt="1"/>
          </p:nvPr>
        </p:nvSpPr>
        <p:spPr>
          <a:xfrm>
            <a:off x="7467600" y="5266834"/>
            <a:ext cx="4114800" cy="457200"/>
          </a:xfrm>
        </p:spPr>
        <p:txBody>
          <a:bodyPr wrap="square" tIns="0" anchor="ctr"/>
          <a:lstStyle>
            <a:lvl1pPr marL="0" indent="0" algn="ctr">
              <a:lnSpc>
                <a:spcPct val="150000"/>
              </a:lnSpc>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3">
            <a:extLst>
              <a:ext uri="{FF2B5EF4-FFF2-40B4-BE49-F238E27FC236}">
                <a16:creationId xmlns:a16="http://schemas.microsoft.com/office/drawing/2014/main" id="{7699F397-F20E-FB5B-ADF9-3E4F1FDF7F30}"/>
              </a:ext>
            </a:extLst>
          </p:cNvPr>
          <p:cNvSpPr>
            <a:spLocks noGrp="1"/>
          </p:cNvSpPr>
          <p:nvPr>
            <p:ph type="body" sz="half" idx="21" hasCustomPrompt="1"/>
          </p:nvPr>
        </p:nvSpPr>
        <p:spPr>
          <a:xfrm>
            <a:off x="7467600" y="5715000"/>
            <a:ext cx="4114800" cy="457200"/>
          </a:xfrm>
        </p:spPr>
        <p:txBody>
          <a:bodyPr wrap="square" tIns="0" anchor="ctr"/>
          <a:lstStyle>
            <a:lvl1pPr marL="0" indent="0" algn="ctr">
              <a:lnSpc>
                <a:spcPct val="150000"/>
              </a:lnSpc>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4221432116"/>
      </p:ext>
    </p:extLst>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QR Co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A0A6024-9CBA-CFF6-6BBB-26081CC529F4}"/>
              </a:ext>
            </a:extLst>
          </p:cNvPr>
          <p:cNvSpPr/>
          <p:nvPr userDrawn="1"/>
        </p:nvSpPr>
        <p:spPr>
          <a:xfrm>
            <a:off x="3352800" y="0"/>
            <a:ext cx="8839200" cy="6400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A530DE-3443-3A15-C7D0-7B59B16B9862}"/>
              </a:ext>
            </a:extLst>
          </p:cNvPr>
          <p:cNvSpPr>
            <a:spLocks noGrp="1"/>
          </p:cNvSpPr>
          <p:nvPr>
            <p:ph type="title"/>
          </p:nvPr>
        </p:nvSpPr>
        <p:spPr>
          <a:xfrm>
            <a:off x="4724400" y="2286000"/>
            <a:ext cx="6400800" cy="2286000"/>
          </a:xfrm>
          <a:prstGeom prst="rect">
            <a:avLst/>
          </a:prstGeom>
        </p:spPr>
        <p:txBody>
          <a:bodyPr/>
          <a:lstStyle>
            <a:lvl1pPr>
              <a:defRPr>
                <a:solidFill>
                  <a:schemeClr val="bg1"/>
                </a:solidFill>
              </a:defRPr>
            </a:lvl1pPr>
          </a:lstStyle>
          <a:p>
            <a:r>
              <a:rPr lang="en-US"/>
              <a:t>Click to edit Master title style</a:t>
            </a:r>
          </a:p>
        </p:txBody>
      </p:sp>
      <p:sp>
        <p:nvSpPr>
          <p:cNvPr id="10" name="Rounded Rectangle 9">
            <a:extLst>
              <a:ext uri="{FF2B5EF4-FFF2-40B4-BE49-F238E27FC236}">
                <a16:creationId xmlns:a16="http://schemas.microsoft.com/office/drawing/2014/main" id="{1276E5FE-E260-09B8-8166-BEFA9958ED68}"/>
              </a:ext>
            </a:extLst>
          </p:cNvPr>
          <p:cNvSpPr/>
          <p:nvPr userDrawn="1"/>
        </p:nvSpPr>
        <p:spPr>
          <a:xfrm>
            <a:off x="2438400" y="2514600"/>
            <a:ext cx="1828800" cy="18288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14">
            <a:extLst>
              <a:ext uri="{FF2B5EF4-FFF2-40B4-BE49-F238E27FC236}">
                <a16:creationId xmlns:a16="http://schemas.microsoft.com/office/drawing/2014/main" id="{4510AAC4-01A6-B230-FE39-943B2D6F8B1B}"/>
              </a:ext>
            </a:extLst>
          </p:cNvPr>
          <p:cNvSpPr>
            <a:spLocks noGrp="1"/>
          </p:cNvSpPr>
          <p:nvPr>
            <p:ph type="pic" sz="quarter" idx="10" hasCustomPrompt="1"/>
          </p:nvPr>
        </p:nvSpPr>
        <p:spPr>
          <a:xfrm>
            <a:off x="2667000" y="2743200"/>
            <a:ext cx="1371600" cy="1371600"/>
          </a:xfrm>
          <a:solidFill>
            <a:schemeClr val="tx1"/>
          </a:solidFill>
        </p:spPr>
        <p:txBody>
          <a:bodyPr/>
          <a:lstStyle>
            <a:lvl1pPr marL="0" indent="0" algn="ctr">
              <a:buNone/>
              <a:defRPr>
                <a:solidFill>
                  <a:schemeClr val="bg1"/>
                </a:solidFill>
              </a:defRPr>
            </a:lvl1pPr>
          </a:lstStyle>
          <a:p>
            <a:r>
              <a:rPr lang="en-US"/>
              <a:t>QR Code</a:t>
            </a:r>
          </a:p>
        </p:txBody>
      </p:sp>
    </p:spTree>
    <p:extLst>
      <p:ext uri="{BB962C8B-B14F-4D97-AF65-F5344CB8AC3E}">
        <p14:creationId xmlns:p14="http://schemas.microsoft.com/office/powerpoint/2010/main" val="4215463370"/>
      </p:ext>
    </p:extLst>
  </p:cSld>
  <p:clrMapOvr>
    <a:masterClrMapping/>
  </p:clrMapOv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0"/>
            <a:ext cx="7467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4" name="TextBox 3">
            <a:extLst>
              <a:ext uri="{FF2B5EF4-FFF2-40B4-BE49-F238E27FC236}">
                <a16:creationId xmlns:a16="http://schemas.microsoft.com/office/drawing/2014/main" id="{1BB97280-E565-1490-812C-52B8B13A3CE4}"/>
              </a:ext>
            </a:extLst>
          </p:cNvPr>
          <p:cNvSpPr txBox="1"/>
          <p:nvPr userDrawn="1"/>
        </p:nvSpPr>
        <p:spPr>
          <a:xfrm>
            <a:off x="0" y="2286000"/>
            <a:ext cx="4724400" cy="2286000"/>
          </a:xfrm>
          <a:prstGeom prst="rect">
            <a:avLst/>
          </a:prstGeom>
          <a:noFill/>
        </p:spPr>
        <p:txBody>
          <a:bodyPr wrap="square" rtlCol="0" anchor="ctr" anchorCtr="0">
            <a:normAutofit/>
          </a:bodyPr>
          <a:lstStyle/>
          <a:p>
            <a:pPr algn="ctr"/>
            <a:r>
              <a:rPr lang="en-US" sz="5400" b="1" i="0">
                <a:solidFill>
                  <a:schemeClr val="tx2"/>
                </a:solidFill>
                <a:latin typeface="+mj-lt"/>
                <a:ea typeface="Inter" panose="02000503000000020004" pitchFamily="2" charset="0"/>
                <a:cs typeface="Arial" panose="020B0604020202020204" pitchFamily="34" charset="0"/>
              </a:rPr>
              <a:t>Thank You</a:t>
            </a:r>
          </a:p>
        </p:txBody>
      </p:sp>
    </p:spTree>
    <p:extLst>
      <p:ext uri="{BB962C8B-B14F-4D97-AF65-F5344CB8AC3E}">
        <p14:creationId xmlns:p14="http://schemas.microsoft.com/office/powerpoint/2010/main" val="2826486009"/>
      </p:ext>
    </p:extLst>
  </p:cSld>
  <p:clrMapOvr>
    <a:masterClrMapping/>
  </p:clrMapOv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51" name="Rounded Rectangle 15">
            <a:extLst>
              <a:ext uri="{FF2B5EF4-FFF2-40B4-BE49-F238E27FC236}">
                <a16:creationId xmlns:a16="http://schemas.microsoft.com/office/drawing/2014/main" id="{7FC08A43-2EC9-90B6-0E49-5C184AF2EDD0}"/>
              </a:ext>
            </a:extLst>
          </p:cNvPr>
          <p:cNvSpPr/>
          <p:nvPr userDrawn="1"/>
        </p:nvSpPr>
        <p:spPr>
          <a:xfrm>
            <a:off x="9288999" y="2624137"/>
            <a:ext cx="804672" cy="80486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0" i="0">
                <a:solidFill>
                  <a:srgbClr val="1D1C1D"/>
                </a:solidFill>
                <a:effectLst/>
                <a:latin typeface="+mn-lt"/>
                <a:ea typeface="Inter" panose="02000503000000020004" pitchFamily="2" charset="0"/>
                <a:cs typeface="Arial" panose="020B0604020202020204" pitchFamily="34" charset="0"/>
              </a:rPr>
              <a:t> </a:t>
            </a:r>
            <a:r>
              <a:rPr lang="en-US" sz="1200" b="0" i="0">
                <a:solidFill>
                  <a:schemeClr val="tx2"/>
                </a:solidFill>
                <a:effectLst/>
                <a:latin typeface="+mn-lt"/>
                <a:ea typeface="Inter" panose="02000503000000020004" pitchFamily="2" charset="0"/>
                <a:cs typeface="Arial" panose="020B0604020202020204" pitchFamily="34" charset="0"/>
              </a:rPr>
              <a:t>E1E4E7</a:t>
            </a:r>
          </a:p>
        </p:txBody>
      </p:sp>
      <p:sp>
        <p:nvSpPr>
          <p:cNvPr id="6" name="Title Placeholder 1">
            <a:extLst>
              <a:ext uri="{FF2B5EF4-FFF2-40B4-BE49-F238E27FC236}">
                <a16:creationId xmlns:a16="http://schemas.microsoft.com/office/drawing/2014/main" id="{4EA569AE-91AE-D038-F8CB-8B8B7B3FF73E}"/>
              </a:ext>
            </a:extLst>
          </p:cNvPr>
          <p:cNvSpPr>
            <a:spLocks noGrp="1"/>
          </p:cNvSpPr>
          <p:nvPr>
            <p:ph type="title" hasCustomPrompt="1"/>
          </p:nvPr>
        </p:nvSpPr>
        <p:spPr>
          <a:xfrm>
            <a:off x="609600" y="685800"/>
            <a:ext cx="10972800" cy="1143000"/>
          </a:xfrm>
          <a:prstGeom prst="rect">
            <a:avLst/>
          </a:prstGeom>
        </p:spPr>
        <p:txBody>
          <a:bodyPr vert="horz" wrap="square" lIns="0" tIns="45720" rIns="0" bIns="91440" rtlCol="0" anchor="t">
            <a:normAutofit/>
          </a:bodyPr>
          <a:lstStyle>
            <a:lvl1pPr>
              <a:defRPr b="1" i="0">
                <a:latin typeface="+mj-lt"/>
                <a:ea typeface="Inter" panose="02000503000000020004" pitchFamily="2" charset="0"/>
                <a:cs typeface="Arial" panose="020B0604020202020204" pitchFamily="34" charset="0"/>
              </a:defRPr>
            </a:lvl1pPr>
          </a:lstStyle>
          <a:p>
            <a:r>
              <a:rPr lang="en-US"/>
              <a:t>Colors</a:t>
            </a:r>
          </a:p>
        </p:txBody>
      </p:sp>
      <p:sp>
        <p:nvSpPr>
          <p:cNvPr id="2" name="Rounded Rectangle 1">
            <a:extLst>
              <a:ext uri="{FF2B5EF4-FFF2-40B4-BE49-F238E27FC236}">
                <a16:creationId xmlns:a16="http://schemas.microsoft.com/office/drawing/2014/main" id="{2344A932-AD7E-019A-5C9E-0AA20F8D163A}"/>
              </a:ext>
            </a:extLst>
          </p:cNvPr>
          <p:cNvSpPr/>
          <p:nvPr userDrawn="1"/>
        </p:nvSpPr>
        <p:spPr>
          <a:xfrm>
            <a:off x="4384492" y="4726095"/>
            <a:ext cx="804672" cy="804863"/>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solidFill>
                  <a:schemeClr val="bg1"/>
                </a:solidFill>
                <a:latin typeface="+mn-lt"/>
                <a:ea typeface="Inter" panose="02000503000000020004" pitchFamily="2" charset="0"/>
              </a:rPr>
              <a:t>BCABDD</a:t>
            </a:r>
          </a:p>
        </p:txBody>
      </p:sp>
      <p:sp>
        <p:nvSpPr>
          <p:cNvPr id="3" name="Rounded Rectangle 2">
            <a:extLst>
              <a:ext uri="{FF2B5EF4-FFF2-40B4-BE49-F238E27FC236}">
                <a16:creationId xmlns:a16="http://schemas.microsoft.com/office/drawing/2014/main" id="{B48518BB-9EB1-630C-8AA2-B9F2E726651F}"/>
              </a:ext>
            </a:extLst>
          </p:cNvPr>
          <p:cNvSpPr/>
          <p:nvPr userDrawn="1"/>
        </p:nvSpPr>
        <p:spPr>
          <a:xfrm>
            <a:off x="3470092" y="4726096"/>
            <a:ext cx="804672" cy="804863"/>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9A81CC</a:t>
            </a:r>
          </a:p>
        </p:txBody>
      </p:sp>
      <p:sp>
        <p:nvSpPr>
          <p:cNvPr id="4" name="Rounded Rectangle 3">
            <a:extLst>
              <a:ext uri="{FF2B5EF4-FFF2-40B4-BE49-F238E27FC236}">
                <a16:creationId xmlns:a16="http://schemas.microsoft.com/office/drawing/2014/main" id="{08983BDB-B3D2-ADA7-EC04-80FFA8CA4680}"/>
              </a:ext>
            </a:extLst>
          </p:cNvPr>
          <p:cNvSpPr/>
          <p:nvPr userDrawn="1"/>
        </p:nvSpPr>
        <p:spPr>
          <a:xfrm>
            <a:off x="1641292" y="4726098"/>
            <a:ext cx="804672" cy="804863"/>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452E72</a:t>
            </a:r>
          </a:p>
        </p:txBody>
      </p:sp>
      <p:sp>
        <p:nvSpPr>
          <p:cNvPr id="5" name="Rounded Rectangle 4">
            <a:extLst>
              <a:ext uri="{FF2B5EF4-FFF2-40B4-BE49-F238E27FC236}">
                <a16:creationId xmlns:a16="http://schemas.microsoft.com/office/drawing/2014/main" id="{8FBBC327-5B5F-8CE5-F797-ACA521A88711}"/>
              </a:ext>
            </a:extLst>
          </p:cNvPr>
          <p:cNvSpPr/>
          <p:nvPr userDrawn="1"/>
        </p:nvSpPr>
        <p:spPr>
          <a:xfrm>
            <a:off x="726892" y="4726099"/>
            <a:ext cx="804672" cy="804863"/>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2E1F4C</a:t>
            </a:r>
          </a:p>
        </p:txBody>
      </p:sp>
      <p:sp>
        <p:nvSpPr>
          <p:cNvPr id="7" name="Rounded Rectangle 6">
            <a:extLst>
              <a:ext uri="{FF2B5EF4-FFF2-40B4-BE49-F238E27FC236}">
                <a16:creationId xmlns:a16="http://schemas.microsoft.com/office/drawing/2014/main" id="{383143A6-4F47-CC1A-F463-830CBB79560D}"/>
              </a:ext>
            </a:extLst>
          </p:cNvPr>
          <p:cNvSpPr/>
          <p:nvPr userDrawn="1"/>
        </p:nvSpPr>
        <p:spPr>
          <a:xfrm>
            <a:off x="2555692" y="4726097"/>
            <a:ext cx="804672" cy="80486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5C3E98</a:t>
            </a:r>
          </a:p>
        </p:txBody>
      </p:sp>
      <p:sp>
        <p:nvSpPr>
          <p:cNvPr id="8" name="Rounded Rectangle 7">
            <a:extLst>
              <a:ext uri="{FF2B5EF4-FFF2-40B4-BE49-F238E27FC236}">
                <a16:creationId xmlns:a16="http://schemas.microsoft.com/office/drawing/2014/main" id="{1A9B7E72-04D3-9DF9-A92C-0494578A748B}"/>
              </a:ext>
            </a:extLst>
          </p:cNvPr>
          <p:cNvSpPr/>
          <p:nvPr userDrawn="1"/>
        </p:nvSpPr>
        <p:spPr>
          <a:xfrm>
            <a:off x="5298892" y="4726095"/>
            <a:ext cx="804672" cy="80486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solidFill>
                  <a:schemeClr val="tx2"/>
                </a:solidFill>
                <a:latin typeface="+mn-lt"/>
                <a:ea typeface="Inter" panose="02000503000000020004" pitchFamily="2" charset="0"/>
              </a:rPr>
              <a:t>DDD5EE</a:t>
            </a:r>
          </a:p>
        </p:txBody>
      </p:sp>
      <p:sp>
        <p:nvSpPr>
          <p:cNvPr id="19" name="Rounded Rectangle 18">
            <a:extLst>
              <a:ext uri="{FF2B5EF4-FFF2-40B4-BE49-F238E27FC236}">
                <a16:creationId xmlns:a16="http://schemas.microsoft.com/office/drawing/2014/main" id="{C2438120-120B-A5B8-310C-92E5FE0B3BBC}"/>
              </a:ext>
            </a:extLst>
          </p:cNvPr>
          <p:cNvSpPr/>
          <p:nvPr userDrawn="1"/>
        </p:nvSpPr>
        <p:spPr>
          <a:xfrm>
            <a:off x="596747" y="4343400"/>
            <a:ext cx="5616543" cy="1294210"/>
          </a:xfrm>
          <a:prstGeom prst="roundRect">
            <a:avLst/>
          </a:prstGeom>
          <a:no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US" sz="1400">
                <a:solidFill>
                  <a:schemeClr val="tx2"/>
                </a:solidFill>
                <a:latin typeface="+mn-lt"/>
                <a:ea typeface="Inter" panose="02000503000000020004" pitchFamily="2" charset="0"/>
              </a:rPr>
              <a:t>Shades of Primary</a:t>
            </a:r>
          </a:p>
        </p:txBody>
      </p:sp>
      <p:sp>
        <p:nvSpPr>
          <p:cNvPr id="30" name="Rounded Rectangle 29">
            <a:extLst>
              <a:ext uri="{FF2B5EF4-FFF2-40B4-BE49-F238E27FC236}">
                <a16:creationId xmlns:a16="http://schemas.microsoft.com/office/drawing/2014/main" id="{B6662229-28D9-6803-EC1A-244FF1B80BDF}"/>
              </a:ext>
            </a:extLst>
          </p:cNvPr>
          <p:cNvSpPr/>
          <p:nvPr userDrawn="1"/>
        </p:nvSpPr>
        <p:spPr>
          <a:xfrm>
            <a:off x="2922665" y="2624137"/>
            <a:ext cx="804672" cy="8048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E64680</a:t>
            </a:r>
          </a:p>
        </p:txBody>
      </p:sp>
      <p:sp>
        <p:nvSpPr>
          <p:cNvPr id="31" name="Rounded Rectangle 30">
            <a:extLst>
              <a:ext uri="{FF2B5EF4-FFF2-40B4-BE49-F238E27FC236}">
                <a16:creationId xmlns:a16="http://schemas.microsoft.com/office/drawing/2014/main" id="{BD726382-B6E1-0AD5-C9A6-DC7B3C77F6A7}"/>
              </a:ext>
            </a:extLst>
          </p:cNvPr>
          <p:cNvSpPr/>
          <p:nvPr userDrawn="1"/>
        </p:nvSpPr>
        <p:spPr>
          <a:xfrm>
            <a:off x="3830873" y="2624137"/>
            <a:ext cx="804672" cy="80486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BC93FF</a:t>
            </a:r>
          </a:p>
        </p:txBody>
      </p:sp>
      <p:sp>
        <p:nvSpPr>
          <p:cNvPr id="32" name="Rounded Rectangle 31">
            <a:extLst>
              <a:ext uri="{FF2B5EF4-FFF2-40B4-BE49-F238E27FC236}">
                <a16:creationId xmlns:a16="http://schemas.microsoft.com/office/drawing/2014/main" id="{37E1486D-5466-67D1-296D-2D3548B7B5C7}"/>
              </a:ext>
            </a:extLst>
          </p:cNvPr>
          <p:cNvSpPr/>
          <p:nvPr userDrawn="1"/>
        </p:nvSpPr>
        <p:spPr>
          <a:xfrm>
            <a:off x="5191432" y="2624137"/>
            <a:ext cx="804672" cy="80486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1EA3BE</a:t>
            </a:r>
          </a:p>
        </p:txBody>
      </p:sp>
      <p:sp>
        <p:nvSpPr>
          <p:cNvPr id="34" name="Rounded Rectangle 33">
            <a:extLst>
              <a:ext uri="{FF2B5EF4-FFF2-40B4-BE49-F238E27FC236}">
                <a16:creationId xmlns:a16="http://schemas.microsoft.com/office/drawing/2014/main" id="{94086131-B79C-081F-45DD-0DC06E793166}"/>
              </a:ext>
            </a:extLst>
          </p:cNvPr>
          <p:cNvSpPr/>
          <p:nvPr userDrawn="1"/>
        </p:nvSpPr>
        <p:spPr>
          <a:xfrm>
            <a:off x="6105832" y="2624137"/>
            <a:ext cx="804672" cy="804863"/>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FFB600</a:t>
            </a:r>
          </a:p>
        </p:txBody>
      </p:sp>
      <p:sp>
        <p:nvSpPr>
          <p:cNvPr id="35" name="Rounded Rectangle 34">
            <a:extLst>
              <a:ext uri="{FF2B5EF4-FFF2-40B4-BE49-F238E27FC236}">
                <a16:creationId xmlns:a16="http://schemas.microsoft.com/office/drawing/2014/main" id="{F84E3067-4112-A168-41BB-D72A95E97194}"/>
              </a:ext>
            </a:extLst>
          </p:cNvPr>
          <p:cNvSpPr/>
          <p:nvPr userDrawn="1"/>
        </p:nvSpPr>
        <p:spPr>
          <a:xfrm>
            <a:off x="1514785" y="2624137"/>
            <a:ext cx="804672" cy="80486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301E57</a:t>
            </a:r>
          </a:p>
        </p:txBody>
      </p:sp>
      <p:sp>
        <p:nvSpPr>
          <p:cNvPr id="36" name="Rounded Rectangle 35">
            <a:extLst>
              <a:ext uri="{FF2B5EF4-FFF2-40B4-BE49-F238E27FC236}">
                <a16:creationId xmlns:a16="http://schemas.microsoft.com/office/drawing/2014/main" id="{8B311440-209F-76F2-D59A-39B663A3A9AF}"/>
              </a:ext>
            </a:extLst>
          </p:cNvPr>
          <p:cNvSpPr/>
          <p:nvPr userDrawn="1"/>
        </p:nvSpPr>
        <p:spPr>
          <a:xfrm>
            <a:off x="7007844" y="2624137"/>
            <a:ext cx="804672" cy="804863"/>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94C63F</a:t>
            </a:r>
          </a:p>
        </p:txBody>
      </p:sp>
      <p:sp>
        <p:nvSpPr>
          <p:cNvPr id="37" name="Rounded Rectangle 36">
            <a:extLst>
              <a:ext uri="{FF2B5EF4-FFF2-40B4-BE49-F238E27FC236}">
                <a16:creationId xmlns:a16="http://schemas.microsoft.com/office/drawing/2014/main" id="{1BBF5943-DF2C-FF9D-DE5C-40035AC56C48}"/>
              </a:ext>
            </a:extLst>
          </p:cNvPr>
          <p:cNvSpPr/>
          <p:nvPr userDrawn="1"/>
        </p:nvSpPr>
        <p:spPr>
          <a:xfrm>
            <a:off x="612773" y="2624137"/>
            <a:ext cx="804672" cy="80486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5C3E98</a:t>
            </a:r>
          </a:p>
        </p:txBody>
      </p:sp>
      <p:sp>
        <p:nvSpPr>
          <p:cNvPr id="38" name="Rounded Rectangle 37">
            <a:extLst>
              <a:ext uri="{FF2B5EF4-FFF2-40B4-BE49-F238E27FC236}">
                <a16:creationId xmlns:a16="http://schemas.microsoft.com/office/drawing/2014/main" id="{E11F781C-BA91-9ABE-C3D7-5EC2705F6F58}"/>
              </a:ext>
            </a:extLst>
          </p:cNvPr>
          <p:cNvSpPr/>
          <p:nvPr userDrawn="1"/>
        </p:nvSpPr>
        <p:spPr>
          <a:xfrm>
            <a:off x="8368403" y="2624137"/>
            <a:ext cx="804672" cy="80486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solidFill>
                  <a:schemeClr val="bg1"/>
                </a:solidFill>
                <a:latin typeface="+mn-lt"/>
                <a:ea typeface="Inter" panose="02000503000000020004" pitchFamily="2" charset="0"/>
              </a:rPr>
              <a:t>6C7986</a:t>
            </a:r>
          </a:p>
        </p:txBody>
      </p:sp>
      <p:cxnSp>
        <p:nvCxnSpPr>
          <p:cNvPr id="39" name="Straight Connector 38">
            <a:extLst>
              <a:ext uri="{FF2B5EF4-FFF2-40B4-BE49-F238E27FC236}">
                <a16:creationId xmlns:a16="http://schemas.microsoft.com/office/drawing/2014/main" id="{E83A2C9D-415A-8058-05F6-07D7D50F0C7E}"/>
              </a:ext>
            </a:extLst>
          </p:cNvPr>
          <p:cNvCxnSpPr/>
          <p:nvPr userDrawn="1"/>
        </p:nvCxnSpPr>
        <p:spPr>
          <a:xfrm>
            <a:off x="9282801" y="2710196"/>
            <a:ext cx="804672"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0AC51072-6B4B-B176-4ABD-D9E3E9402FBB}"/>
              </a:ext>
            </a:extLst>
          </p:cNvPr>
          <p:cNvSpPr/>
          <p:nvPr userDrawn="1"/>
        </p:nvSpPr>
        <p:spPr>
          <a:xfrm>
            <a:off x="9282801"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Border</a:t>
            </a:r>
          </a:p>
        </p:txBody>
      </p:sp>
      <p:sp>
        <p:nvSpPr>
          <p:cNvPr id="41" name="Rounded Rectangle 40">
            <a:extLst>
              <a:ext uri="{FF2B5EF4-FFF2-40B4-BE49-F238E27FC236}">
                <a16:creationId xmlns:a16="http://schemas.microsoft.com/office/drawing/2014/main" id="{6A73967E-93F5-03F5-34F2-7147E7C85641}"/>
              </a:ext>
            </a:extLst>
          </p:cNvPr>
          <p:cNvSpPr/>
          <p:nvPr userDrawn="1"/>
        </p:nvSpPr>
        <p:spPr>
          <a:xfrm>
            <a:off x="1508589"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Dark Purple</a:t>
            </a:r>
          </a:p>
        </p:txBody>
      </p:sp>
      <p:sp>
        <p:nvSpPr>
          <p:cNvPr id="42" name="Rounded Rectangle 41">
            <a:extLst>
              <a:ext uri="{FF2B5EF4-FFF2-40B4-BE49-F238E27FC236}">
                <a16:creationId xmlns:a16="http://schemas.microsoft.com/office/drawing/2014/main" id="{7F6583CB-ACAC-4535-A28F-B46569545F75}"/>
              </a:ext>
            </a:extLst>
          </p:cNvPr>
          <p:cNvSpPr/>
          <p:nvPr userDrawn="1"/>
        </p:nvSpPr>
        <p:spPr>
          <a:xfrm>
            <a:off x="606579"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Primary Purple</a:t>
            </a:r>
          </a:p>
        </p:txBody>
      </p:sp>
      <p:sp>
        <p:nvSpPr>
          <p:cNvPr id="43" name="Rounded Rectangle 42">
            <a:extLst>
              <a:ext uri="{FF2B5EF4-FFF2-40B4-BE49-F238E27FC236}">
                <a16:creationId xmlns:a16="http://schemas.microsoft.com/office/drawing/2014/main" id="{7BEB0DBA-80CD-7F0F-2839-87B950F27011}"/>
              </a:ext>
            </a:extLst>
          </p:cNvPr>
          <p:cNvSpPr/>
          <p:nvPr userDrawn="1"/>
        </p:nvSpPr>
        <p:spPr>
          <a:xfrm>
            <a:off x="2922665"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Primary Accent</a:t>
            </a:r>
          </a:p>
        </p:txBody>
      </p:sp>
      <p:sp>
        <p:nvSpPr>
          <p:cNvPr id="44" name="Rounded Rectangle 43">
            <a:extLst>
              <a:ext uri="{FF2B5EF4-FFF2-40B4-BE49-F238E27FC236}">
                <a16:creationId xmlns:a16="http://schemas.microsoft.com/office/drawing/2014/main" id="{F611AD82-74FE-67B4-D665-40D356FC36A8}"/>
              </a:ext>
            </a:extLst>
          </p:cNvPr>
          <p:cNvSpPr/>
          <p:nvPr userDrawn="1"/>
        </p:nvSpPr>
        <p:spPr>
          <a:xfrm>
            <a:off x="3824669"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Secondary Accent</a:t>
            </a:r>
          </a:p>
        </p:txBody>
      </p:sp>
      <p:sp>
        <p:nvSpPr>
          <p:cNvPr id="45" name="Rounded Rectangle 44">
            <a:extLst>
              <a:ext uri="{FF2B5EF4-FFF2-40B4-BE49-F238E27FC236}">
                <a16:creationId xmlns:a16="http://schemas.microsoft.com/office/drawing/2014/main" id="{DA6401FB-D688-1780-2AAC-FE98D088FFE1}"/>
              </a:ext>
            </a:extLst>
          </p:cNvPr>
          <p:cNvSpPr/>
          <p:nvPr userDrawn="1"/>
        </p:nvSpPr>
        <p:spPr>
          <a:xfrm>
            <a:off x="5203820"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Teal</a:t>
            </a:r>
          </a:p>
          <a:p>
            <a:pPr algn="ctr"/>
            <a:r>
              <a:rPr lang="en-US" sz="1200">
                <a:solidFill>
                  <a:schemeClr val="tx2"/>
                </a:solidFill>
                <a:latin typeface="+mn-lt"/>
                <a:ea typeface="Inter" panose="02000503000000020004" pitchFamily="2" charset="0"/>
              </a:rPr>
              <a:t>Accent</a:t>
            </a:r>
          </a:p>
        </p:txBody>
      </p:sp>
      <p:sp>
        <p:nvSpPr>
          <p:cNvPr id="46" name="Rounded Rectangle 45">
            <a:extLst>
              <a:ext uri="{FF2B5EF4-FFF2-40B4-BE49-F238E27FC236}">
                <a16:creationId xmlns:a16="http://schemas.microsoft.com/office/drawing/2014/main" id="{321B3A5B-7AF8-336D-10FD-B78606D1ADCE}"/>
              </a:ext>
            </a:extLst>
          </p:cNvPr>
          <p:cNvSpPr/>
          <p:nvPr userDrawn="1"/>
        </p:nvSpPr>
        <p:spPr>
          <a:xfrm>
            <a:off x="6105832"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Yellow</a:t>
            </a:r>
          </a:p>
          <a:p>
            <a:pPr algn="ctr"/>
            <a:r>
              <a:rPr lang="en-US" sz="1200">
                <a:solidFill>
                  <a:schemeClr val="tx2"/>
                </a:solidFill>
                <a:latin typeface="+mn-lt"/>
                <a:ea typeface="Inter" panose="02000503000000020004" pitchFamily="2" charset="0"/>
              </a:rPr>
              <a:t>Accent</a:t>
            </a:r>
          </a:p>
        </p:txBody>
      </p:sp>
      <p:sp>
        <p:nvSpPr>
          <p:cNvPr id="47" name="Rounded Rectangle 46">
            <a:extLst>
              <a:ext uri="{FF2B5EF4-FFF2-40B4-BE49-F238E27FC236}">
                <a16:creationId xmlns:a16="http://schemas.microsoft.com/office/drawing/2014/main" id="{7482BB9F-4FDD-DBB0-6F0B-AB2C3AD2E7A4}"/>
              </a:ext>
            </a:extLst>
          </p:cNvPr>
          <p:cNvSpPr/>
          <p:nvPr userDrawn="1"/>
        </p:nvSpPr>
        <p:spPr>
          <a:xfrm>
            <a:off x="7007844"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Green</a:t>
            </a:r>
          </a:p>
          <a:p>
            <a:pPr algn="ctr"/>
            <a:r>
              <a:rPr lang="en-US" sz="1200">
                <a:solidFill>
                  <a:schemeClr val="tx2"/>
                </a:solidFill>
                <a:latin typeface="+mn-lt"/>
                <a:ea typeface="Inter" panose="02000503000000020004" pitchFamily="2" charset="0"/>
              </a:rPr>
              <a:t>Accent</a:t>
            </a:r>
          </a:p>
        </p:txBody>
      </p:sp>
      <p:sp>
        <p:nvSpPr>
          <p:cNvPr id="48" name="Rounded Rectangle 47">
            <a:extLst>
              <a:ext uri="{FF2B5EF4-FFF2-40B4-BE49-F238E27FC236}">
                <a16:creationId xmlns:a16="http://schemas.microsoft.com/office/drawing/2014/main" id="{8825583A-FC37-1EA6-003C-680BCC62BA2D}"/>
              </a:ext>
            </a:extLst>
          </p:cNvPr>
          <p:cNvSpPr/>
          <p:nvPr userDrawn="1"/>
        </p:nvSpPr>
        <p:spPr>
          <a:xfrm>
            <a:off x="8313540" y="2199433"/>
            <a:ext cx="914398"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Body Text</a:t>
            </a:r>
          </a:p>
        </p:txBody>
      </p:sp>
      <p:sp>
        <p:nvSpPr>
          <p:cNvPr id="49" name="Rounded Rectangle 15">
            <a:extLst>
              <a:ext uri="{FF2B5EF4-FFF2-40B4-BE49-F238E27FC236}">
                <a16:creationId xmlns:a16="http://schemas.microsoft.com/office/drawing/2014/main" id="{DC2FA2C3-23BD-8D82-57B1-E0ECCAFCF39F}"/>
              </a:ext>
            </a:extLst>
          </p:cNvPr>
          <p:cNvSpPr/>
          <p:nvPr userDrawn="1"/>
        </p:nvSpPr>
        <p:spPr>
          <a:xfrm>
            <a:off x="10220632" y="2624137"/>
            <a:ext cx="804672" cy="804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0" i="0">
                <a:solidFill>
                  <a:schemeClr val="bg1"/>
                </a:solidFill>
                <a:effectLst/>
                <a:latin typeface="+mn-lt"/>
                <a:ea typeface="Inter" panose="02000503000000020004" pitchFamily="2" charset="0"/>
                <a:cs typeface="Arial" panose="020B0604020202020204" pitchFamily="34" charset="0"/>
              </a:rPr>
              <a:t> </a:t>
            </a:r>
            <a:r>
              <a:rPr lang="en-US" sz="1200" b="0" i="0">
                <a:solidFill>
                  <a:schemeClr val="tx2"/>
                </a:solidFill>
                <a:effectLst/>
                <a:latin typeface="+mn-lt"/>
                <a:ea typeface="Inter" panose="02000503000000020004" pitchFamily="2" charset="0"/>
                <a:cs typeface="Arial" panose="020B0604020202020204" pitchFamily="34" charset="0"/>
              </a:rPr>
              <a:t>F0F5FA</a:t>
            </a:r>
          </a:p>
        </p:txBody>
      </p:sp>
      <p:sp>
        <p:nvSpPr>
          <p:cNvPr id="50" name="Rounded Rectangle 26">
            <a:extLst>
              <a:ext uri="{FF2B5EF4-FFF2-40B4-BE49-F238E27FC236}">
                <a16:creationId xmlns:a16="http://schemas.microsoft.com/office/drawing/2014/main" id="{9F012C1D-5933-F647-480E-9A27C9C2F2A4}"/>
              </a:ext>
            </a:extLst>
          </p:cNvPr>
          <p:cNvSpPr/>
          <p:nvPr userDrawn="1"/>
        </p:nvSpPr>
        <p:spPr>
          <a:xfrm>
            <a:off x="10165769" y="2199433"/>
            <a:ext cx="914398"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Background</a:t>
            </a:r>
          </a:p>
        </p:txBody>
      </p:sp>
      <p:sp>
        <p:nvSpPr>
          <p:cNvPr id="52" name="TextBox 51">
            <a:extLst>
              <a:ext uri="{FF2B5EF4-FFF2-40B4-BE49-F238E27FC236}">
                <a16:creationId xmlns:a16="http://schemas.microsoft.com/office/drawing/2014/main" id="{38EEFBD7-D481-D9DE-D187-1823C36B2B06}"/>
              </a:ext>
            </a:extLst>
          </p:cNvPr>
          <p:cNvSpPr txBox="1"/>
          <p:nvPr userDrawn="1"/>
        </p:nvSpPr>
        <p:spPr>
          <a:xfrm>
            <a:off x="9282801" y="3116757"/>
            <a:ext cx="804672" cy="246221"/>
          </a:xfrm>
          <a:prstGeom prst="rect">
            <a:avLst/>
          </a:prstGeom>
          <a:noFill/>
        </p:spPr>
        <p:txBody>
          <a:bodyPr wrap="square">
            <a:spAutoFit/>
          </a:bodyPr>
          <a:lstStyle/>
          <a:p>
            <a:pPr algn="ctr"/>
            <a:r>
              <a:rPr lang="en-US" sz="1000" b="0" i="0">
                <a:solidFill>
                  <a:schemeClr val="tx1"/>
                </a:solidFill>
                <a:effectLst/>
                <a:latin typeface="+mn-lt"/>
                <a:ea typeface="Inter" panose="02000503000000020004" pitchFamily="2" charset="0"/>
                <a:cs typeface="Arial" panose="020B0604020202020204" pitchFamily="34" charset="0"/>
              </a:rPr>
              <a:t>(1.5 pt)</a:t>
            </a:r>
          </a:p>
        </p:txBody>
      </p:sp>
    </p:spTree>
    <p:extLst>
      <p:ext uri="{BB962C8B-B14F-4D97-AF65-F5344CB8AC3E}">
        <p14:creationId xmlns:p14="http://schemas.microsoft.com/office/powerpoint/2010/main" val="1844463015"/>
      </p:ext>
    </p:extLst>
  </p:cSld>
  <p:clrMapOvr>
    <a:masterClrMapping/>
  </p:clrMapOv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1"/>
        <p:cNvGrpSpPr/>
        <p:nvPr/>
      </p:nvGrpSpPr>
      <p:grpSpPr>
        <a:xfrm>
          <a:off x="0" y="0"/>
          <a:ext cx="0" cy="0"/>
          <a:chOff x="0" y="0"/>
          <a:chExt cx="0" cy="0"/>
        </a:xfrm>
      </p:grpSpPr>
      <p:sp>
        <p:nvSpPr>
          <p:cNvPr id="52" name="Google Shape;52;g230b1a41ba8_0_220"/>
          <p:cNvSpPr txBox="1">
            <a:spLocks noGrp="1"/>
          </p:cNvSpPr>
          <p:nvPr>
            <p:ph type="title"/>
          </p:nvPr>
        </p:nvSpPr>
        <p:spPr>
          <a:xfrm>
            <a:off x="1409065" y="1127051"/>
            <a:ext cx="9373800" cy="29238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900" b="1" i="0">
                <a:solidFill>
                  <a:srgbClr val="231F20"/>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g230b1a41ba8_0_220"/>
          <p:cNvSpPr txBox="1">
            <a:spLocks noGrp="1"/>
          </p:cNvSpPr>
          <p:nvPr>
            <p:ph type="body" idx="1"/>
          </p:nvPr>
        </p:nvSpPr>
        <p:spPr>
          <a:xfrm>
            <a:off x="1435121" y="3029622"/>
            <a:ext cx="9321900" cy="230832"/>
          </a:xfrm>
          <a:prstGeom prst="rect">
            <a:avLst/>
          </a:prstGeom>
          <a:noFill/>
          <a:ln>
            <a:noFill/>
          </a:ln>
        </p:spPr>
        <p:txBody>
          <a:bodyPr spcFirstLastPara="1" wrap="square" lIns="0" tIns="0" rIns="0" bIns="0" anchor="t" anchorCtr="0">
            <a:spAutoFit/>
          </a:bodyPr>
          <a:lstStyle>
            <a:lvl1pPr marL="457189" lvl="0" indent="-228594" algn="l">
              <a:lnSpc>
                <a:spcPct val="100000"/>
              </a:lnSpc>
              <a:spcBef>
                <a:spcPts val="0"/>
              </a:spcBef>
              <a:spcAft>
                <a:spcPts val="0"/>
              </a:spcAft>
              <a:buSzPts val="1400"/>
              <a:buNone/>
              <a:defRPr sz="1500" b="0" i="0">
                <a:solidFill>
                  <a:srgbClr val="231F20"/>
                </a:solidFill>
                <a:latin typeface="Roboto Light"/>
                <a:ea typeface="Roboto Light"/>
                <a:cs typeface="Roboto Light"/>
                <a:sym typeface="Roboto Light"/>
              </a:defRPr>
            </a:lvl1pPr>
            <a:lvl2pPr marL="914377" lvl="1" indent="-228594" algn="l">
              <a:lnSpc>
                <a:spcPct val="100000"/>
              </a:lnSpc>
              <a:spcBef>
                <a:spcPts val="0"/>
              </a:spcBef>
              <a:spcAft>
                <a:spcPts val="0"/>
              </a:spcAft>
              <a:buSzPts val="1400"/>
              <a:buNone/>
              <a:defRPr/>
            </a:lvl2pPr>
            <a:lvl3pPr marL="1371566" lvl="2" indent="-228594" algn="l">
              <a:lnSpc>
                <a:spcPct val="100000"/>
              </a:lnSpc>
              <a:spcBef>
                <a:spcPts val="0"/>
              </a:spcBef>
              <a:spcAft>
                <a:spcPts val="0"/>
              </a:spcAft>
              <a:buSzPts val="1400"/>
              <a:buNone/>
              <a:defRPr/>
            </a:lvl3pPr>
            <a:lvl4pPr marL="1828754" lvl="3" indent="-228594" algn="l">
              <a:lnSpc>
                <a:spcPct val="100000"/>
              </a:lnSpc>
              <a:spcBef>
                <a:spcPts val="0"/>
              </a:spcBef>
              <a:spcAft>
                <a:spcPts val="0"/>
              </a:spcAft>
              <a:buSzPts val="1400"/>
              <a:buNone/>
              <a:defRPr/>
            </a:lvl4pPr>
            <a:lvl5pPr marL="2285943" lvl="4" indent="-228594" algn="l">
              <a:lnSpc>
                <a:spcPct val="100000"/>
              </a:lnSpc>
              <a:spcBef>
                <a:spcPts val="0"/>
              </a:spcBef>
              <a:spcAft>
                <a:spcPts val="0"/>
              </a:spcAft>
              <a:buSzPts val="1400"/>
              <a:buNone/>
              <a:defRPr/>
            </a:lvl5pPr>
            <a:lvl6pPr marL="2743131" lvl="5" indent="-228594" algn="l">
              <a:lnSpc>
                <a:spcPct val="100000"/>
              </a:lnSpc>
              <a:spcBef>
                <a:spcPts val="0"/>
              </a:spcBef>
              <a:spcAft>
                <a:spcPts val="0"/>
              </a:spcAft>
              <a:buSzPts val="1400"/>
              <a:buNone/>
              <a:defRPr/>
            </a:lvl6pPr>
            <a:lvl7pPr marL="3200320" lvl="6" indent="-228594" algn="l">
              <a:lnSpc>
                <a:spcPct val="100000"/>
              </a:lnSpc>
              <a:spcBef>
                <a:spcPts val="0"/>
              </a:spcBef>
              <a:spcAft>
                <a:spcPts val="0"/>
              </a:spcAft>
              <a:buSzPts val="1400"/>
              <a:buNone/>
              <a:defRPr/>
            </a:lvl7pPr>
            <a:lvl8pPr marL="3657509" lvl="7" indent="-228594" algn="l">
              <a:lnSpc>
                <a:spcPct val="100000"/>
              </a:lnSpc>
              <a:spcBef>
                <a:spcPts val="0"/>
              </a:spcBef>
              <a:spcAft>
                <a:spcPts val="0"/>
              </a:spcAft>
              <a:buSzPts val="1400"/>
              <a:buNone/>
              <a:defRPr/>
            </a:lvl8pPr>
            <a:lvl9pPr marL="4114697" lvl="8" indent="-228594" algn="l">
              <a:lnSpc>
                <a:spcPct val="100000"/>
              </a:lnSpc>
              <a:spcBef>
                <a:spcPts val="0"/>
              </a:spcBef>
              <a:spcAft>
                <a:spcPts val="0"/>
              </a:spcAft>
              <a:buSzPts val="1400"/>
              <a:buNone/>
              <a:defRPr/>
            </a:lvl9pPr>
          </a:lstStyle>
          <a:p>
            <a:endParaRPr/>
          </a:p>
        </p:txBody>
      </p:sp>
      <p:sp>
        <p:nvSpPr>
          <p:cNvPr id="54" name="Google Shape;54;g230b1a41ba8_0_220"/>
          <p:cNvSpPr txBox="1">
            <a:spLocks noGrp="1"/>
          </p:cNvSpPr>
          <p:nvPr>
            <p:ph type="ftr" idx="11"/>
          </p:nvPr>
        </p:nvSpPr>
        <p:spPr>
          <a:xfrm>
            <a:off x="683672" y="6441159"/>
            <a:ext cx="2722800" cy="161711"/>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051" b="0" i="0" u="none" strike="noStrike" cap="none">
                <a:solidFill>
                  <a:srgbClr val="020303"/>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g230b1a41ba8_0_220"/>
          <p:cNvSpPr txBox="1">
            <a:spLocks noGrp="1"/>
          </p:cNvSpPr>
          <p:nvPr>
            <p:ph type="dt" idx="10"/>
          </p:nvPr>
        </p:nvSpPr>
        <p:spPr>
          <a:xfrm>
            <a:off x="609601" y="6377941"/>
            <a:ext cx="28041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 name="Google Shape;56;g230b1a41ba8_0_220"/>
          <p:cNvSpPr txBox="1">
            <a:spLocks noGrp="1"/>
          </p:cNvSpPr>
          <p:nvPr>
            <p:ph type="sldNum" idx="12"/>
          </p:nvPr>
        </p:nvSpPr>
        <p:spPr>
          <a:xfrm>
            <a:off x="8778241" y="6377942"/>
            <a:ext cx="2804100" cy="276999"/>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77256845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600200"/>
            <a:ext cx="7315200" cy="1600200"/>
          </a:xfrm>
          <a:prstGeom prst="rect">
            <a:avLst/>
          </a:prstGeom>
        </p:spPr>
        <p:txBody>
          <a:bodyPr wrap="square" rIns="457200" bIns="91440" anchor="b">
            <a:noAutofit/>
          </a:bodyPr>
          <a:lstStyle>
            <a:lvl1pPr>
              <a:defRPr sz="3200">
                <a:solidFill>
                  <a:schemeClr val="bg1"/>
                </a:solidFill>
              </a:defRPr>
            </a:lvl1pPr>
          </a:lstStyle>
          <a:p>
            <a:r>
              <a:rPr lang="en-US"/>
              <a:t>Presentation Title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3200399"/>
            <a:ext cx="7315200" cy="685801"/>
          </a:xfrm>
        </p:spPr>
        <p:txBody>
          <a:bodyPr wrap="square" tIns="91440" rIns="457200">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PRESENTATION TYPE OR SUBTITLE</a:t>
            </a:r>
          </a:p>
        </p:txBody>
      </p:sp>
      <p:pic>
        <p:nvPicPr>
          <p:cNvPr id="9" name="Picture 8" descr="A picture containing text, clipart&#10;&#10;Description automatically generated">
            <a:extLst>
              <a:ext uri="{FF2B5EF4-FFF2-40B4-BE49-F238E27FC236}">
                <a16:creationId xmlns:a16="http://schemas.microsoft.com/office/drawing/2014/main" id="{DA41E3AB-7BB9-BE82-9EE4-8D91F211B47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
        <p:nvSpPr>
          <p:cNvPr id="10" name="Picture Placeholder 2">
            <a:extLst>
              <a:ext uri="{FF2B5EF4-FFF2-40B4-BE49-F238E27FC236}">
                <a16:creationId xmlns:a16="http://schemas.microsoft.com/office/drawing/2014/main" id="{61818627-D876-A32E-D884-DF528794D1B3}"/>
              </a:ext>
            </a:extLst>
          </p:cNvPr>
          <p:cNvSpPr>
            <a:spLocks noGrp="1"/>
          </p:cNvSpPr>
          <p:nvPr>
            <p:ph type="pic" idx="1"/>
          </p:nvPr>
        </p:nvSpPr>
        <p:spPr>
          <a:xfrm>
            <a:off x="8153400" y="0"/>
            <a:ext cx="4038600" cy="6858000"/>
          </a:xfrm>
          <a:solidFill>
            <a:schemeClr val="tx1"/>
          </a:solidFill>
        </p:spPr>
        <p:txBody>
          <a:bodyPr anchor="ct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09600" y="3886199"/>
            <a:ext cx="7315200" cy="1828801"/>
          </a:xfrm>
        </p:spPr>
        <p:txBody>
          <a:bodyPr wrap="square" tIns="91440" rIns="457200" bIns="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4" name="TextBox 3">
            <a:extLst>
              <a:ext uri="{FF2B5EF4-FFF2-40B4-BE49-F238E27FC236}">
                <a16:creationId xmlns:a16="http://schemas.microsoft.com/office/drawing/2014/main" id="{46AC7BB0-EB5C-7640-6353-FB7E6FC6D74D}"/>
              </a:ext>
            </a:extLst>
          </p:cNvPr>
          <p:cNvSpPr txBox="1"/>
          <p:nvPr userDrawn="1"/>
        </p:nvSpPr>
        <p:spPr>
          <a:xfrm>
            <a:off x="609600" y="989814"/>
            <a:ext cx="2286000" cy="246221"/>
          </a:xfrm>
          <a:prstGeom prst="rect">
            <a:avLst/>
          </a:prstGeom>
          <a:noFill/>
        </p:spPr>
        <p:txBody>
          <a:bodyPr wrap="square" lIns="0" tIns="0" rIns="0" rtlCol="0">
            <a:spAutoFit/>
          </a:bodyPr>
          <a:lstStyle/>
          <a:p>
            <a:r>
              <a:rPr lang="en-US" sz="1300" b="1">
                <a:solidFill>
                  <a:schemeClr val="bg1"/>
                </a:solidFill>
                <a:latin typeface="+mj-lt"/>
              </a:rPr>
              <a:t>Go Beyond Workflows™️</a:t>
            </a:r>
          </a:p>
        </p:txBody>
      </p:sp>
      <p:sp>
        <p:nvSpPr>
          <p:cNvPr id="7" name="Text Placeholder 3">
            <a:extLst>
              <a:ext uri="{FF2B5EF4-FFF2-40B4-BE49-F238E27FC236}">
                <a16:creationId xmlns:a16="http://schemas.microsoft.com/office/drawing/2014/main" id="{89F602FD-16C8-20B9-EE0A-D4AF278561FA}"/>
              </a:ext>
            </a:extLst>
          </p:cNvPr>
          <p:cNvSpPr>
            <a:spLocks noGrp="1"/>
          </p:cNvSpPr>
          <p:nvPr>
            <p:ph type="body" sz="half" idx="10" hasCustomPrompt="1"/>
          </p:nvPr>
        </p:nvSpPr>
        <p:spPr>
          <a:xfrm>
            <a:off x="609600" y="5715000"/>
            <a:ext cx="7315200" cy="457201"/>
          </a:xfrm>
        </p:spPr>
        <p:txBody>
          <a:bodyPr wrap="square" tIns="91440" rIns="457200">
            <a:normAutofit/>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66079D00-5ACF-5744-AB92-895B98C6A1D2}" type="datetime4">
              <a:rPr lang="en-US" smtClean="0"/>
              <a:t>April 15, 2023</a:t>
            </a:fld>
            <a:endParaRPr lang="en-US"/>
          </a:p>
        </p:txBody>
      </p:sp>
    </p:spTree>
    <p:extLst>
      <p:ext uri="{BB962C8B-B14F-4D97-AF65-F5344CB8AC3E}">
        <p14:creationId xmlns:p14="http://schemas.microsoft.com/office/powerpoint/2010/main" val="3706608595"/>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3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12648" y="3886201"/>
            <a:ext cx="2286000" cy="1828800"/>
          </a:xfrm>
        </p:spPr>
        <p:txBody>
          <a:bodyPr wrap="square" tIns="91440" bIns="18288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3" name="Picture Placeholder 2">
            <a:extLst>
              <a:ext uri="{FF2B5EF4-FFF2-40B4-BE49-F238E27FC236}">
                <a16:creationId xmlns:a16="http://schemas.microsoft.com/office/drawing/2014/main" id="{0939E0F3-1E10-95ED-F0B9-65E5F4D5B1E1}"/>
              </a:ext>
            </a:extLst>
          </p:cNvPr>
          <p:cNvSpPr>
            <a:spLocks noGrp="1"/>
          </p:cNvSpPr>
          <p:nvPr>
            <p:ph type="pic" idx="1"/>
          </p:nvPr>
        </p:nvSpPr>
        <p:spPr>
          <a:xfrm>
            <a:off x="8153399" y="-1"/>
            <a:ext cx="4038601" cy="6857999"/>
          </a:xfrm>
          <a:solidFill>
            <a:schemeClr val="tx1"/>
          </a:solidFill>
        </p:spPr>
        <p:txBody>
          <a:bodyPr anchor="ct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6D23038-42BC-FB3B-CFCB-50E7E4DC4FCD}"/>
              </a:ext>
            </a:extLst>
          </p:cNvPr>
          <p:cNvSpPr>
            <a:spLocks noGrp="1"/>
          </p:cNvSpPr>
          <p:nvPr>
            <p:ph type="body" sz="half" idx="12" hasCustomPrompt="1"/>
          </p:nvPr>
        </p:nvSpPr>
        <p:spPr>
          <a:xfrm>
            <a:off x="3125724" y="3886201"/>
            <a:ext cx="2286000" cy="1828800"/>
          </a:xfrm>
        </p:spPr>
        <p:txBody>
          <a:bodyPr wrap="square" tIns="91440" bIns="18288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7" name="Text Placeholder 3">
            <a:extLst>
              <a:ext uri="{FF2B5EF4-FFF2-40B4-BE49-F238E27FC236}">
                <a16:creationId xmlns:a16="http://schemas.microsoft.com/office/drawing/2014/main" id="{7FB57C7A-0891-D89B-F3B9-BDE561DB1A7A}"/>
              </a:ext>
            </a:extLst>
          </p:cNvPr>
          <p:cNvSpPr>
            <a:spLocks noGrp="1"/>
          </p:cNvSpPr>
          <p:nvPr>
            <p:ph type="body" sz="half" idx="13" hasCustomPrompt="1"/>
          </p:nvPr>
        </p:nvSpPr>
        <p:spPr>
          <a:xfrm>
            <a:off x="5638800" y="3886201"/>
            <a:ext cx="2286000" cy="1828800"/>
          </a:xfrm>
        </p:spPr>
        <p:txBody>
          <a:bodyPr wrap="square" tIns="91440" bIns="18288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11" name="Title 1">
            <a:extLst>
              <a:ext uri="{FF2B5EF4-FFF2-40B4-BE49-F238E27FC236}">
                <a16:creationId xmlns:a16="http://schemas.microsoft.com/office/drawing/2014/main" id="{9A67F5B0-391D-2B76-B484-95815736DB7C}"/>
              </a:ext>
            </a:extLst>
          </p:cNvPr>
          <p:cNvSpPr>
            <a:spLocks noGrp="1"/>
          </p:cNvSpPr>
          <p:nvPr>
            <p:ph type="title" hasCustomPrompt="1"/>
          </p:nvPr>
        </p:nvSpPr>
        <p:spPr>
          <a:xfrm>
            <a:off x="609600" y="1143000"/>
            <a:ext cx="7315200" cy="2057400"/>
          </a:xfrm>
          <a:prstGeom prst="rect">
            <a:avLst/>
          </a:prstGeom>
        </p:spPr>
        <p:txBody>
          <a:bodyPr wrap="square" rIns="457200" bIns="91440" anchor="b">
            <a:noAutofit/>
          </a:bodyPr>
          <a:lstStyle>
            <a:lvl1pPr>
              <a:defRPr sz="3200">
                <a:solidFill>
                  <a:schemeClr val="bg1"/>
                </a:solidFill>
              </a:defRPr>
            </a:lvl1pPr>
          </a:lstStyle>
          <a:p>
            <a:r>
              <a:rPr lang="en-US"/>
              <a:t>Presentation Title</a:t>
            </a:r>
          </a:p>
        </p:txBody>
      </p:sp>
      <p:sp>
        <p:nvSpPr>
          <p:cNvPr id="12" name="Text Placeholder 3">
            <a:extLst>
              <a:ext uri="{FF2B5EF4-FFF2-40B4-BE49-F238E27FC236}">
                <a16:creationId xmlns:a16="http://schemas.microsoft.com/office/drawing/2014/main" id="{323A0A69-D9C0-28DA-5596-42BCBE62021A}"/>
              </a:ext>
            </a:extLst>
          </p:cNvPr>
          <p:cNvSpPr>
            <a:spLocks noGrp="1"/>
          </p:cNvSpPr>
          <p:nvPr>
            <p:ph type="body" sz="half" idx="2" hasCustomPrompt="1"/>
          </p:nvPr>
        </p:nvSpPr>
        <p:spPr>
          <a:xfrm>
            <a:off x="609600" y="3200399"/>
            <a:ext cx="7315200" cy="685801"/>
          </a:xfrm>
        </p:spPr>
        <p:txBody>
          <a:bodyPr wrap="square" tIns="91440" rIns="457200" bIns="45720">
            <a:normAutofit/>
          </a:bodyPr>
          <a:lstStyle>
            <a:lvl1pPr marL="0" indent="0">
              <a:buNone/>
              <a:defRPr sz="1800" b="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Use Title Capitalization </a:t>
            </a:r>
          </a:p>
        </p:txBody>
      </p:sp>
      <p:sp>
        <p:nvSpPr>
          <p:cNvPr id="15" name="Text Placeholder 3">
            <a:extLst>
              <a:ext uri="{FF2B5EF4-FFF2-40B4-BE49-F238E27FC236}">
                <a16:creationId xmlns:a16="http://schemas.microsoft.com/office/drawing/2014/main" id="{2D4ADB6E-663D-F8C0-6CE1-F82C9119DC39}"/>
              </a:ext>
            </a:extLst>
          </p:cNvPr>
          <p:cNvSpPr>
            <a:spLocks noGrp="1"/>
          </p:cNvSpPr>
          <p:nvPr>
            <p:ph type="body" sz="half" idx="10" hasCustomPrompt="1"/>
          </p:nvPr>
        </p:nvSpPr>
        <p:spPr>
          <a:xfrm>
            <a:off x="609600" y="5715001"/>
            <a:ext cx="7315200" cy="457200"/>
          </a:xfrm>
        </p:spPr>
        <p:txBody>
          <a:bodyPr wrap="square" tIns="91440" rIns="457200">
            <a:normAutofit/>
          </a:bodyPr>
          <a:lstStyle>
            <a:lvl1pPr marL="0" indent="0">
              <a:buNone/>
              <a:defRPr sz="1400">
                <a:solidFill>
                  <a:schemeClr val="bg1"/>
                </a:solidFill>
                <a:latin typeface="+mn-lt"/>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11C57DF3-D4B6-D548-A423-F533A95A0200}" type="datetime4">
              <a:rPr lang="en-US" smtClean="0"/>
              <a:t>April 10, 2023</a:t>
            </a:fld>
            <a:endParaRPr lang="en-US"/>
          </a:p>
        </p:txBody>
      </p:sp>
      <p:pic>
        <p:nvPicPr>
          <p:cNvPr id="6" name="Picture 5" descr="A picture containing text, clipart&#10;&#10;Description automatically generated">
            <a:extLst>
              <a:ext uri="{FF2B5EF4-FFF2-40B4-BE49-F238E27FC236}">
                <a16:creationId xmlns:a16="http://schemas.microsoft.com/office/drawing/2014/main" id="{FFE984F4-EF78-F7BB-2DD3-8BF9DD5AA34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Tree>
    <p:extLst>
      <p:ext uri="{BB962C8B-B14F-4D97-AF65-F5344CB8AC3E}">
        <p14:creationId xmlns:p14="http://schemas.microsoft.com/office/powerpoint/2010/main" val="2057689906"/>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Cover 3">
    <p:bg bwMode="invGray">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1DC837-1E66-6128-0E76-A47478749E25}"/>
              </a:ext>
            </a:extLst>
          </p:cNvPr>
          <p:cNvSpPr/>
          <p:nvPr userDrawn="1"/>
        </p:nvSpPr>
        <p:spPr>
          <a:xfrm>
            <a:off x="-2" y="5029200"/>
            <a:ext cx="12191999"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Rectangle 1">
            <a:extLst>
              <a:ext uri="{FF2B5EF4-FFF2-40B4-BE49-F238E27FC236}">
                <a16:creationId xmlns:a16="http://schemas.microsoft.com/office/drawing/2014/main" id="{8A69A843-D752-C6ED-CE44-366BB824A2CA}"/>
              </a:ext>
            </a:extLst>
          </p:cNvPr>
          <p:cNvSpPr/>
          <p:nvPr userDrawn="1"/>
        </p:nvSpPr>
        <p:spPr>
          <a:xfrm>
            <a:off x="-1" y="4346987"/>
            <a:ext cx="12191999"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2">
            <a:extLst>
              <a:ext uri="{FF2B5EF4-FFF2-40B4-BE49-F238E27FC236}">
                <a16:creationId xmlns:a16="http://schemas.microsoft.com/office/drawing/2014/main" id="{C584E676-068E-50C7-7138-1B6FAB7E24E6}"/>
              </a:ext>
            </a:extLst>
          </p:cNvPr>
          <p:cNvSpPr>
            <a:spLocks noGrp="1"/>
          </p:cNvSpPr>
          <p:nvPr>
            <p:ph type="pic" idx="1"/>
          </p:nvPr>
        </p:nvSpPr>
        <p:spPr>
          <a:xfrm>
            <a:off x="0" y="13999"/>
            <a:ext cx="12192000" cy="4343400"/>
          </a:xfrm>
          <a:solidFill>
            <a:schemeClr val="tx1"/>
          </a:solidFill>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8" name="Title 47">
            <a:extLst>
              <a:ext uri="{FF2B5EF4-FFF2-40B4-BE49-F238E27FC236}">
                <a16:creationId xmlns:a16="http://schemas.microsoft.com/office/drawing/2014/main" id="{4589C02F-442A-0542-9D03-7E040DDACB47}"/>
              </a:ext>
            </a:extLst>
          </p:cNvPr>
          <p:cNvSpPr>
            <a:spLocks noGrp="1"/>
          </p:cNvSpPr>
          <p:nvPr userDrawn="1">
            <p:ph type="title" hasCustomPrompt="1"/>
          </p:nvPr>
        </p:nvSpPr>
        <p:spPr bwMode="gray">
          <a:xfrm>
            <a:off x="609599" y="5257800"/>
            <a:ext cx="10972801" cy="942398"/>
          </a:xfrm>
          <a:prstGeom prst="rect">
            <a:avLst/>
          </a:prstGeom>
        </p:spPr>
        <p:txBody>
          <a:bodyPr wrap="square" anchor="b">
            <a:noAutofit/>
          </a:bodyPr>
          <a:lstStyle>
            <a:lvl1pPr>
              <a:lnSpc>
                <a:spcPct val="100000"/>
              </a:lnSpc>
              <a:defRPr sz="3200">
                <a:solidFill>
                  <a:schemeClr val="bg1"/>
                </a:solidFill>
              </a:defRPr>
            </a:lvl1pPr>
          </a:lstStyle>
          <a:p>
            <a:r>
              <a:rPr lang="en-US"/>
              <a:t>Title</a:t>
            </a:r>
          </a:p>
        </p:txBody>
      </p:sp>
      <p:sp>
        <p:nvSpPr>
          <p:cNvPr id="52" name="Text Placeholder 51">
            <a:extLst>
              <a:ext uri="{FF2B5EF4-FFF2-40B4-BE49-F238E27FC236}">
                <a16:creationId xmlns:a16="http://schemas.microsoft.com/office/drawing/2014/main" id="{3835534A-190F-8648-8860-68E350DCF51F}"/>
              </a:ext>
            </a:extLst>
          </p:cNvPr>
          <p:cNvSpPr>
            <a:spLocks noGrp="1"/>
          </p:cNvSpPr>
          <p:nvPr userDrawn="1">
            <p:ph type="body" sz="quarter" idx="11" hasCustomPrompt="1"/>
          </p:nvPr>
        </p:nvSpPr>
        <p:spPr bwMode="gray">
          <a:xfrm>
            <a:off x="608729" y="6200198"/>
            <a:ext cx="2744072" cy="439614"/>
          </a:xfrm>
        </p:spPr>
        <p:txBody>
          <a:bodyPr wrap="square" anchor="t" anchorCtr="0">
            <a:noAutofit/>
          </a:bodyPr>
          <a:lstStyle>
            <a:lvl1pPr marL="0" indent="0">
              <a:lnSpc>
                <a:spcPct val="100000"/>
              </a:lnSpc>
              <a:spcBef>
                <a:spcPts val="0"/>
              </a:spcBef>
              <a:buFontTx/>
              <a:buNone/>
              <a:defRPr sz="1200" b="0" i="0">
                <a:solidFill>
                  <a:schemeClr val="bg1"/>
                </a:solidFill>
                <a:latin typeface="+mn-lt"/>
                <a:ea typeface="Inter" panose="02000503000000020004" pitchFamily="2" charset="0"/>
                <a:cs typeface="Arial" panose="020B06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Content</a:t>
            </a:r>
          </a:p>
        </p:txBody>
      </p:sp>
      <p:sp>
        <p:nvSpPr>
          <p:cNvPr id="8" name="Text Placeholder 51">
            <a:extLst>
              <a:ext uri="{FF2B5EF4-FFF2-40B4-BE49-F238E27FC236}">
                <a16:creationId xmlns:a16="http://schemas.microsoft.com/office/drawing/2014/main" id="{9AE1D286-FE91-4B46-BB6E-01029D684DA7}"/>
              </a:ext>
            </a:extLst>
          </p:cNvPr>
          <p:cNvSpPr>
            <a:spLocks noGrp="1"/>
          </p:cNvSpPr>
          <p:nvPr>
            <p:ph type="body" sz="quarter" idx="13" hasCustomPrompt="1"/>
          </p:nvPr>
        </p:nvSpPr>
        <p:spPr bwMode="gray">
          <a:xfrm>
            <a:off x="3838835" y="6200198"/>
            <a:ext cx="2714365" cy="439614"/>
          </a:xfrm>
        </p:spPr>
        <p:txBody>
          <a:bodyPr wrap="square" anchor="t" anchorCtr="0">
            <a:noAutofit/>
          </a:bodyPr>
          <a:lstStyle>
            <a:lvl1pPr marL="0" indent="0">
              <a:lnSpc>
                <a:spcPct val="100000"/>
              </a:lnSpc>
              <a:spcBef>
                <a:spcPts val="0"/>
              </a:spcBef>
              <a:buFontTx/>
              <a:buNone/>
              <a:defRPr sz="1200" b="0" i="0">
                <a:solidFill>
                  <a:schemeClr val="bg1"/>
                </a:solidFill>
                <a:latin typeface="+mn-lt"/>
                <a:ea typeface="Inter" panose="02000503000000020004" pitchFamily="2" charset="0"/>
                <a:cs typeface="Arial" panose="020B06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Content</a:t>
            </a:r>
          </a:p>
        </p:txBody>
      </p:sp>
      <p:sp>
        <p:nvSpPr>
          <p:cNvPr id="10" name="Text Placeholder 51">
            <a:extLst>
              <a:ext uri="{FF2B5EF4-FFF2-40B4-BE49-F238E27FC236}">
                <a16:creationId xmlns:a16="http://schemas.microsoft.com/office/drawing/2014/main" id="{C08BB528-698F-4E5C-BC7E-51C5596CE8A8}"/>
              </a:ext>
            </a:extLst>
          </p:cNvPr>
          <p:cNvSpPr>
            <a:spLocks noGrp="1"/>
          </p:cNvSpPr>
          <p:nvPr>
            <p:ph type="body" sz="quarter" idx="15" hasCustomPrompt="1"/>
          </p:nvPr>
        </p:nvSpPr>
        <p:spPr bwMode="gray">
          <a:xfrm>
            <a:off x="7010400" y="6200198"/>
            <a:ext cx="2743200" cy="439614"/>
          </a:xfrm>
        </p:spPr>
        <p:txBody>
          <a:bodyPr wrap="square" anchor="t" anchorCtr="0">
            <a:noAutofit/>
          </a:bodyPr>
          <a:lstStyle>
            <a:lvl1pPr marL="0" indent="0">
              <a:lnSpc>
                <a:spcPct val="100000"/>
              </a:lnSpc>
              <a:spcBef>
                <a:spcPts val="0"/>
              </a:spcBef>
              <a:buFontTx/>
              <a:buNone/>
              <a:defRPr sz="1200" b="0" i="0">
                <a:solidFill>
                  <a:schemeClr val="bg1"/>
                </a:solidFill>
                <a:latin typeface="+mn-lt"/>
                <a:ea typeface="Inter" panose="02000503000000020004" pitchFamily="2" charset="0"/>
                <a:cs typeface="Arial" panose="020B06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Content</a:t>
            </a:r>
          </a:p>
        </p:txBody>
      </p:sp>
      <p:pic>
        <p:nvPicPr>
          <p:cNvPr id="3" name="Picture 2" descr="A picture containing text, clipart&#10;&#10;Description automatically generated">
            <a:extLst>
              <a:ext uri="{FF2B5EF4-FFF2-40B4-BE49-F238E27FC236}">
                <a16:creationId xmlns:a16="http://schemas.microsoft.com/office/drawing/2014/main" id="{E8D60BC5-E9CF-5FA6-24BC-F6D6EE194B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7652" y="4412292"/>
            <a:ext cx="1967419" cy="555189"/>
          </a:xfrm>
          <a:prstGeom prst="rect">
            <a:avLst/>
          </a:prstGeom>
        </p:spPr>
      </p:pic>
    </p:spTree>
    <p:extLst>
      <p:ext uri="{BB962C8B-B14F-4D97-AF65-F5344CB8AC3E}">
        <p14:creationId xmlns:p14="http://schemas.microsoft.com/office/powerpoint/2010/main" val="222568974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600200"/>
            <a:ext cx="6858000" cy="1600200"/>
          </a:xfrm>
          <a:prstGeom prst="rect">
            <a:avLst/>
          </a:prstGeom>
        </p:spPr>
        <p:txBody>
          <a:bodyPr wrap="square" rIns="457200" bIns="91440" anchor="b">
            <a:noAutofit/>
          </a:bodyPr>
          <a:lstStyle>
            <a:lvl1pPr>
              <a:defRPr sz="3200">
                <a:solidFill>
                  <a:schemeClr val="bg1"/>
                </a:solidFill>
              </a:defRPr>
            </a:lvl1pPr>
          </a:lstStyle>
          <a:p>
            <a:r>
              <a:rPr lang="en-US"/>
              <a:t>Presentation Title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3200399"/>
            <a:ext cx="6858000" cy="685801"/>
          </a:xfrm>
        </p:spPr>
        <p:txBody>
          <a:bodyPr wrap="square" tIns="91440" rIns="457200">
            <a:normAutofit/>
          </a:bodyPr>
          <a:lstStyle>
            <a:lvl1pPr marL="0" indent="0">
              <a:buNone/>
              <a:defRPr sz="18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PRESENTATION TYPE OR SUBTITLE</a:t>
            </a:r>
          </a:p>
        </p:txBody>
      </p:sp>
      <p:pic>
        <p:nvPicPr>
          <p:cNvPr id="9" name="Picture 8" descr="A picture containing text, clipart&#10;&#10;Description automatically generated">
            <a:extLst>
              <a:ext uri="{FF2B5EF4-FFF2-40B4-BE49-F238E27FC236}">
                <a16:creationId xmlns:a16="http://schemas.microsoft.com/office/drawing/2014/main" id="{DA41E3AB-7BB9-BE82-9EE4-8D91F211B47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
        <p:nvSpPr>
          <p:cNvPr id="10" name="Picture Placeholder 2">
            <a:extLst>
              <a:ext uri="{FF2B5EF4-FFF2-40B4-BE49-F238E27FC236}">
                <a16:creationId xmlns:a16="http://schemas.microsoft.com/office/drawing/2014/main" id="{61818627-D876-A32E-D884-DF528794D1B3}"/>
              </a:ext>
            </a:extLst>
          </p:cNvPr>
          <p:cNvSpPr>
            <a:spLocks noGrp="1"/>
          </p:cNvSpPr>
          <p:nvPr>
            <p:ph type="pic" idx="1"/>
          </p:nvPr>
        </p:nvSpPr>
        <p:spPr>
          <a:xfrm>
            <a:off x="8153400" y="0"/>
            <a:ext cx="3964176" cy="6858000"/>
          </a:xfrm>
          <a:solidFill>
            <a:schemeClr val="tx1"/>
          </a:solidFill>
        </p:spPr>
        <p:txBody>
          <a:bodyPr anchor="ctr"/>
          <a:lstStyle>
            <a:lvl1pPr marL="0" indent="0" algn="ctr">
              <a:buNone/>
              <a:defRPr sz="3200">
                <a:solidFill>
                  <a:schemeClr val="bg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09600" y="3886199"/>
            <a:ext cx="6858000" cy="1828801"/>
          </a:xfrm>
        </p:spPr>
        <p:txBody>
          <a:bodyPr wrap="square" tIns="91440" rIns="457200" bIns="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4" name="TextBox 3">
            <a:extLst>
              <a:ext uri="{FF2B5EF4-FFF2-40B4-BE49-F238E27FC236}">
                <a16:creationId xmlns:a16="http://schemas.microsoft.com/office/drawing/2014/main" id="{46AC7BB0-EB5C-7640-6353-FB7E6FC6D74D}"/>
              </a:ext>
            </a:extLst>
          </p:cNvPr>
          <p:cNvSpPr txBox="1"/>
          <p:nvPr userDrawn="1"/>
        </p:nvSpPr>
        <p:spPr>
          <a:xfrm>
            <a:off x="609600" y="989814"/>
            <a:ext cx="2286000" cy="246221"/>
          </a:xfrm>
          <a:prstGeom prst="rect">
            <a:avLst/>
          </a:prstGeom>
          <a:noFill/>
        </p:spPr>
        <p:txBody>
          <a:bodyPr wrap="square" lIns="0" tIns="0" rIns="0" rtlCol="0">
            <a:spAutoFit/>
          </a:bodyPr>
          <a:lstStyle/>
          <a:p>
            <a:r>
              <a:rPr lang="en-US" sz="1300" b="1">
                <a:solidFill>
                  <a:schemeClr val="bg1"/>
                </a:solidFill>
                <a:latin typeface="+mj-lt"/>
              </a:rPr>
              <a:t>Go Beyond Workflows™️</a:t>
            </a:r>
          </a:p>
        </p:txBody>
      </p:sp>
      <p:sp>
        <p:nvSpPr>
          <p:cNvPr id="7" name="Text Placeholder 3">
            <a:extLst>
              <a:ext uri="{FF2B5EF4-FFF2-40B4-BE49-F238E27FC236}">
                <a16:creationId xmlns:a16="http://schemas.microsoft.com/office/drawing/2014/main" id="{89F602FD-16C8-20B9-EE0A-D4AF278561FA}"/>
              </a:ext>
            </a:extLst>
          </p:cNvPr>
          <p:cNvSpPr>
            <a:spLocks noGrp="1"/>
          </p:cNvSpPr>
          <p:nvPr>
            <p:ph type="body" sz="half" idx="10" hasCustomPrompt="1"/>
          </p:nvPr>
        </p:nvSpPr>
        <p:spPr>
          <a:xfrm>
            <a:off x="609600" y="5715000"/>
            <a:ext cx="6858000" cy="457201"/>
          </a:xfrm>
        </p:spPr>
        <p:txBody>
          <a:bodyPr wrap="square" tIns="91440" rIns="457200">
            <a:normAutofit/>
          </a:bodyPr>
          <a:lstStyle>
            <a:lvl1pPr marL="0" indent="0">
              <a:buNone/>
              <a:defRPr sz="12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66079D00-5ACF-5744-AB92-895B98C6A1D2}" type="datetime4">
              <a:rPr lang="en-US" smtClean="0"/>
              <a:t>April 15, 2023</a:t>
            </a:fld>
            <a:endParaRPr lang="en-US"/>
          </a:p>
        </p:txBody>
      </p:sp>
      <p:grpSp>
        <p:nvGrpSpPr>
          <p:cNvPr id="24" name="Google Shape;57;p1">
            <a:extLst>
              <a:ext uri="{FF2B5EF4-FFF2-40B4-BE49-F238E27FC236}">
                <a16:creationId xmlns:a16="http://schemas.microsoft.com/office/drawing/2014/main" id="{A8B1770F-F186-CC83-92F5-04E1C48C7EFC}"/>
              </a:ext>
            </a:extLst>
          </p:cNvPr>
          <p:cNvGrpSpPr/>
          <p:nvPr userDrawn="1"/>
        </p:nvGrpSpPr>
        <p:grpSpPr>
          <a:xfrm rot="16200000" flipH="1">
            <a:off x="8725789" y="3394592"/>
            <a:ext cx="6858000" cy="74423"/>
            <a:chOff x="-600" y="0"/>
            <a:chExt cx="7289973" cy="267900"/>
          </a:xfrm>
        </p:grpSpPr>
        <p:sp>
          <p:nvSpPr>
            <p:cNvPr id="25" name="Google Shape;58;p1">
              <a:extLst>
                <a:ext uri="{FF2B5EF4-FFF2-40B4-BE49-F238E27FC236}">
                  <a16:creationId xmlns:a16="http://schemas.microsoft.com/office/drawing/2014/main" id="{682749C8-5F5A-362F-4791-7E696EC0782E}"/>
                </a:ext>
              </a:extLst>
            </p:cNvPr>
            <p:cNvSpPr/>
            <p:nvPr/>
          </p:nvSpPr>
          <p:spPr>
            <a:xfrm>
              <a:off x="-600" y="0"/>
              <a:ext cx="12204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6" name="Google Shape;59;p1">
              <a:extLst>
                <a:ext uri="{FF2B5EF4-FFF2-40B4-BE49-F238E27FC236}">
                  <a16:creationId xmlns:a16="http://schemas.microsoft.com/office/drawing/2014/main" id="{E4355C5C-5B68-9561-43BB-485072CBFFAA}"/>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7" name="Google Shape;60;p1">
              <a:extLst>
                <a:ext uri="{FF2B5EF4-FFF2-40B4-BE49-F238E27FC236}">
                  <a16:creationId xmlns:a16="http://schemas.microsoft.com/office/drawing/2014/main" id="{A8D96F98-E9FC-8F99-2663-604401B59635}"/>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8" name="Google Shape;61;p1">
              <a:extLst>
                <a:ext uri="{FF2B5EF4-FFF2-40B4-BE49-F238E27FC236}">
                  <a16:creationId xmlns:a16="http://schemas.microsoft.com/office/drawing/2014/main" id="{7C834753-ACA1-77CF-13C9-185F6AC00949}"/>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9" name="Google Shape;62;p1">
              <a:extLst>
                <a:ext uri="{FF2B5EF4-FFF2-40B4-BE49-F238E27FC236}">
                  <a16:creationId xmlns:a16="http://schemas.microsoft.com/office/drawing/2014/main" id="{0C2ABA03-EC99-7258-91CE-BF5EF0E92295}"/>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30" name="Google Shape;63;p1">
              <a:extLst>
                <a:ext uri="{FF2B5EF4-FFF2-40B4-BE49-F238E27FC236}">
                  <a16:creationId xmlns:a16="http://schemas.microsoft.com/office/drawing/2014/main" id="{6080C1A6-B098-352F-C26F-381A3222D8CC}"/>
                </a:ext>
              </a:extLst>
            </p:cNvPr>
            <p:cNvSpPr/>
            <p:nvPr/>
          </p:nvSpPr>
          <p:spPr>
            <a:xfrm>
              <a:off x="6089373" y="0"/>
              <a:ext cx="12000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grpSp>
    </p:spTree>
    <p:extLst>
      <p:ext uri="{BB962C8B-B14F-4D97-AF65-F5344CB8AC3E}">
        <p14:creationId xmlns:p14="http://schemas.microsoft.com/office/powerpoint/2010/main" val="3279341590"/>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Cover 5">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81533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12648" y="3886201"/>
            <a:ext cx="2286000" cy="1828800"/>
          </a:xfrm>
        </p:spPr>
        <p:txBody>
          <a:bodyPr wrap="square" tIns="91440" bIns="18288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3" name="Picture Placeholder 2">
            <a:extLst>
              <a:ext uri="{FF2B5EF4-FFF2-40B4-BE49-F238E27FC236}">
                <a16:creationId xmlns:a16="http://schemas.microsoft.com/office/drawing/2014/main" id="{0939E0F3-1E10-95ED-F0B9-65E5F4D5B1E1}"/>
              </a:ext>
            </a:extLst>
          </p:cNvPr>
          <p:cNvSpPr>
            <a:spLocks noGrp="1"/>
          </p:cNvSpPr>
          <p:nvPr>
            <p:ph type="pic" idx="1"/>
          </p:nvPr>
        </p:nvSpPr>
        <p:spPr>
          <a:xfrm>
            <a:off x="8153399" y="-1"/>
            <a:ext cx="4038601" cy="6857999"/>
          </a:xfrm>
          <a:solidFill>
            <a:schemeClr val="tx1"/>
          </a:solidFill>
        </p:spPr>
        <p:txBody>
          <a:bodyPr anchor="ctr"/>
          <a:lstStyle>
            <a:lvl1pPr marL="0" indent="0" algn="ctr">
              <a:buNone/>
              <a:defRPr sz="3200">
                <a:solidFill>
                  <a:schemeClr val="bg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6D23038-42BC-FB3B-CFCB-50E7E4DC4FCD}"/>
              </a:ext>
            </a:extLst>
          </p:cNvPr>
          <p:cNvSpPr>
            <a:spLocks noGrp="1"/>
          </p:cNvSpPr>
          <p:nvPr>
            <p:ph type="body" sz="half" idx="12" hasCustomPrompt="1"/>
          </p:nvPr>
        </p:nvSpPr>
        <p:spPr>
          <a:xfrm>
            <a:off x="3125724" y="3886201"/>
            <a:ext cx="2286000" cy="1828800"/>
          </a:xfrm>
        </p:spPr>
        <p:txBody>
          <a:bodyPr wrap="square" tIns="91440" bIns="18288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7" name="Text Placeholder 3">
            <a:extLst>
              <a:ext uri="{FF2B5EF4-FFF2-40B4-BE49-F238E27FC236}">
                <a16:creationId xmlns:a16="http://schemas.microsoft.com/office/drawing/2014/main" id="{7FB57C7A-0891-D89B-F3B9-BDE561DB1A7A}"/>
              </a:ext>
            </a:extLst>
          </p:cNvPr>
          <p:cNvSpPr>
            <a:spLocks noGrp="1"/>
          </p:cNvSpPr>
          <p:nvPr>
            <p:ph type="body" sz="half" idx="13" hasCustomPrompt="1"/>
          </p:nvPr>
        </p:nvSpPr>
        <p:spPr>
          <a:xfrm>
            <a:off x="5638800" y="3886201"/>
            <a:ext cx="2286000" cy="1828800"/>
          </a:xfrm>
        </p:spPr>
        <p:txBody>
          <a:bodyPr wrap="square" tIns="91440" bIns="182880" anchor="b">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Last Name</a:t>
            </a:r>
          </a:p>
          <a:p>
            <a:pPr lvl="0"/>
            <a:r>
              <a:rPr lang="en-US"/>
              <a:t>Speaker Title</a:t>
            </a:r>
          </a:p>
        </p:txBody>
      </p:sp>
      <p:sp>
        <p:nvSpPr>
          <p:cNvPr id="11" name="Title 1">
            <a:extLst>
              <a:ext uri="{FF2B5EF4-FFF2-40B4-BE49-F238E27FC236}">
                <a16:creationId xmlns:a16="http://schemas.microsoft.com/office/drawing/2014/main" id="{9A67F5B0-391D-2B76-B484-95815736DB7C}"/>
              </a:ext>
            </a:extLst>
          </p:cNvPr>
          <p:cNvSpPr>
            <a:spLocks noGrp="1"/>
          </p:cNvSpPr>
          <p:nvPr>
            <p:ph type="title" hasCustomPrompt="1"/>
          </p:nvPr>
        </p:nvSpPr>
        <p:spPr>
          <a:xfrm>
            <a:off x="609600" y="1143000"/>
            <a:ext cx="7315200" cy="2057400"/>
          </a:xfrm>
          <a:prstGeom prst="rect">
            <a:avLst/>
          </a:prstGeom>
        </p:spPr>
        <p:txBody>
          <a:bodyPr wrap="square" rIns="457200" bIns="91440" anchor="b">
            <a:noAutofit/>
          </a:bodyPr>
          <a:lstStyle>
            <a:lvl1pPr>
              <a:defRPr sz="3200">
                <a:solidFill>
                  <a:schemeClr val="bg1"/>
                </a:solidFill>
                <a:latin typeface="+mj-lt"/>
              </a:defRPr>
            </a:lvl1pPr>
          </a:lstStyle>
          <a:p>
            <a:r>
              <a:rPr lang="en-US"/>
              <a:t>Presentation Title</a:t>
            </a:r>
          </a:p>
        </p:txBody>
      </p:sp>
      <p:sp>
        <p:nvSpPr>
          <p:cNvPr id="12" name="Text Placeholder 3">
            <a:extLst>
              <a:ext uri="{FF2B5EF4-FFF2-40B4-BE49-F238E27FC236}">
                <a16:creationId xmlns:a16="http://schemas.microsoft.com/office/drawing/2014/main" id="{323A0A69-D9C0-28DA-5596-42BCBE62021A}"/>
              </a:ext>
            </a:extLst>
          </p:cNvPr>
          <p:cNvSpPr>
            <a:spLocks noGrp="1"/>
          </p:cNvSpPr>
          <p:nvPr>
            <p:ph type="body" sz="half" idx="2" hasCustomPrompt="1"/>
          </p:nvPr>
        </p:nvSpPr>
        <p:spPr>
          <a:xfrm>
            <a:off x="609600" y="3200399"/>
            <a:ext cx="7315200" cy="685801"/>
          </a:xfrm>
        </p:spPr>
        <p:txBody>
          <a:bodyPr wrap="square" tIns="91440" rIns="457200" bIns="45720">
            <a:normAutofit/>
          </a:bodyPr>
          <a:lstStyle>
            <a:lvl1pPr marL="0" indent="0">
              <a:buNone/>
              <a:defRPr sz="1800" b="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Use Title Capitalization </a:t>
            </a:r>
          </a:p>
        </p:txBody>
      </p:sp>
      <p:sp>
        <p:nvSpPr>
          <p:cNvPr id="15" name="Text Placeholder 3">
            <a:extLst>
              <a:ext uri="{FF2B5EF4-FFF2-40B4-BE49-F238E27FC236}">
                <a16:creationId xmlns:a16="http://schemas.microsoft.com/office/drawing/2014/main" id="{2D4ADB6E-663D-F8C0-6CE1-F82C9119DC39}"/>
              </a:ext>
            </a:extLst>
          </p:cNvPr>
          <p:cNvSpPr>
            <a:spLocks noGrp="1"/>
          </p:cNvSpPr>
          <p:nvPr>
            <p:ph type="body" sz="half" idx="10" hasCustomPrompt="1"/>
          </p:nvPr>
        </p:nvSpPr>
        <p:spPr>
          <a:xfrm>
            <a:off x="609600" y="5715001"/>
            <a:ext cx="7315200" cy="457200"/>
          </a:xfrm>
        </p:spPr>
        <p:txBody>
          <a:bodyPr wrap="square" tIns="91440" rIns="457200">
            <a:normAutofit/>
          </a:bodyPr>
          <a:lstStyle>
            <a:lvl1pPr marL="0" indent="0">
              <a:buNone/>
              <a:defRPr sz="14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fld id="{11C57DF3-D4B6-D548-A423-F533A95A0200}" type="datetime4">
              <a:rPr lang="en-US" smtClean="0"/>
              <a:t>April 10, 2023</a:t>
            </a:fld>
            <a:endParaRPr lang="en-US"/>
          </a:p>
        </p:txBody>
      </p:sp>
      <p:pic>
        <p:nvPicPr>
          <p:cNvPr id="6" name="Picture 5" descr="A picture containing text, clipart&#10;&#10;Description automatically generated">
            <a:extLst>
              <a:ext uri="{FF2B5EF4-FFF2-40B4-BE49-F238E27FC236}">
                <a16:creationId xmlns:a16="http://schemas.microsoft.com/office/drawing/2014/main" id="{FFE984F4-EF78-F7BB-2DD3-8BF9DD5AA34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grpSp>
        <p:nvGrpSpPr>
          <p:cNvPr id="25" name="Google Shape;57;p1">
            <a:extLst>
              <a:ext uri="{FF2B5EF4-FFF2-40B4-BE49-F238E27FC236}">
                <a16:creationId xmlns:a16="http://schemas.microsoft.com/office/drawing/2014/main" id="{2008BAB5-C117-D27E-7880-5B43DD165120}"/>
              </a:ext>
            </a:extLst>
          </p:cNvPr>
          <p:cNvGrpSpPr/>
          <p:nvPr userDrawn="1"/>
        </p:nvGrpSpPr>
        <p:grpSpPr>
          <a:xfrm rot="16200000" flipH="1">
            <a:off x="-3389164" y="3394592"/>
            <a:ext cx="6858000" cy="74423"/>
            <a:chOff x="-600" y="0"/>
            <a:chExt cx="7289973" cy="267900"/>
          </a:xfrm>
        </p:grpSpPr>
        <p:sp>
          <p:nvSpPr>
            <p:cNvPr id="26" name="Google Shape;58;p1">
              <a:extLst>
                <a:ext uri="{FF2B5EF4-FFF2-40B4-BE49-F238E27FC236}">
                  <a16:creationId xmlns:a16="http://schemas.microsoft.com/office/drawing/2014/main" id="{7071D945-EDD7-2A92-E966-BDFDBC5A02A3}"/>
                </a:ext>
              </a:extLst>
            </p:cNvPr>
            <p:cNvSpPr/>
            <p:nvPr/>
          </p:nvSpPr>
          <p:spPr>
            <a:xfrm>
              <a:off x="-600" y="0"/>
              <a:ext cx="12204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7" name="Google Shape;59;p1">
              <a:extLst>
                <a:ext uri="{FF2B5EF4-FFF2-40B4-BE49-F238E27FC236}">
                  <a16:creationId xmlns:a16="http://schemas.microsoft.com/office/drawing/2014/main" id="{2BD1292E-6321-2973-80FB-0E1B185BFAB3}"/>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8" name="Google Shape;60;p1">
              <a:extLst>
                <a:ext uri="{FF2B5EF4-FFF2-40B4-BE49-F238E27FC236}">
                  <a16:creationId xmlns:a16="http://schemas.microsoft.com/office/drawing/2014/main" id="{80CE16E7-185F-84CD-ED5D-7356B0AD1CDF}"/>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9" name="Google Shape;61;p1">
              <a:extLst>
                <a:ext uri="{FF2B5EF4-FFF2-40B4-BE49-F238E27FC236}">
                  <a16:creationId xmlns:a16="http://schemas.microsoft.com/office/drawing/2014/main" id="{A997ADF0-541A-08BB-6956-5D9412A16B12}"/>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30" name="Google Shape;62;p1">
              <a:extLst>
                <a:ext uri="{FF2B5EF4-FFF2-40B4-BE49-F238E27FC236}">
                  <a16:creationId xmlns:a16="http://schemas.microsoft.com/office/drawing/2014/main" id="{46AB909D-89BD-B47E-C973-9409150FA6E1}"/>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31" name="Google Shape;63;p1">
              <a:extLst>
                <a:ext uri="{FF2B5EF4-FFF2-40B4-BE49-F238E27FC236}">
                  <a16:creationId xmlns:a16="http://schemas.microsoft.com/office/drawing/2014/main" id="{2E2B3BDD-D112-9B66-AE8C-0F77FEC6D290}"/>
                </a:ext>
              </a:extLst>
            </p:cNvPr>
            <p:cNvSpPr/>
            <p:nvPr/>
          </p:nvSpPr>
          <p:spPr>
            <a:xfrm>
              <a:off x="6089373" y="0"/>
              <a:ext cx="12000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grpSp>
    </p:spTree>
    <p:extLst>
      <p:ext uri="{BB962C8B-B14F-4D97-AF65-F5344CB8AC3E}">
        <p14:creationId xmlns:p14="http://schemas.microsoft.com/office/powerpoint/2010/main" val="2354220180"/>
      </p:ext>
    </p:extLst>
  </p:cSld>
  <p:clrMapOvr>
    <a:masterClrMapping/>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Cover 6">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1818627-D876-A32E-D884-DF528794D1B3}"/>
              </a:ext>
            </a:extLst>
          </p:cNvPr>
          <p:cNvSpPr>
            <a:spLocks noGrp="1"/>
          </p:cNvSpPr>
          <p:nvPr>
            <p:ph type="pic" idx="1"/>
          </p:nvPr>
        </p:nvSpPr>
        <p:spPr>
          <a:xfrm>
            <a:off x="5181600" y="0"/>
            <a:ext cx="6935976" cy="6858000"/>
          </a:xfrm>
          <a:solidFill>
            <a:schemeClr val="tx1"/>
          </a:solidFill>
        </p:spPr>
        <p:txBody>
          <a:bodyPr anchor="ctr"/>
          <a:lstStyle>
            <a:lvl1pPr marL="0" indent="0" algn="ctr">
              <a:buNone/>
              <a:defRPr sz="3200">
                <a:solidFill>
                  <a:schemeClr val="bg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Rectangle 4">
            <a:extLst>
              <a:ext uri="{FF2B5EF4-FFF2-40B4-BE49-F238E27FC236}">
                <a16:creationId xmlns:a16="http://schemas.microsoft.com/office/drawing/2014/main" id="{61A53C9E-D002-4B60-EFA5-7CFF0B2DA17F}"/>
              </a:ext>
            </a:extLst>
          </p:cNvPr>
          <p:cNvSpPr/>
          <p:nvPr userDrawn="1"/>
        </p:nvSpPr>
        <p:spPr>
          <a:xfrm>
            <a:off x="0" y="0"/>
            <a:ext cx="51815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600200"/>
            <a:ext cx="4114800" cy="2286000"/>
          </a:xfrm>
          <a:prstGeom prst="rect">
            <a:avLst/>
          </a:prstGeom>
        </p:spPr>
        <p:txBody>
          <a:bodyPr wrap="square" rIns="457200" bIns="91440" anchor="b">
            <a:noAutofit/>
          </a:bodyPr>
          <a:lstStyle>
            <a:lvl1pPr>
              <a:defRPr sz="2800">
                <a:solidFill>
                  <a:schemeClr val="bg1"/>
                </a:solidFill>
              </a:defRPr>
            </a:lvl1pPr>
          </a:lstStyle>
          <a:p>
            <a:r>
              <a:rPr lang="en-US"/>
              <a:t>Presentation Title</a:t>
            </a:r>
          </a:p>
        </p:txBody>
      </p:sp>
      <p:pic>
        <p:nvPicPr>
          <p:cNvPr id="9" name="Picture 8" descr="A picture containing text, clipart&#10;&#10;Description automatically generated">
            <a:extLst>
              <a:ext uri="{FF2B5EF4-FFF2-40B4-BE49-F238E27FC236}">
                <a16:creationId xmlns:a16="http://schemas.microsoft.com/office/drawing/2014/main" id="{DA41E3AB-7BB9-BE82-9EE4-8D91F211B47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10275"/>
            <a:ext cx="1967419" cy="555189"/>
          </a:xfrm>
          <a:prstGeom prst="rect">
            <a:avLst/>
          </a:prstGeom>
        </p:spPr>
      </p:pic>
      <p:sp>
        <p:nvSpPr>
          <p:cNvPr id="2" name="Text Placeholder 3">
            <a:extLst>
              <a:ext uri="{FF2B5EF4-FFF2-40B4-BE49-F238E27FC236}">
                <a16:creationId xmlns:a16="http://schemas.microsoft.com/office/drawing/2014/main" id="{3AB4D60D-DAC6-64DE-A6CF-BA2C4AF731F8}"/>
              </a:ext>
            </a:extLst>
          </p:cNvPr>
          <p:cNvSpPr>
            <a:spLocks noGrp="1"/>
          </p:cNvSpPr>
          <p:nvPr>
            <p:ph type="body" sz="half" idx="11" hasCustomPrompt="1"/>
          </p:nvPr>
        </p:nvSpPr>
        <p:spPr>
          <a:xfrm>
            <a:off x="609600" y="3886200"/>
            <a:ext cx="4114800" cy="1828800"/>
          </a:xfrm>
        </p:spPr>
        <p:txBody>
          <a:bodyPr wrap="square" tIns="91440" rIns="457200" bIns="0" anchor="t">
            <a:normAutofit/>
          </a:bodyPr>
          <a:lstStyle>
            <a:lvl1pPr marL="0" indent="0">
              <a:lnSpc>
                <a:spcPct val="100000"/>
              </a:lnSpc>
              <a:spcBef>
                <a:spcPts val="0"/>
              </a:spcBef>
              <a:buNone/>
              <a:defRPr sz="1400" b="0" i="0">
                <a:solidFill>
                  <a:schemeClr val="bg1"/>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Crew Member</a:t>
            </a:r>
          </a:p>
        </p:txBody>
      </p:sp>
      <p:sp>
        <p:nvSpPr>
          <p:cNvPr id="4" name="TextBox 3">
            <a:extLst>
              <a:ext uri="{FF2B5EF4-FFF2-40B4-BE49-F238E27FC236}">
                <a16:creationId xmlns:a16="http://schemas.microsoft.com/office/drawing/2014/main" id="{46AC7BB0-EB5C-7640-6353-FB7E6FC6D74D}"/>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a:t>
            </a:r>
          </a:p>
        </p:txBody>
      </p:sp>
      <p:grpSp>
        <p:nvGrpSpPr>
          <p:cNvPr id="17" name="Google Shape;57;p1">
            <a:extLst>
              <a:ext uri="{FF2B5EF4-FFF2-40B4-BE49-F238E27FC236}">
                <a16:creationId xmlns:a16="http://schemas.microsoft.com/office/drawing/2014/main" id="{56759712-CA13-CF04-4E3E-A6E12CFB4AD3}"/>
              </a:ext>
            </a:extLst>
          </p:cNvPr>
          <p:cNvGrpSpPr/>
          <p:nvPr userDrawn="1"/>
        </p:nvGrpSpPr>
        <p:grpSpPr>
          <a:xfrm rot="16200000" flipH="1">
            <a:off x="8725789" y="3394592"/>
            <a:ext cx="6858000" cy="74423"/>
            <a:chOff x="-600" y="0"/>
            <a:chExt cx="7289973" cy="267900"/>
          </a:xfrm>
        </p:grpSpPr>
        <p:sp>
          <p:nvSpPr>
            <p:cNvPr id="18" name="Google Shape;58;p1">
              <a:extLst>
                <a:ext uri="{FF2B5EF4-FFF2-40B4-BE49-F238E27FC236}">
                  <a16:creationId xmlns:a16="http://schemas.microsoft.com/office/drawing/2014/main" id="{E2CE2AE1-41FD-3794-F456-6C32C19D4FA8}"/>
                </a:ext>
              </a:extLst>
            </p:cNvPr>
            <p:cNvSpPr/>
            <p:nvPr/>
          </p:nvSpPr>
          <p:spPr>
            <a:xfrm>
              <a:off x="-600" y="0"/>
              <a:ext cx="1220400" cy="267900"/>
            </a:xfrm>
            <a:prstGeom prst="rect">
              <a:avLst/>
            </a:prstGeom>
            <a:solidFill>
              <a:schemeClr val="tx2"/>
            </a:solidFill>
            <a:ln>
              <a:solidFill>
                <a:schemeClr val="tx2"/>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19" name="Google Shape;59;p1">
              <a:extLst>
                <a:ext uri="{FF2B5EF4-FFF2-40B4-BE49-F238E27FC236}">
                  <a16:creationId xmlns:a16="http://schemas.microsoft.com/office/drawing/2014/main" id="{0B926393-D4EE-D989-CE3E-3D1F0C4B8727}"/>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0" name="Google Shape;60;p1">
              <a:extLst>
                <a:ext uri="{FF2B5EF4-FFF2-40B4-BE49-F238E27FC236}">
                  <a16:creationId xmlns:a16="http://schemas.microsoft.com/office/drawing/2014/main" id="{E27DF2B7-E5B3-2D90-7E77-35D1057572A5}"/>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1" name="Google Shape;61;p1">
              <a:extLst>
                <a:ext uri="{FF2B5EF4-FFF2-40B4-BE49-F238E27FC236}">
                  <a16:creationId xmlns:a16="http://schemas.microsoft.com/office/drawing/2014/main" id="{A0704860-7BA5-2201-B6D1-EE7F7634C9A2}"/>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2" name="Google Shape;62;p1">
              <a:extLst>
                <a:ext uri="{FF2B5EF4-FFF2-40B4-BE49-F238E27FC236}">
                  <a16:creationId xmlns:a16="http://schemas.microsoft.com/office/drawing/2014/main" id="{67F413E6-66CC-2423-F24D-CB674276F963}"/>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sp>
          <p:nvSpPr>
            <p:cNvPr id="23" name="Google Shape;63;p1">
              <a:extLst>
                <a:ext uri="{FF2B5EF4-FFF2-40B4-BE49-F238E27FC236}">
                  <a16:creationId xmlns:a16="http://schemas.microsoft.com/office/drawing/2014/main" id="{2CD241D2-1FF4-094B-F772-5298F12E8023}"/>
                </a:ext>
              </a:extLst>
            </p:cNvPr>
            <p:cNvSpPr/>
            <p:nvPr/>
          </p:nvSpPr>
          <p:spPr>
            <a:xfrm>
              <a:off x="6089373" y="0"/>
              <a:ext cx="1200000" cy="267900"/>
            </a:xfrm>
            <a:prstGeom prst="rect">
              <a:avLst/>
            </a:prstGeom>
            <a:solidFill>
              <a:schemeClr val="accent1"/>
            </a:solidFill>
            <a:ln>
              <a:solidFill>
                <a:schemeClr val="accent1"/>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n-lt"/>
                <a:ea typeface="Arial"/>
                <a:cs typeface="Arial"/>
                <a:sym typeface="Arial"/>
              </a:endParaRPr>
            </a:p>
          </p:txBody>
        </p:sp>
      </p:grpSp>
    </p:spTree>
    <p:extLst>
      <p:ext uri="{BB962C8B-B14F-4D97-AF65-F5344CB8AC3E}">
        <p14:creationId xmlns:p14="http://schemas.microsoft.com/office/powerpoint/2010/main" val="4170354940"/>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282C80A-69DD-75ED-8328-9904D213F01E}"/>
              </a:ext>
            </a:extLst>
          </p:cNvPr>
          <p:cNvSpPr>
            <a:spLocks noGrp="1"/>
          </p:cNvSpPr>
          <p:nvPr>
            <p:ph type="pic" sz="quarter" idx="19"/>
          </p:nvPr>
        </p:nvSpPr>
        <p:spPr>
          <a:xfrm>
            <a:off x="7010400" y="0"/>
            <a:ext cx="5181600" cy="6400800"/>
          </a:xfrm>
          <a:solidFill>
            <a:schemeClr val="tx1"/>
          </a:solidFill>
        </p:spPr>
        <p:txBody>
          <a:bodyPr/>
          <a:lstStyle>
            <a:lvl1pPr marL="0" indent="0" algn="ctr">
              <a:buNone/>
              <a:defRPr>
                <a:solidFill>
                  <a:schemeClr val="bg1"/>
                </a:solidFill>
              </a:defRPr>
            </a:lvl1pPr>
          </a:lstStyle>
          <a:p>
            <a:endParaRPr lang="en-US"/>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599" y="1828800"/>
            <a:ext cx="5943601" cy="4343399"/>
          </a:xfrm>
        </p:spPr>
        <p:txBody>
          <a:bodyPr tIns="182880" rIns="0">
            <a:normAutofit/>
          </a:bodyPr>
          <a:lstStyle>
            <a:lvl1pPr marL="0" indent="0">
              <a:lnSpc>
                <a:spcPct val="100000"/>
              </a:lnSpc>
              <a:buNone/>
              <a:defRPr sz="1800" b="1" i="0">
                <a:solidFill>
                  <a:schemeClr val="tx2"/>
                </a:solidFill>
                <a:latin typeface="+mn-lt"/>
                <a:ea typeface="Inter" panose="02000503000000020004" pitchFamily="2"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Topic 1</a:t>
            </a:r>
          </a:p>
          <a:p>
            <a:pPr lvl="0"/>
            <a:endParaRPr lang="en-US"/>
          </a:p>
          <a:p>
            <a:pPr lvl="0"/>
            <a:r>
              <a:rPr lang="en-US"/>
              <a:t>Topic 2</a:t>
            </a:r>
          </a:p>
          <a:p>
            <a:pPr lvl="0"/>
            <a:endParaRPr lang="en-US"/>
          </a:p>
          <a:p>
            <a:pPr lvl="0"/>
            <a:r>
              <a:rPr lang="en-US"/>
              <a:t>Topic 3</a:t>
            </a:r>
          </a:p>
        </p:txBody>
      </p:sp>
      <p:sp>
        <p:nvSpPr>
          <p:cNvPr id="4" name="Text Placeholder 16">
            <a:extLst>
              <a:ext uri="{FF2B5EF4-FFF2-40B4-BE49-F238E27FC236}">
                <a16:creationId xmlns:a16="http://schemas.microsoft.com/office/drawing/2014/main" id="{F3BD6D1C-87EB-4D74-D690-208C0345835F}"/>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1">
            <a:extLst>
              <a:ext uri="{FF2B5EF4-FFF2-40B4-BE49-F238E27FC236}">
                <a16:creationId xmlns:a16="http://schemas.microsoft.com/office/drawing/2014/main" id="{F0CAB7F9-6879-1236-314C-11627C7A9ED2}"/>
              </a:ext>
            </a:extLst>
          </p:cNvPr>
          <p:cNvSpPr>
            <a:spLocks noGrp="1"/>
          </p:cNvSpPr>
          <p:nvPr>
            <p:ph type="title" hasCustomPrompt="1"/>
          </p:nvPr>
        </p:nvSpPr>
        <p:spPr>
          <a:xfrm>
            <a:off x="609600" y="685800"/>
            <a:ext cx="5943600" cy="1143000"/>
          </a:xfrm>
          <a:prstGeom prst="rect">
            <a:avLst/>
          </a:prstGeom>
        </p:spPr>
        <p:txBody>
          <a:bodyPr/>
          <a:lstStyle>
            <a:lvl1pPr>
              <a:defRPr/>
            </a:lvl1pPr>
          </a:lstStyle>
          <a:p>
            <a:r>
              <a:rPr lang="en-US"/>
              <a:t>“Agenda” or Headline</a:t>
            </a:r>
          </a:p>
        </p:txBody>
      </p:sp>
    </p:spTree>
    <p:extLst>
      <p:ext uri="{BB962C8B-B14F-4D97-AF65-F5344CB8AC3E}">
        <p14:creationId xmlns:p14="http://schemas.microsoft.com/office/powerpoint/2010/main" val="93049483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Speakers 1">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EE4EDAD0-0380-4AB8-9844-156B9F5E95D8}"/>
              </a:ext>
            </a:extLst>
          </p:cNvPr>
          <p:cNvSpPr>
            <a:spLocks noGrp="1"/>
          </p:cNvSpPr>
          <p:nvPr>
            <p:ph type="pic" sz="quarter" idx="21" hasCustomPrompt="1"/>
          </p:nvPr>
        </p:nvSpPr>
        <p:spPr bwMode="invGray">
          <a:xfrm>
            <a:off x="624066" y="1933216"/>
            <a:ext cx="1371600" cy="1267184"/>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2" name="Title 1"/>
          <p:cNvSpPr>
            <a:spLocks noGrp="1"/>
          </p:cNvSpPr>
          <p:nvPr>
            <p:ph type="title" hasCustomPrompt="1"/>
          </p:nvPr>
        </p:nvSpPr>
        <p:spPr bwMode="invGray">
          <a:xfrm>
            <a:off x="609610" y="685800"/>
            <a:ext cx="10972787" cy="1143000"/>
          </a:xfrm>
          <a:prstGeom prst="rect">
            <a:avLst/>
          </a:prstGeom>
        </p:spPr>
        <p:txBody>
          <a:bodyPr vert="horz" wrap="square" lIns="0" tIns="0" rIns="0" bIns="0" rtlCol="0" anchor="ctr" anchorCtr="0">
            <a:noAutofit/>
          </a:bodyPr>
          <a:lstStyle>
            <a:lvl1pPr>
              <a:defRPr lang="en-US" dirty="0">
                <a:solidFill>
                  <a:schemeClr val="tx2"/>
                </a:solidFill>
              </a:defRPr>
            </a:lvl1pPr>
          </a:lstStyle>
          <a:p>
            <a:pPr lvl="0"/>
            <a:r>
              <a:rPr lang="en-US"/>
              <a:t>Headline</a:t>
            </a:r>
          </a:p>
        </p:txBody>
      </p:sp>
      <p:sp>
        <p:nvSpPr>
          <p:cNvPr id="6" name="Content Placeholder 5"/>
          <p:cNvSpPr>
            <a:spLocks noGrp="1"/>
          </p:cNvSpPr>
          <p:nvPr>
            <p:ph sz="quarter" idx="10" hasCustomPrompt="1"/>
          </p:nvPr>
        </p:nvSpPr>
        <p:spPr bwMode="invGray">
          <a:xfrm>
            <a:off x="624065" y="3429000"/>
            <a:ext cx="4100333"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7" name="Content Placeholder 5"/>
          <p:cNvSpPr>
            <a:spLocks noGrp="1"/>
          </p:cNvSpPr>
          <p:nvPr>
            <p:ph sz="quarter" idx="11" hasCustomPrompt="1"/>
          </p:nvPr>
        </p:nvSpPr>
        <p:spPr bwMode="invGray">
          <a:xfrm>
            <a:off x="5600700" y="3429000"/>
            <a:ext cx="4610100"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27" name="Picture Placeholder 26">
            <a:extLst>
              <a:ext uri="{FF2B5EF4-FFF2-40B4-BE49-F238E27FC236}">
                <a16:creationId xmlns:a16="http://schemas.microsoft.com/office/drawing/2014/main" id="{3E8E0FF5-4F9E-DC49-A0F7-432C85EC7B77}"/>
              </a:ext>
            </a:extLst>
          </p:cNvPr>
          <p:cNvSpPr>
            <a:spLocks noGrp="1"/>
          </p:cNvSpPr>
          <p:nvPr>
            <p:ph type="pic" sz="quarter" idx="14" hasCustomPrompt="1"/>
          </p:nvPr>
        </p:nvSpPr>
        <p:spPr bwMode="invGray">
          <a:xfrm>
            <a:off x="2438401" y="1975843"/>
            <a:ext cx="1371600" cy="1224557"/>
          </a:xfrm>
        </p:spPr>
        <p:txBody>
          <a:bodyPr wrap="square" anchor="t"/>
          <a:lstStyle>
            <a:lvl1pPr algn="ctr">
              <a:buNone/>
              <a:defRPr sz="1200"/>
            </a:lvl1pPr>
          </a:lstStyle>
          <a:p>
            <a:r>
              <a:rPr lang="en-US"/>
              <a:t>Logo</a:t>
            </a:r>
          </a:p>
        </p:txBody>
      </p:sp>
    </p:spTree>
    <p:extLst>
      <p:ext uri="{BB962C8B-B14F-4D97-AF65-F5344CB8AC3E}">
        <p14:creationId xmlns:p14="http://schemas.microsoft.com/office/powerpoint/2010/main" val="1007517024"/>
      </p:ext>
    </p:extLst>
  </p:cSld>
  <p:clrMapOvr>
    <a:masterClrMapping/>
  </p:clrMapOvr>
  <p:transition>
    <p:fade/>
  </p:transition>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Speakers 2">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EE4EDAD0-0380-4AB8-9844-156B9F5E95D8}"/>
              </a:ext>
            </a:extLst>
          </p:cNvPr>
          <p:cNvSpPr>
            <a:spLocks noGrp="1"/>
          </p:cNvSpPr>
          <p:nvPr>
            <p:ph type="pic" sz="quarter" idx="21" hasCustomPrompt="1"/>
          </p:nvPr>
        </p:nvSpPr>
        <p:spPr bwMode="invGray">
          <a:xfrm>
            <a:off x="619328" y="1953570"/>
            <a:ext cx="1361872" cy="1246830"/>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2" name="Title 1"/>
          <p:cNvSpPr>
            <a:spLocks noGrp="1"/>
          </p:cNvSpPr>
          <p:nvPr>
            <p:ph type="title" hasCustomPrompt="1"/>
          </p:nvPr>
        </p:nvSpPr>
        <p:spPr bwMode="invGray">
          <a:xfrm>
            <a:off x="609600" y="685800"/>
            <a:ext cx="10972800" cy="1143000"/>
          </a:xfrm>
          <a:prstGeom prst="rect">
            <a:avLst/>
          </a:prstGeom>
        </p:spPr>
        <p:txBody>
          <a:bodyPr vert="horz" wrap="square" lIns="0" tIns="0" rIns="0" bIns="0" rtlCol="0" anchor="ctr" anchorCtr="0">
            <a:noAutofit/>
          </a:bodyPr>
          <a:lstStyle>
            <a:lvl1pPr>
              <a:defRPr lang="en-US" dirty="0">
                <a:solidFill>
                  <a:srgbClr val="311E57"/>
                </a:solidFill>
              </a:defRPr>
            </a:lvl1pPr>
          </a:lstStyle>
          <a:p>
            <a:pPr lvl="0"/>
            <a:r>
              <a:rPr lang="en-US"/>
              <a:t>Headline</a:t>
            </a:r>
          </a:p>
        </p:txBody>
      </p:sp>
      <p:sp>
        <p:nvSpPr>
          <p:cNvPr id="6" name="Content Placeholder 5"/>
          <p:cNvSpPr>
            <a:spLocks noGrp="1"/>
          </p:cNvSpPr>
          <p:nvPr>
            <p:ph sz="quarter" idx="10" hasCustomPrompt="1"/>
          </p:nvPr>
        </p:nvSpPr>
        <p:spPr bwMode="invGray">
          <a:xfrm>
            <a:off x="609601" y="3429001"/>
            <a:ext cx="4572000"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7" name="Content Placeholder 5"/>
          <p:cNvSpPr>
            <a:spLocks noGrp="1"/>
          </p:cNvSpPr>
          <p:nvPr>
            <p:ph sz="quarter" idx="11" hasCustomPrompt="1"/>
          </p:nvPr>
        </p:nvSpPr>
        <p:spPr bwMode="invGray">
          <a:xfrm>
            <a:off x="6115412" y="3429000"/>
            <a:ext cx="4552588" cy="2743200"/>
          </a:xfrm>
        </p:spPr>
        <p:txBody>
          <a:bodyPr wrap="square"/>
          <a:lstStyle>
            <a:lvl1pPr marL="0" indent="0">
              <a:lnSpc>
                <a:spcPct val="100000"/>
              </a:lnSpc>
              <a:spcBef>
                <a:spcPts val="1200"/>
              </a:spcBef>
              <a:buNone/>
              <a:defRPr sz="1400">
                <a:solidFill>
                  <a:srgbClr val="6C7986"/>
                </a:solidFill>
              </a:defRPr>
            </a:lvl1pPr>
            <a:lvl2pPr>
              <a:buNone/>
              <a:defRPr sz="1400">
                <a:solidFill>
                  <a:schemeClr val="bg2"/>
                </a:solidFill>
              </a:defRPr>
            </a:lvl2pPr>
          </a:lstStyle>
          <a:p>
            <a:pPr lvl="0"/>
            <a:r>
              <a:rPr lang="en-US"/>
              <a:t>Content</a:t>
            </a:r>
          </a:p>
        </p:txBody>
      </p:sp>
      <p:sp>
        <p:nvSpPr>
          <p:cNvPr id="27" name="Picture Placeholder 26">
            <a:extLst>
              <a:ext uri="{FF2B5EF4-FFF2-40B4-BE49-F238E27FC236}">
                <a16:creationId xmlns:a16="http://schemas.microsoft.com/office/drawing/2014/main" id="{3E8E0FF5-4F9E-DC49-A0F7-432C85EC7B77}"/>
              </a:ext>
            </a:extLst>
          </p:cNvPr>
          <p:cNvSpPr>
            <a:spLocks noGrp="1"/>
          </p:cNvSpPr>
          <p:nvPr>
            <p:ph type="pic" sz="quarter" idx="14" hasCustomPrompt="1"/>
          </p:nvPr>
        </p:nvSpPr>
        <p:spPr bwMode="invGray">
          <a:xfrm>
            <a:off x="2438400" y="1943100"/>
            <a:ext cx="1361873" cy="1245658"/>
          </a:xfrm>
        </p:spPr>
        <p:txBody>
          <a:bodyPr wrap="square" anchor="t"/>
          <a:lstStyle>
            <a:lvl1pPr algn="ctr">
              <a:buNone/>
              <a:defRPr sz="1200"/>
            </a:lvl1pPr>
          </a:lstStyle>
          <a:p>
            <a:r>
              <a:rPr lang="en-US"/>
              <a:t>Logo</a:t>
            </a:r>
          </a:p>
        </p:txBody>
      </p:sp>
      <p:sp>
        <p:nvSpPr>
          <p:cNvPr id="11" name="Picture Placeholder 26">
            <a:extLst>
              <a:ext uri="{FF2B5EF4-FFF2-40B4-BE49-F238E27FC236}">
                <a16:creationId xmlns:a16="http://schemas.microsoft.com/office/drawing/2014/main" id="{592ECBE6-56C9-744E-86E8-3F7F48BD6DD2}"/>
              </a:ext>
            </a:extLst>
          </p:cNvPr>
          <p:cNvSpPr>
            <a:spLocks noGrp="1"/>
          </p:cNvSpPr>
          <p:nvPr>
            <p:ph type="pic" sz="quarter" idx="17" hasCustomPrompt="1"/>
          </p:nvPr>
        </p:nvSpPr>
        <p:spPr bwMode="invGray">
          <a:xfrm>
            <a:off x="7924801" y="1965212"/>
            <a:ext cx="1371600" cy="1223546"/>
          </a:xfrm>
        </p:spPr>
        <p:txBody>
          <a:bodyPr wrap="square" anchor="t"/>
          <a:lstStyle>
            <a:lvl1pPr algn="ctr">
              <a:buNone/>
              <a:defRPr sz="1200"/>
            </a:lvl1pPr>
          </a:lstStyle>
          <a:p>
            <a:r>
              <a:rPr lang="en-US"/>
              <a:t>Logo</a:t>
            </a:r>
          </a:p>
        </p:txBody>
      </p:sp>
      <p:sp>
        <p:nvSpPr>
          <p:cNvPr id="30" name="Picture Placeholder 29">
            <a:extLst>
              <a:ext uri="{FF2B5EF4-FFF2-40B4-BE49-F238E27FC236}">
                <a16:creationId xmlns:a16="http://schemas.microsoft.com/office/drawing/2014/main" id="{A6C82BA8-A698-4282-BCA0-9CC104DC70B7}"/>
              </a:ext>
            </a:extLst>
          </p:cNvPr>
          <p:cNvSpPr>
            <a:spLocks noGrp="1"/>
          </p:cNvSpPr>
          <p:nvPr>
            <p:ph type="pic" sz="quarter" idx="22" hasCustomPrompt="1"/>
          </p:nvPr>
        </p:nvSpPr>
        <p:spPr bwMode="invGray">
          <a:xfrm>
            <a:off x="6115412" y="1965212"/>
            <a:ext cx="1352187" cy="1235188"/>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Tree>
    <p:extLst>
      <p:ext uri="{BB962C8B-B14F-4D97-AF65-F5344CB8AC3E}">
        <p14:creationId xmlns:p14="http://schemas.microsoft.com/office/powerpoint/2010/main" val="3526172084"/>
      </p:ext>
    </p:extLst>
  </p:cSld>
  <p:clrMapOvr>
    <a:masterClrMapping/>
  </p:clrMapOvr>
  <p:transition>
    <p:fade/>
  </p:transition>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Speakers 3">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E8E0FF5-4F9E-DC49-A0F7-432C85EC7B77}"/>
              </a:ext>
            </a:extLst>
          </p:cNvPr>
          <p:cNvSpPr>
            <a:spLocks noGrp="1"/>
          </p:cNvSpPr>
          <p:nvPr>
            <p:ph type="pic" sz="quarter" idx="14" hasCustomPrompt="1"/>
          </p:nvPr>
        </p:nvSpPr>
        <p:spPr bwMode="invGray">
          <a:xfrm>
            <a:off x="1981200" y="1943100"/>
            <a:ext cx="1371600"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11" name="Picture Placeholder 26">
            <a:extLst>
              <a:ext uri="{FF2B5EF4-FFF2-40B4-BE49-F238E27FC236}">
                <a16:creationId xmlns:a16="http://schemas.microsoft.com/office/drawing/2014/main" id="{592ECBE6-56C9-744E-86E8-3F7F48BD6DD2}"/>
              </a:ext>
            </a:extLst>
          </p:cNvPr>
          <p:cNvSpPr>
            <a:spLocks noGrp="1"/>
          </p:cNvSpPr>
          <p:nvPr>
            <p:ph type="pic" sz="quarter" idx="17" hasCustomPrompt="1"/>
          </p:nvPr>
        </p:nvSpPr>
        <p:spPr bwMode="invGray">
          <a:xfrm>
            <a:off x="5638801" y="1943100"/>
            <a:ext cx="1371599"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23" name="Picture Placeholder 26">
            <a:extLst>
              <a:ext uri="{FF2B5EF4-FFF2-40B4-BE49-F238E27FC236}">
                <a16:creationId xmlns:a16="http://schemas.microsoft.com/office/drawing/2014/main" id="{C1B5F03B-87F7-CC4B-8310-C35AC00889A8}"/>
              </a:ext>
            </a:extLst>
          </p:cNvPr>
          <p:cNvSpPr>
            <a:spLocks noGrp="1"/>
          </p:cNvSpPr>
          <p:nvPr>
            <p:ph type="pic" sz="quarter" idx="20" hasCustomPrompt="1"/>
          </p:nvPr>
        </p:nvSpPr>
        <p:spPr bwMode="invGray">
          <a:xfrm>
            <a:off x="9296401" y="1943100"/>
            <a:ext cx="1371599" cy="1257300"/>
          </a:xfrm>
        </p:spPr>
        <p:txBody>
          <a:bodyPr wrap="square" anchor="t"/>
          <a:lstStyle>
            <a:lvl1pPr marL="0" indent="0" algn="ctr">
              <a:buFont typeface="Arial" panose="020B0604020202020204" pitchFamily="34" charset="0"/>
              <a:buNone/>
              <a:defRPr sz="1200"/>
            </a:lvl1pPr>
          </a:lstStyle>
          <a:p>
            <a:r>
              <a:rPr lang="en-US"/>
              <a:t>Logo</a:t>
            </a:r>
          </a:p>
        </p:txBody>
      </p:sp>
      <p:sp>
        <p:nvSpPr>
          <p:cNvPr id="29" name="Picture Placeholder 28">
            <a:extLst>
              <a:ext uri="{FF2B5EF4-FFF2-40B4-BE49-F238E27FC236}">
                <a16:creationId xmlns:a16="http://schemas.microsoft.com/office/drawing/2014/main" id="{EE4EDAD0-0380-4AB8-9844-156B9F5E95D8}"/>
              </a:ext>
            </a:extLst>
          </p:cNvPr>
          <p:cNvSpPr>
            <a:spLocks noGrp="1"/>
          </p:cNvSpPr>
          <p:nvPr>
            <p:ph type="pic" sz="quarter" idx="21" hasCustomPrompt="1"/>
          </p:nvPr>
        </p:nvSpPr>
        <p:spPr bwMode="invGray">
          <a:xfrm>
            <a:off x="609600" y="1943099"/>
            <a:ext cx="1257300" cy="1257300"/>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2" name="Title 1"/>
          <p:cNvSpPr>
            <a:spLocks noGrp="1"/>
          </p:cNvSpPr>
          <p:nvPr>
            <p:ph type="title" hasCustomPrompt="1"/>
          </p:nvPr>
        </p:nvSpPr>
        <p:spPr bwMode="invGray">
          <a:xfrm>
            <a:off x="609600" y="685800"/>
            <a:ext cx="10972800" cy="1143000"/>
          </a:xfrm>
          <a:prstGeom prst="rect">
            <a:avLst/>
          </a:prstGeom>
        </p:spPr>
        <p:txBody>
          <a:bodyPr vert="horz" wrap="square" lIns="0" tIns="0" rIns="0" bIns="0" rtlCol="0" anchor="ctr" anchorCtr="0">
            <a:noAutofit/>
          </a:bodyPr>
          <a:lstStyle>
            <a:lvl1pPr>
              <a:defRPr lang="en-US" dirty="0">
                <a:solidFill>
                  <a:srgbClr val="311E57"/>
                </a:solidFill>
              </a:defRPr>
            </a:lvl1pPr>
          </a:lstStyle>
          <a:p>
            <a:pPr lvl="0"/>
            <a:r>
              <a:rPr lang="en-US"/>
              <a:t>Headline</a:t>
            </a:r>
          </a:p>
        </p:txBody>
      </p:sp>
      <p:sp>
        <p:nvSpPr>
          <p:cNvPr id="6" name="Content Placeholder 5"/>
          <p:cNvSpPr>
            <a:spLocks noGrp="1"/>
          </p:cNvSpPr>
          <p:nvPr>
            <p:ph sz="quarter" idx="10" hasCustomPrompt="1"/>
          </p:nvPr>
        </p:nvSpPr>
        <p:spPr bwMode="invGray">
          <a:xfrm>
            <a:off x="609600" y="3429000"/>
            <a:ext cx="3200400" cy="2743200"/>
          </a:xfrm>
        </p:spPr>
        <p:txBody>
          <a:bodyPr wrap="square" tIns="0" bIns="0"/>
          <a:lstStyle>
            <a:lvl1pPr marL="0" indent="0">
              <a:lnSpc>
                <a:spcPct val="150000"/>
              </a:lnSpc>
              <a:spcBef>
                <a:spcPts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7" name="Content Placeholder 5"/>
          <p:cNvSpPr>
            <a:spLocks noGrp="1"/>
          </p:cNvSpPr>
          <p:nvPr>
            <p:ph sz="quarter" idx="11" hasCustomPrompt="1"/>
          </p:nvPr>
        </p:nvSpPr>
        <p:spPr bwMode="invGray">
          <a:xfrm>
            <a:off x="4267201" y="3429000"/>
            <a:ext cx="3200398" cy="2743200"/>
          </a:xfrm>
        </p:spPr>
        <p:txBody>
          <a:bodyPr wrap="square" tIns="0" bIns="0"/>
          <a:lstStyle>
            <a:lvl1pPr marL="0" indent="0">
              <a:lnSpc>
                <a:spcPct val="150000"/>
              </a:lnSpc>
              <a:spcBef>
                <a:spcPts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20" name="Content Placeholder 5">
            <a:extLst>
              <a:ext uri="{FF2B5EF4-FFF2-40B4-BE49-F238E27FC236}">
                <a16:creationId xmlns:a16="http://schemas.microsoft.com/office/drawing/2014/main" id="{AE3D3BFE-D8E4-744C-9DC7-45ED04ADA0EA}"/>
              </a:ext>
            </a:extLst>
          </p:cNvPr>
          <p:cNvSpPr>
            <a:spLocks noGrp="1"/>
          </p:cNvSpPr>
          <p:nvPr>
            <p:ph sz="quarter" idx="18" hasCustomPrompt="1"/>
          </p:nvPr>
        </p:nvSpPr>
        <p:spPr bwMode="invGray">
          <a:xfrm>
            <a:off x="7924803" y="3429000"/>
            <a:ext cx="3200398" cy="2743200"/>
          </a:xfrm>
        </p:spPr>
        <p:txBody>
          <a:bodyPr wrap="square" tIns="0" bIns="0"/>
          <a:lstStyle>
            <a:lvl1pPr marL="0" indent="0">
              <a:lnSpc>
                <a:spcPct val="150000"/>
              </a:lnSpc>
              <a:spcBef>
                <a:spcPts val="0"/>
              </a:spcBef>
              <a:spcAft>
                <a:spcPts val="600"/>
              </a:spcAft>
              <a:buNone/>
              <a:defRPr sz="1400">
                <a:solidFill>
                  <a:srgbClr val="6C7986"/>
                </a:solidFill>
              </a:defRPr>
            </a:lvl1pPr>
            <a:lvl2pPr>
              <a:buNone/>
              <a:defRPr sz="1400">
                <a:solidFill>
                  <a:schemeClr val="bg2"/>
                </a:solidFill>
              </a:defRPr>
            </a:lvl2pPr>
          </a:lstStyle>
          <a:p>
            <a:pPr lvl="0"/>
            <a:r>
              <a:rPr lang="en-US"/>
              <a:t>Content</a:t>
            </a:r>
          </a:p>
        </p:txBody>
      </p:sp>
      <p:sp>
        <p:nvSpPr>
          <p:cNvPr id="30" name="Picture Placeholder 29">
            <a:extLst>
              <a:ext uri="{FF2B5EF4-FFF2-40B4-BE49-F238E27FC236}">
                <a16:creationId xmlns:a16="http://schemas.microsoft.com/office/drawing/2014/main" id="{A6C82BA8-A698-4282-BCA0-9CC104DC70B7}"/>
              </a:ext>
            </a:extLst>
          </p:cNvPr>
          <p:cNvSpPr>
            <a:spLocks noGrp="1"/>
          </p:cNvSpPr>
          <p:nvPr>
            <p:ph type="pic" sz="quarter" idx="22" hasCustomPrompt="1"/>
          </p:nvPr>
        </p:nvSpPr>
        <p:spPr bwMode="invGray">
          <a:xfrm>
            <a:off x="4267200" y="1943098"/>
            <a:ext cx="1257299" cy="1257299"/>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
        <p:nvSpPr>
          <p:cNvPr id="31" name="Picture Placeholder 30">
            <a:extLst>
              <a:ext uri="{FF2B5EF4-FFF2-40B4-BE49-F238E27FC236}">
                <a16:creationId xmlns:a16="http://schemas.microsoft.com/office/drawing/2014/main" id="{962560B6-FB4B-4B36-AB57-740126015B9A}"/>
              </a:ext>
            </a:extLst>
          </p:cNvPr>
          <p:cNvSpPr>
            <a:spLocks noGrp="1"/>
          </p:cNvSpPr>
          <p:nvPr>
            <p:ph type="pic" sz="quarter" idx="23" hasCustomPrompt="1"/>
          </p:nvPr>
        </p:nvSpPr>
        <p:spPr bwMode="invGray">
          <a:xfrm>
            <a:off x="7924801" y="1943099"/>
            <a:ext cx="1257297" cy="1257297"/>
          </a:xfrm>
          <a:custGeom>
            <a:avLst/>
            <a:gdLst>
              <a:gd name="connsiteX0" fmla="*/ 85476 w 1280160"/>
              <a:gd name="connsiteY0" fmla="*/ 0 h 1280160"/>
              <a:gd name="connsiteX1" fmla="*/ 1194684 w 1280160"/>
              <a:gd name="connsiteY1" fmla="*/ 0 h 1280160"/>
              <a:gd name="connsiteX2" fmla="*/ 1280160 w 1280160"/>
              <a:gd name="connsiteY2" fmla="*/ 85476 h 1280160"/>
              <a:gd name="connsiteX3" fmla="*/ 1280160 w 1280160"/>
              <a:gd name="connsiteY3" fmla="*/ 1194684 h 1280160"/>
              <a:gd name="connsiteX4" fmla="*/ 1194684 w 1280160"/>
              <a:gd name="connsiteY4" fmla="*/ 1280160 h 1280160"/>
              <a:gd name="connsiteX5" fmla="*/ 85476 w 1280160"/>
              <a:gd name="connsiteY5" fmla="*/ 1280160 h 1280160"/>
              <a:gd name="connsiteX6" fmla="*/ 0 w 1280160"/>
              <a:gd name="connsiteY6" fmla="*/ 1194684 h 1280160"/>
              <a:gd name="connsiteX7" fmla="*/ 0 w 1280160"/>
              <a:gd name="connsiteY7" fmla="*/ 85476 h 1280160"/>
              <a:gd name="connsiteX8" fmla="*/ 85476 w 1280160"/>
              <a:gd name="connsiteY8" fmla="*/ 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0160" h="1280160">
                <a:moveTo>
                  <a:pt x="85476" y="0"/>
                </a:moveTo>
                <a:lnTo>
                  <a:pt x="1194684" y="0"/>
                </a:lnTo>
                <a:cubicBezTo>
                  <a:pt x="1241891" y="0"/>
                  <a:pt x="1280160" y="38269"/>
                  <a:pt x="1280160" y="85476"/>
                </a:cubicBezTo>
                <a:lnTo>
                  <a:pt x="1280160" y="1194684"/>
                </a:lnTo>
                <a:cubicBezTo>
                  <a:pt x="1280160" y="1241891"/>
                  <a:pt x="1241891" y="1280160"/>
                  <a:pt x="1194684" y="1280160"/>
                </a:cubicBezTo>
                <a:lnTo>
                  <a:pt x="85476" y="1280160"/>
                </a:lnTo>
                <a:cubicBezTo>
                  <a:pt x="38269" y="1280160"/>
                  <a:pt x="0" y="1241891"/>
                  <a:pt x="0" y="1194684"/>
                </a:cubicBezTo>
                <a:lnTo>
                  <a:pt x="0" y="85476"/>
                </a:lnTo>
                <a:cubicBezTo>
                  <a:pt x="0" y="38269"/>
                  <a:pt x="38269" y="0"/>
                  <a:pt x="85476" y="0"/>
                </a:cubicBezTo>
                <a:close/>
              </a:path>
            </a:pathLst>
          </a:custGeom>
          <a:solidFill>
            <a:schemeClr val="tx1"/>
          </a:solidFill>
        </p:spPr>
        <p:txBody>
          <a:bodyPr wrap="square" anchor="t" anchorCtr="0">
            <a:noAutofit/>
          </a:bodyPr>
          <a:lstStyle>
            <a:lvl1pPr marL="0" indent="0" algn="ctr">
              <a:buNone/>
              <a:defRPr sz="1100">
                <a:solidFill>
                  <a:schemeClr val="bg1"/>
                </a:solidFill>
              </a:defRPr>
            </a:lvl1pPr>
          </a:lstStyle>
          <a:p>
            <a:r>
              <a:rPr lang="en-US"/>
              <a:t>Headshot</a:t>
            </a:r>
          </a:p>
        </p:txBody>
      </p:sp>
    </p:spTree>
    <p:extLst>
      <p:ext uri="{BB962C8B-B14F-4D97-AF65-F5344CB8AC3E}">
        <p14:creationId xmlns:p14="http://schemas.microsoft.com/office/powerpoint/2010/main" val="2650176586"/>
      </p:ext>
    </p:extLst>
  </p:cSld>
  <p:clrMapOvr>
    <a:masterClrMapping/>
  </p:clrMapOvr>
  <p:transition>
    <p:fade/>
  </p:transition>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s 4">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11EF965-3EDC-9A8D-9C79-90C9C32443F9}"/>
              </a:ext>
            </a:extLst>
          </p:cNvPr>
          <p:cNvSpPr/>
          <p:nvPr userDrawn="1"/>
        </p:nvSpPr>
        <p:spPr>
          <a:xfrm>
            <a:off x="0" y="3886200"/>
            <a:ext cx="12192000" cy="2514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
        <p:nvSpPr>
          <p:cNvPr id="8" name="Text Placeholder 7">
            <a:extLst>
              <a:ext uri="{FF2B5EF4-FFF2-40B4-BE49-F238E27FC236}">
                <a16:creationId xmlns:a16="http://schemas.microsoft.com/office/drawing/2014/main" id="{93DD8232-105E-5FAB-6092-B93AF758E4CB}"/>
              </a:ext>
            </a:extLst>
          </p:cNvPr>
          <p:cNvSpPr>
            <a:spLocks noGrp="1"/>
          </p:cNvSpPr>
          <p:nvPr>
            <p:ph type="body" sz="quarter" idx="22" hasCustomPrompt="1"/>
          </p:nvPr>
        </p:nvSpPr>
        <p:spPr>
          <a:xfrm>
            <a:off x="1295401" y="4344989"/>
            <a:ext cx="2286000" cy="455611"/>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defRPr>
            </a:lvl1pPr>
          </a:lstStyle>
          <a:p>
            <a:pPr lvl="0"/>
            <a:r>
              <a:rPr lang="en-US"/>
              <a:t>Name</a:t>
            </a:r>
          </a:p>
        </p:txBody>
      </p:sp>
      <p:sp>
        <p:nvSpPr>
          <p:cNvPr id="9" name="Text Placeholder 7">
            <a:extLst>
              <a:ext uri="{FF2B5EF4-FFF2-40B4-BE49-F238E27FC236}">
                <a16:creationId xmlns:a16="http://schemas.microsoft.com/office/drawing/2014/main" id="{BE820FD1-2A54-4D7C-6213-00F553F3A9F7}"/>
              </a:ext>
            </a:extLst>
          </p:cNvPr>
          <p:cNvSpPr>
            <a:spLocks noGrp="1"/>
          </p:cNvSpPr>
          <p:nvPr>
            <p:ph type="body" sz="quarter" idx="23" hasCustomPrompt="1"/>
          </p:nvPr>
        </p:nvSpPr>
        <p:spPr>
          <a:xfrm>
            <a:off x="4953002" y="4343403"/>
            <a:ext cx="2286000" cy="457198"/>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defRPr>
            </a:lvl1pPr>
          </a:lstStyle>
          <a:p>
            <a:pPr lvl="0"/>
            <a:r>
              <a:rPr lang="en-US"/>
              <a:t>Name</a:t>
            </a:r>
          </a:p>
        </p:txBody>
      </p:sp>
      <p:sp>
        <p:nvSpPr>
          <p:cNvPr id="10" name="Text Placeholder 7">
            <a:extLst>
              <a:ext uri="{FF2B5EF4-FFF2-40B4-BE49-F238E27FC236}">
                <a16:creationId xmlns:a16="http://schemas.microsoft.com/office/drawing/2014/main" id="{3666DB54-D9FC-761D-06AE-6401E5273D7B}"/>
              </a:ext>
            </a:extLst>
          </p:cNvPr>
          <p:cNvSpPr>
            <a:spLocks noGrp="1"/>
          </p:cNvSpPr>
          <p:nvPr>
            <p:ph type="body" sz="quarter" idx="24" hasCustomPrompt="1"/>
          </p:nvPr>
        </p:nvSpPr>
        <p:spPr>
          <a:xfrm>
            <a:off x="8610600" y="4343402"/>
            <a:ext cx="2286000" cy="457198"/>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defRPr>
            </a:lvl1pPr>
          </a:lstStyle>
          <a:p>
            <a:pPr lvl="0"/>
            <a:r>
              <a:rPr lang="en-US"/>
              <a:t>Name</a:t>
            </a:r>
          </a:p>
        </p:txBody>
      </p:sp>
      <p:sp>
        <p:nvSpPr>
          <p:cNvPr id="2" name="Text Placeholder 7">
            <a:extLst>
              <a:ext uri="{FF2B5EF4-FFF2-40B4-BE49-F238E27FC236}">
                <a16:creationId xmlns:a16="http://schemas.microsoft.com/office/drawing/2014/main" id="{978E86FA-7552-B7E4-E506-07FD755F3812}"/>
              </a:ext>
            </a:extLst>
          </p:cNvPr>
          <p:cNvSpPr>
            <a:spLocks noGrp="1"/>
          </p:cNvSpPr>
          <p:nvPr>
            <p:ph type="body" sz="quarter" idx="25" hasCustomPrompt="1"/>
          </p:nvPr>
        </p:nvSpPr>
        <p:spPr>
          <a:xfrm>
            <a:off x="1295401"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3" name="Text Placeholder 7">
            <a:extLst>
              <a:ext uri="{FF2B5EF4-FFF2-40B4-BE49-F238E27FC236}">
                <a16:creationId xmlns:a16="http://schemas.microsoft.com/office/drawing/2014/main" id="{52CD3BBF-2645-12DF-0AA6-5B5FE949ED91}"/>
              </a:ext>
            </a:extLst>
          </p:cNvPr>
          <p:cNvSpPr>
            <a:spLocks noGrp="1"/>
          </p:cNvSpPr>
          <p:nvPr>
            <p:ph type="body" sz="quarter" idx="26" hasCustomPrompt="1"/>
          </p:nvPr>
        </p:nvSpPr>
        <p:spPr>
          <a:xfrm>
            <a:off x="4953002"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5" name="Text Placeholder 7">
            <a:extLst>
              <a:ext uri="{FF2B5EF4-FFF2-40B4-BE49-F238E27FC236}">
                <a16:creationId xmlns:a16="http://schemas.microsoft.com/office/drawing/2014/main" id="{67EEE9A0-B6DD-DD88-2F06-9E5A58DF183F}"/>
              </a:ext>
            </a:extLst>
          </p:cNvPr>
          <p:cNvSpPr>
            <a:spLocks noGrp="1"/>
          </p:cNvSpPr>
          <p:nvPr>
            <p:ph type="body" sz="quarter" idx="27" hasCustomPrompt="1"/>
          </p:nvPr>
        </p:nvSpPr>
        <p:spPr>
          <a:xfrm>
            <a:off x="8610600"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17" name="Picture Placeholder 16">
            <a:extLst>
              <a:ext uri="{FF2B5EF4-FFF2-40B4-BE49-F238E27FC236}">
                <a16:creationId xmlns:a16="http://schemas.microsoft.com/office/drawing/2014/main" id="{07620E25-49B2-BBCD-A96D-177D0D547462}"/>
              </a:ext>
            </a:extLst>
          </p:cNvPr>
          <p:cNvSpPr>
            <a:spLocks noGrp="1"/>
          </p:cNvSpPr>
          <p:nvPr>
            <p:ph type="pic" sz="quarter" idx="28" hasCustomPrompt="1"/>
          </p:nvPr>
        </p:nvSpPr>
        <p:spPr>
          <a:xfrm>
            <a:off x="1295400" y="2057400"/>
            <a:ext cx="2286000" cy="2286000"/>
          </a:xfrm>
          <a:solidFill>
            <a:schemeClr val="tx1"/>
          </a:solidFill>
        </p:spPr>
        <p:txBody>
          <a:bodyPr anchor="t"/>
          <a:lstStyle>
            <a:lvl1pPr marL="0" indent="0" algn="ctr">
              <a:buNone/>
              <a:defRPr>
                <a:solidFill>
                  <a:schemeClr val="bg1"/>
                </a:solidFill>
              </a:defRPr>
            </a:lvl1pPr>
          </a:lstStyle>
          <a:p>
            <a:r>
              <a:rPr lang="en-US"/>
              <a:t>Headshot</a:t>
            </a:r>
          </a:p>
        </p:txBody>
      </p:sp>
      <p:sp>
        <p:nvSpPr>
          <p:cNvPr id="21" name="Picture Placeholder 16">
            <a:extLst>
              <a:ext uri="{FF2B5EF4-FFF2-40B4-BE49-F238E27FC236}">
                <a16:creationId xmlns:a16="http://schemas.microsoft.com/office/drawing/2014/main" id="{6F2FAE5B-86A9-3080-FD50-9A60F343384E}"/>
              </a:ext>
            </a:extLst>
          </p:cNvPr>
          <p:cNvSpPr>
            <a:spLocks noGrp="1"/>
          </p:cNvSpPr>
          <p:nvPr>
            <p:ph type="pic" sz="quarter" idx="29" hasCustomPrompt="1"/>
          </p:nvPr>
        </p:nvSpPr>
        <p:spPr>
          <a:xfrm>
            <a:off x="8610600" y="2069122"/>
            <a:ext cx="2286000" cy="2286000"/>
          </a:xfrm>
          <a:solidFill>
            <a:schemeClr val="tx1"/>
          </a:solidFill>
        </p:spPr>
        <p:txBody>
          <a:bodyPr anchor="t"/>
          <a:lstStyle>
            <a:lvl1pPr marL="0" indent="0" algn="ctr">
              <a:buNone/>
              <a:defRPr>
                <a:solidFill>
                  <a:schemeClr val="bg1"/>
                </a:solidFill>
              </a:defRPr>
            </a:lvl1pPr>
          </a:lstStyle>
          <a:p>
            <a:r>
              <a:rPr lang="en-US"/>
              <a:t>Headshot</a:t>
            </a:r>
          </a:p>
        </p:txBody>
      </p:sp>
      <p:sp>
        <p:nvSpPr>
          <p:cNvPr id="22" name="Picture Placeholder 16">
            <a:extLst>
              <a:ext uri="{FF2B5EF4-FFF2-40B4-BE49-F238E27FC236}">
                <a16:creationId xmlns:a16="http://schemas.microsoft.com/office/drawing/2014/main" id="{E3E64393-2159-F9A6-CCA2-BA504F672B40}"/>
              </a:ext>
            </a:extLst>
          </p:cNvPr>
          <p:cNvSpPr>
            <a:spLocks noGrp="1"/>
          </p:cNvSpPr>
          <p:nvPr>
            <p:ph type="pic" sz="quarter" idx="30" hasCustomPrompt="1"/>
          </p:nvPr>
        </p:nvSpPr>
        <p:spPr>
          <a:xfrm>
            <a:off x="4953002" y="2069122"/>
            <a:ext cx="2286000" cy="2286000"/>
          </a:xfrm>
          <a:solidFill>
            <a:schemeClr val="tx1"/>
          </a:solidFill>
        </p:spPr>
        <p:txBody>
          <a:bodyPr anchor="t"/>
          <a:lstStyle>
            <a:lvl1pPr marL="0" indent="0" algn="ctr">
              <a:buNone/>
              <a:defRPr>
                <a:solidFill>
                  <a:schemeClr val="bg1"/>
                </a:solidFill>
              </a:defRPr>
            </a:lvl1pPr>
          </a:lstStyle>
          <a:p>
            <a:r>
              <a:rPr lang="en-US"/>
              <a:t>Headshot</a:t>
            </a:r>
          </a:p>
        </p:txBody>
      </p:sp>
    </p:spTree>
    <p:extLst>
      <p:ext uri="{BB962C8B-B14F-4D97-AF65-F5344CB8AC3E}">
        <p14:creationId xmlns:p14="http://schemas.microsoft.com/office/powerpoint/2010/main" val="84831825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Project Team 1">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E4C64C91-002D-5B70-7AFE-21F4F4BB6617}"/>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8" name="Title 11">
            <a:extLst>
              <a:ext uri="{FF2B5EF4-FFF2-40B4-BE49-F238E27FC236}">
                <a16:creationId xmlns:a16="http://schemas.microsoft.com/office/drawing/2014/main" id="{D71FA2DA-3ADA-7296-9B61-C76FE83F3C1E}"/>
              </a:ext>
            </a:extLst>
          </p:cNvPr>
          <p:cNvSpPr>
            <a:spLocks noGrp="1"/>
          </p:cNvSpPr>
          <p:nvPr>
            <p:ph type="title" hasCustomPrompt="1"/>
          </p:nvPr>
        </p:nvSpPr>
        <p:spPr>
          <a:xfrm>
            <a:off x="609600" y="685800"/>
            <a:ext cx="10972800" cy="685800"/>
          </a:xfrm>
        </p:spPr>
        <p:txBody>
          <a:bodyPr anchor="t">
            <a:normAutofit fontScale="90000"/>
          </a:bodyPr>
          <a:lstStyle>
            <a:lvl1pPr>
              <a:defRPr/>
            </a:lvl1pPr>
          </a:lstStyle>
          <a:p>
            <a:r>
              <a:rPr lang="en-US"/>
              <a:t>“NewRocket Engagement Team”</a:t>
            </a:r>
          </a:p>
        </p:txBody>
      </p:sp>
      <p:sp>
        <p:nvSpPr>
          <p:cNvPr id="83" name="Text Placeholder 82">
            <a:extLst>
              <a:ext uri="{FF2B5EF4-FFF2-40B4-BE49-F238E27FC236}">
                <a16:creationId xmlns:a16="http://schemas.microsoft.com/office/drawing/2014/main" id="{33647D5B-ADF8-7A68-6D86-93F58AE05AEA}"/>
              </a:ext>
            </a:extLst>
          </p:cNvPr>
          <p:cNvSpPr>
            <a:spLocks noGrp="1"/>
          </p:cNvSpPr>
          <p:nvPr>
            <p:ph type="body" sz="quarter" idx="19" hasCustomPrompt="1"/>
          </p:nvPr>
        </p:nvSpPr>
        <p:spPr>
          <a:xfrm>
            <a:off x="609600" y="16089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PM Name</a:t>
            </a:r>
          </a:p>
        </p:txBody>
      </p:sp>
      <p:sp>
        <p:nvSpPr>
          <p:cNvPr id="84" name="Text Placeholder 82">
            <a:extLst>
              <a:ext uri="{FF2B5EF4-FFF2-40B4-BE49-F238E27FC236}">
                <a16:creationId xmlns:a16="http://schemas.microsoft.com/office/drawing/2014/main" id="{07B5E64B-4DBB-A1CD-2257-F774B7EFB9CB}"/>
              </a:ext>
            </a:extLst>
          </p:cNvPr>
          <p:cNvSpPr>
            <a:spLocks noGrp="1"/>
          </p:cNvSpPr>
          <p:nvPr>
            <p:ph type="body" sz="quarter" idx="20" hasCustomPrompt="1"/>
          </p:nvPr>
        </p:nvSpPr>
        <p:spPr>
          <a:xfrm>
            <a:off x="609600"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85" name="Text Placeholder 82">
            <a:extLst>
              <a:ext uri="{FF2B5EF4-FFF2-40B4-BE49-F238E27FC236}">
                <a16:creationId xmlns:a16="http://schemas.microsoft.com/office/drawing/2014/main" id="{7B8515E4-F3DB-85AE-EB2C-C37EA21E7AE8}"/>
              </a:ext>
            </a:extLst>
          </p:cNvPr>
          <p:cNvSpPr>
            <a:spLocks noGrp="1"/>
          </p:cNvSpPr>
          <p:nvPr>
            <p:ph type="body" sz="quarter" idx="21" hasCustomPrompt="1"/>
          </p:nvPr>
        </p:nvSpPr>
        <p:spPr>
          <a:xfrm>
            <a:off x="3361509" y="16089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Account Manager Name</a:t>
            </a:r>
          </a:p>
        </p:txBody>
      </p:sp>
      <p:sp>
        <p:nvSpPr>
          <p:cNvPr id="87" name="Text Placeholder 82">
            <a:extLst>
              <a:ext uri="{FF2B5EF4-FFF2-40B4-BE49-F238E27FC236}">
                <a16:creationId xmlns:a16="http://schemas.microsoft.com/office/drawing/2014/main" id="{BDCFCDC4-7CDF-7051-174E-6C9DF26B36B4}"/>
              </a:ext>
            </a:extLst>
          </p:cNvPr>
          <p:cNvSpPr>
            <a:spLocks noGrp="1"/>
          </p:cNvSpPr>
          <p:nvPr>
            <p:ph type="body" sz="quarter" idx="22" hasCustomPrompt="1"/>
          </p:nvPr>
        </p:nvSpPr>
        <p:spPr>
          <a:xfrm>
            <a:off x="3352800"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88" name="Text Placeholder 82">
            <a:extLst>
              <a:ext uri="{FF2B5EF4-FFF2-40B4-BE49-F238E27FC236}">
                <a16:creationId xmlns:a16="http://schemas.microsoft.com/office/drawing/2014/main" id="{0FFE737D-B513-7012-89E5-7D5AE3243A26}"/>
              </a:ext>
            </a:extLst>
          </p:cNvPr>
          <p:cNvSpPr>
            <a:spLocks noGrp="1"/>
          </p:cNvSpPr>
          <p:nvPr>
            <p:ph type="body" sz="quarter" idx="23" hasCustomPrompt="1"/>
          </p:nvPr>
        </p:nvSpPr>
        <p:spPr>
          <a:xfrm>
            <a:off x="6104709" y="16089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Practice Leader Name</a:t>
            </a:r>
          </a:p>
        </p:txBody>
      </p:sp>
      <p:sp>
        <p:nvSpPr>
          <p:cNvPr id="89" name="Text Placeholder 82">
            <a:extLst>
              <a:ext uri="{FF2B5EF4-FFF2-40B4-BE49-F238E27FC236}">
                <a16:creationId xmlns:a16="http://schemas.microsoft.com/office/drawing/2014/main" id="{F7B75092-2C87-96FD-F82D-3429A9CCE33B}"/>
              </a:ext>
            </a:extLst>
          </p:cNvPr>
          <p:cNvSpPr>
            <a:spLocks noGrp="1"/>
          </p:cNvSpPr>
          <p:nvPr>
            <p:ph type="body" sz="quarter" idx="24" hasCustomPrompt="1"/>
          </p:nvPr>
        </p:nvSpPr>
        <p:spPr>
          <a:xfrm>
            <a:off x="6104709"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92" name="Text Placeholder 82">
            <a:extLst>
              <a:ext uri="{FF2B5EF4-FFF2-40B4-BE49-F238E27FC236}">
                <a16:creationId xmlns:a16="http://schemas.microsoft.com/office/drawing/2014/main" id="{0CECAD19-2DDA-9AF3-196D-EE35C0E93B63}"/>
              </a:ext>
            </a:extLst>
          </p:cNvPr>
          <p:cNvSpPr>
            <a:spLocks noGrp="1"/>
          </p:cNvSpPr>
          <p:nvPr>
            <p:ph type="body" sz="quarter" idx="27" hasCustomPrompt="1"/>
          </p:nvPr>
        </p:nvSpPr>
        <p:spPr>
          <a:xfrm>
            <a:off x="618309" y="32091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Capability Leader Name</a:t>
            </a:r>
          </a:p>
        </p:txBody>
      </p:sp>
      <p:sp>
        <p:nvSpPr>
          <p:cNvPr id="93" name="Text Placeholder 82">
            <a:extLst>
              <a:ext uri="{FF2B5EF4-FFF2-40B4-BE49-F238E27FC236}">
                <a16:creationId xmlns:a16="http://schemas.microsoft.com/office/drawing/2014/main" id="{FA96BA58-F4DA-E130-BB1F-9F8FA43DCD11}"/>
              </a:ext>
            </a:extLst>
          </p:cNvPr>
          <p:cNvSpPr>
            <a:spLocks noGrp="1"/>
          </p:cNvSpPr>
          <p:nvPr>
            <p:ph type="body" sz="quarter" idx="28" hasCustomPrompt="1"/>
          </p:nvPr>
        </p:nvSpPr>
        <p:spPr>
          <a:xfrm>
            <a:off x="618309"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94" name="Text Placeholder 82">
            <a:extLst>
              <a:ext uri="{FF2B5EF4-FFF2-40B4-BE49-F238E27FC236}">
                <a16:creationId xmlns:a16="http://schemas.microsoft.com/office/drawing/2014/main" id="{F837B534-CBF8-2C8C-B212-D708BB6952AA}"/>
              </a:ext>
            </a:extLst>
          </p:cNvPr>
          <p:cNvSpPr>
            <a:spLocks noGrp="1"/>
          </p:cNvSpPr>
          <p:nvPr>
            <p:ph type="body" sz="quarter" idx="29" hasCustomPrompt="1"/>
          </p:nvPr>
        </p:nvSpPr>
        <p:spPr>
          <a:xfrm>
            <a:off x="3370218" y="32091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SA Name</a:t>
            </a:r>
          </a:p>
        </p:txBody>
      </p:sp>
      <p:sp>
        <p:nvSpPr>
          <p:cNvPr id="103" name="Text Placeholder 82">
            <a:extLst>
              <a:ext uri="{FF2B5EF4-FFF2-40B4-BE49-F238E27FC236}">
                <a16:creationId xmlns:a16="http://schemas.microsoft.com/office/drawing/2014/main" id="{BF470DD4-4417-98D2-70BB-681CD6B2FE76}"/>
              </a:ext>
            </a:extLst>
          </p:cNvPr>
          <p:cNvSpPr>
            <a:spLocks noGrp="1"/>
          </p:cNvSpPr>
          <p:nvPr>
            <p:ph type="body" sz="quarter" idx="30" hasCustomPrompt="1"/>
          </p:nvPr>
        </p:nvSpPr>
        <p:spPr>
          <a:xfrm>
            <a:off x="3361509"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104" name="Text Placeholder 82">
            <a:extLst>
              <a:ext uri="{FF2B5EF4-FFF2-40B4-BE49-F238E27FC236}">
                <a16:creationId xmlns:a16="http://schemas.microsoft.com/office/drawing/2014/main" id="{8E24D4EA-71DA-C443-EEBC-EBE7B226EA21}"/>
              </a:ext>
            </a:extLst>
          </p:cNvPr>
          <p:cNvSpPr>
            <a:spLocks noGrp="1"/>
          </p:cNvSpPr>
          <p:nvPr>
            <p:ph type="body" sz="quarter" idx="31" hasCustomPrompt="1"/>
          </p:nvPr>
        </p:nvSpPr>
        <p:spPr>
          <a:xfrm>
            <a:off x="6113418" y="32091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Delivery Director Name</a:t>
            </a:r>
          </a:p>
        </p:txBody>
      </p:sp>
      <p:sp>
        <p:nvSpPr>
          <p:cNvPr id="105" name="Text Placeholder 82">
            <a:extLst>
              <a:ext uri="{FF2B5EF4-FFF2-40B4-BE49-F238E27FC236}">
                <a16:creationId xmlns:a16="http://schemas.microsoft.com/office/drawing/2014/main" id="{89A470B8-B58F-4271-7C64-BCF13448D68D}"/>
              </a:ext>
            </a:extLst>
          </p:cNvPr>
          <p:cNvSpPr>
            <a:spLocks noGrp="1"/>
          </p:cNvSpPr>
          <p:nvPr>
            <p:ph type="body" sz="quarter" idx="32" hasCustomPrompt="1"/>
          </p:nvPr>
        </p:nvSpPr>
        <p:spPr>
          <a:xfrm>
            <a:off x="6113418"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108" name="Text Placeholder 82">
            <a:extLst>
              <a:ext uri="{FF2B5EF4-FFF2-40B4-BE49-F238E27FC236}">
                <a16:creationId xmlns:a16="http://schemas.microsoft.com/office/drawing/2014/main" id="{9167B822-815B-6E14-A92C-420FDF309467}"/>
              </a:ext>
            </a:extLst>
          </p:cNvPr>
          <p:cNvSpPr>
            <a:spLocks noGrp="1"/>
          </p:cNvSpPr>
          <p:nvPr>
            <p:ph type="body" sz="quarter" idx="35" hasCustomPrompt="1"/>
          </p:nvPr>
        </p:nvSpPr>
        <p:spPr>
          <a:xfrm>
            <a:off x="618309" y="48093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109" name="Text Placeholder 82">
            <a:extLst>
              <a:ext uri="{FF2B5EF4-FFF2-40B4-BE49-F238E27FC236}">
                <a16:creationId xmlns:a16="http://schemas.microsoft.com/office/drawing/2014/main" id="{DBD24FCA-BFBB-7575-97CF-0CD1F7A22142}"/>
              </a:ext>
            </a:extLst>
          </p:cNvPr>
          <p:cNvSpPr>
            <a:spLocks noGrp="1"/>
          </p:cNvSpPr>
          <p:nvPr>
            <p:ph type="body" sz="quarter" idx="36" hasCustomPrompt="1"/>
          </p:nvPr>
        </p:nvSpPr>
        <p:spPr>
          <a:xfrm>
            <a:off x="618309"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110" name="Text Placeholder 82">
            <a:extLst>
              <a:ext uri="{FF2B5EF4-FFF2-40B4-BE49-F238E27FC236}">
                <a16:creationId xmlns:a16="http://schemas.microsoft.com/office/drawing/2014/main" id="{18FB277F-4C38-690E-B5FC-C72752682902}"/>
              </a:ext>
            </a:extLst>
          </p:cNvPr>
          <p:cNvSpPr>
            <a:spLocks noGrp="1"/>
          </p:cNvSpPr>
          <p:nvPr>
            <p:ph type="body" sz="quarter" idx="37" hasCustomPrompt="1"/>
          </p:nvPr>
        </p:nvSpPr>
        <p:spPr>
          <a:xfrm>
            <a:off x="3370218" y="48093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111" name="Text Placeholder 82">
            <a:extLst>
              <a:ext uri="{FF2B5EF4-FFF2-40B4-BE49-F238E27FC236}">
                <a16:creationId xmlns:a16="http://schemas.microsoft.com/office/drawing/2014/main" id="{2894C301-7440-B8C3-8CA4-37D1DE3CA429}"/>
              </a:ext>
            </a:extLst>
          </p:cNvPr>
          <p:cNvSpPr>
            <a:spLocks noGrp="1"/>
          </p:cNvSpPr>
          <p:nvPr>
            <p:ph type="body" sz="quarter" idx="38" hasCustomPrompt="1"/>
          </p:nvPr>
        </p:nvSpPr>
        <p:spPr>
          <a:xfrm>
            <a:off x="3361509"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112" name="Text Placeholder 82">
            <a:extLst>
              <a:ext uri="{FF2B5EF4-FFF2-40B4-BE49-F238E27FC236}">
                <a16:creationId xmlns:a16="http://schemas.microsoft.com/office/drawing/2014/main" id="{9A9B3ABD-EE74-33F3-9F0A-8DD981917560}"/>
              </a:ext>
            </a:extLst>
          </p:cNvPr>
          <p:cNvSpPr>
            <a:spLocks noGrp="1"/>
          </p:cNvSpPr>
          <p:nvPr>
            <p:ph type="body" sz="quarter" idx="39" hasCustomPrompt="1"/>
          </p:nvPr>
        </p:nvSpPr>
        <p:spPr>
          <a:xfrm>
            <a:off x="6113418" y="4809309"/>
            <a:ext cx="2286000" cy="457200"/>
          </a:xfrm>
        </p:spPr>
        <p:txBody>
          <a:bodyPr anchor="b">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113" name="Text Placeholder 82">
            <a:extLst>
              <a:ext uri="{FF2B5EF4-FFF2-40B4-BE49-F238E27FC236}">
                <a16:creationId xmlns:a16="http://schemas.microsoft.com/office/drawing/2014/main" id="{F5DC1E0E-5DC5-3198-A2B3-867AFDD69477}"/>
              </a:ext>
            </a:extLst>
          </p:cNvPr>
          <p:cNvSpPr>
            <a:spLocks noGrp="1"/>
          </p:cNvSpPr>
          <p:nvPr>
            <p:ph type="body" sz="quarter" idx="40" hasCustomPrompt="1"/>
          </p:nvPr>
        </p:nvSpPr>
        <p:spPr>
          <a:xfrm>
            <a:off x="6113418"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Tree>
    <p:extLst>
      <p:ext uri="{BB962C8B-B14F-4D97-AF65-F5344CB8AC3E}">
        <p14:creationId xmlns:p14="http://schemas.microsoft.com/office/powerpoint/2010/main" val="198139142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Project Team 2">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682787"/>
          </a:xfrm>
          <a:prstGeom prst="rect">
            <a:avLst/>
          </a:prstGeom>
        </p:spPr>
        <p:txBody>
          <a:bodyPr vert="horz" lIns="0" tIns="45720" rIns="0" bIns="91440" rtlCol="0" anchor="t">
            <a:normAutofit/>
          </a:bodyPr>
          <a:lstStyle>
            <a:lvl1pPr>
              <a:defRPr>
                <a:solidFill>
                  <a:srgbClr val="311E57"/>
                </a:solidFill>
              </a:defRPr>
            </a:lvl1pPr>
          </a:lstStyle>
          <a:p>
            <a:r>
              <a:rPr lang="en-US"/>
              <a:t>“NewRocket Engagement Team”</a:t>
            </a:r>
          </a:p>
        </p:txBody>
      </p:sp>
      <p:sp>
        <p:nvSpPr>
          <p:cNvPr id="17" name="Picture Placeholder 16">
            <a:extLst>
              <a:ext uri="{FF2B5EF4-FFF2-40B4-BE49-F238E27FC236}">
                <a16:creationId xmlns:a16="http://schemas.microsoft.com/office/drawing/2014/main" id="{07620E25-49B2-BBCD-A96D-177D0D547462}"/>
              </a:ext>
            </a:extLst>
          </p:cNvPr>
          <p:cNvSpPr>
            <a:spLocks noGrp="1"/>
          </p:cNvSpPr>
          <p:nvPr>
            <p:ph type="pic" sz="quarter" idx="28" hasCustomPrompt="1"/>
          </p:nvPr>
        </p:nvSpPr>
        <p:spPr>
          <a:xfrm>
            <a:off x="609600" y="1600200"/>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21" name="Picture Placeholder 16">
            <a:extLst>
              <a:ext uri="{FF2B5EF4-FFF2-40B4-BE49-F238E27FC236}">
                <a16:creationId xmlns:a16="http://schemas.microsoft.com/office/drawing/2014/main" id="{6F2FAE5B-86A9-3080-FD50-9A60F343384E}"/>
              </a:ext>
            </a:extLst>
          </p:cNvPr>
          <p:cNvSpPr>
            <a:spLocks noGrp="1"/>
          </p:cNvSpPr>
          <p:nvPr>
            <p:ph type="pic" sz="quarter" idx="29" hasCustomPrompt="1"/>
          </p:nvPr>
        </p:nvSpPr>
        <p:spPr>
          <a:xfrm>
            <a:off x="7924800" y="1611922"/>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22" name="Picture Placeholder 16">
            <a:extLst>
              <a:ext uri="{FF2B5EF4-FFF2-40B4-BE49-F238E27FC236}">
                <a16:creationId xmlns:a16="http://schemas.microsoft.com/office/drawing/2014/main" id="{E3E64393-2159-F9A6-CCA2-BA504F672B40}"/>
              </a:ext>
            </a:extLst>
          </p:cNvPr>
          <p:cNvSpPr>
            <a:spLocks noGrp="1"/>
          </p:cNvSpPr>
          <p:nvPr>
            <p:ph type="pic" sz="quarter" idx="30" hasCustomPrompt="1"/>
          </p:nvPr>
        </p:nvSpPr>
        <p:spPr>
          <a:xfrm>
            <a:off x="4267202" y="1611922"/>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2" name="Picture Placeholder 16">
            <a:extLst>
              <a:ext uri="{FF2B5EF4-FFF2-40B4-BE49-F238E27FC236}">
                <a16:creationId xmlns:a16="http://schemas.microsoft.com/office/drawing/2014/main" id="{308EE588-3F4D-6DB6-1C76-9B092869A5D3}"/>
              </a:ext>
            </a:extLst>
          </p:cNvPr>
          <p:cNvSpPr>
            <a:spLocks noGrp="1"/>
          </p:cNvSpPr>
          <p:nvPr>
            <p:ph type="pic" sz="quarter" idx="49" hasCustomPrompt="1"/>
          </p:nvPr>
        </p:nvSpPr>
        <p:spPr>
          <a:xfrm>
            <a:off x="618309" y="3204605"/>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3" name="Picture Placeholder 16">
            <a:extLst>
              <a:ext uri="{FF2B5EF4-FFF2-40B4-BE49-F238E27FC236}">
                <a16:creationId xmlns:a16="http://schemas.microsoft.com/office/drawing/2014/main" id="{B6EEF880-A72A-4BF4-2AD7-57DCAD07466D}"/>
              </a:ext>
            </a:extLst>
          </p:cNvPr>
          <p:cNvSpPr>
            <a:spLocks noGrp="1"/>
          </p:cNvSpPr>
          <p:nvPr>
            <p:ph type="pic" sz="quarter" idx="50" hasCustomPrompt="1"/>
          </p:nvPr>
        </p:nvSpPr>
        <p:spPr>
          <a:xfrm>
            <a:off x="7933509" y="3216327"/>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4" name="Picture Placeholder 16">
            <a:extLst>
              <a:ext uri="{FF2B5EF4-FFF2-40B4-BE49-F238E27FC236}">
                <a16:creationId xmlns:a16="http://schemas.microsoft.com/office/drawing/2014/main" id="{42C837CC-B45E-8A5E-A502-C49113B85395}"/>
              </a:ext>
            </a:extLst>
          </p:cNvPr>
          <p:cNvSpPr>
            <a:spLocks noGrp="1"/>
          </p:cNvSpPr>
          <p:nvPr>
            <p:ph type="pic" sz="quarter" idx="51" hasCustomPrompt="1"/>
          </p:nvPr>
        </p:nvSpPr>
        <p:spPr>
          <a:xfrm>
            <a:off x="4275911" y="3216327"/>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5" name="Picture Placeholder 16">
            <a:extLst>
              <a:ext uri="{FF2B5EF4-FFF2-40B4-BE49-F238E27FC236}">
                <a16:creationId xmlns:a16="http://schemas.microsoft.com/office/drawing/2014/main" id="{FAD38263-556D-30A9-EB2A-EE357FAE55D8}"/>
              </a:ext>
            </a:extLst>
          </p:cNvPr>
          <p:cNvSpPr>
            <a:spLocks noGrp="1"/>
          </p:cNvSpPr>
          <p:nvPr>
            <p:ph type="pic" sz="quarter" idx="52" hasCustomPrompt="1"/>
          </p:nvPr>
        </p:nvSpPr>
        <p:spPr>
          <a:xfrm>
            <a:off x="618309" y="4791891"/>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6" name="Picture Placeholder 16">
            <a:extLst>
              <a:ext uri="{FF2B5EF4-FFF2-40B4-BE49-F238E27FC236}">
                <a16:creationId xmlns:a16="http://schemas.microsoft.com/office/drawing/2014/main" id="{2CDAFF46-D92B-61AA-82B3-BACE67608B30}"/>
              </a:ext>
            </a:extLst>
          </p:cNvPr>
          <p:cNvSpPr>
            <a:spLocks noGrp="1"/>
          </p:cNvSpPr>
          <p:nvPr>
            <p:ph type="pic" sz="quarter" idx="53" hasCustomPrompt="1"/>
          </p:nvPr>
        </p:nvSpPr>
        <p:spPr>
          <a:xfrm>
            <a:off x="7933509" y="4803613"/>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7" name="Picture Placeholder 16">
            <a:extLst>
              <a:ext uri="{FF2B5EF4-FFF2-40B4-BE49-F238E27FC236}">
                <a16:creationId xmlns:a16="http://schemas.microsoft.com/office/drawing/2014/main" id="{DFB7B0C9-99DA-BF35-642C-4DBD18353488}"/>
              </a:ext>
            </a:extLst>
          </p:cNvPr>
          <p:cNvSpPr>
            <a:spLocks noGrp="1"/>
          </p:cNvSpPr>
          <p:nvPr>
            <p:ph type="pic" sz="quarter" idx="54" hasCustomPrompt="1"/>
          </p:nvPr>
        </p:nvSpPr>
        <p:spPr>
          <a:xfrm>
            <a:off x="4275911" y="4803613"/>
            <a:ext cx="685800" cy="685800"/>
          </a:xfrm>
          <a:solidFill>
            <a:schemeClr val="tx1"/>
          </a:solidFill>
        </p:spPr>
        <p:txBody>
          <a:bodyPr anchor="t">
            <a:normAutofit/>
          </a:bodyPr>
          <a:lstStyle>
            <a:lvl1pPr marL="0" indent="0" algn="ctr">
              <a:buNone/>
              <a:defRPr sz="1200">
                <a:solidFill>
                  <a:schemeClr val="bg1"/>
                </a:solidFill>
              </a:defRPr>
            </a:lvl1pPr>
          </a:lstStyle>
          <a:p>
            <a:r>
              <a:rPr lang="en-US"/>
              <a:t>Headshot</a:t>
            </a:r>
          </a:p>
        </p:txBody>
      </p:sp>
      <p:sp>
        <p:nvSpPr>
          <p:cNvPr id="38" name="Text Placeholder 82">
            <a:extLst>
              <a:ext uri="{FF2B5EF4-FFF2-40B4-BE49-F238E27FC236}">
                <a16:creationId xmlns:a16="http://schemas.microsoft.com/office/drawing/2014/main" id="{855BD75A-397F-762F-09FB-09BBB7539E05}"/>
              </a:ext>
            </a:extLst>
          </p:cNvPr>
          <p:cNvSpPr>
            <a:spLocks noGrp="1"/>
          </p:cNvSpPr>
          <p:nvPr>
            <p:ph type="body" sz="quarter" idx="19" hasCustomPrompt="1"/>
          </p:nvPr>
        </p:nvSpPr>
        <p:spPr>
          <a:xfrm>
            <a:off x="1532712" y="16089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PM Name</a:t>
            </a:r>
          </a:p>
        </p:txBody>
      </p:sp>
      <p:sp>
        <p:nvSpPr>
          <p:cNvPr id="39" name="Text Placeholder 82">
            <a:extLst>
              <a:ext uri="{FF2B5EF4-FFF2-40B4-BE49-F238E27FC236}">
                <a16:creationId xmlns:a16="http://schemas.microsoft.com/office/drawing/2014/main" id="{85791C42-3FE6-69D9-9AAC-72F14CA49CAC}"/>
              </a:ext>
            </a:extLst>
          </p:cNvPr>
          <p:cNvSpPr>
            <a:spLocks noGrp="1"/>
          </p:cNvSpPr>
          <p:nvPr>
            <p:ph type="body" sz="quarter" idx="20" hasCustomPrompt="1"/>
          </p:nvPr>
        </p:nvSpPr>
        <p:spPr>
          <a:xfrm>
            <a:off x="1532712"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40" name="Text Placeholder 82">
            <a:extLst>
              <a:ext uri="{FF2B5EF4-FFF2-40B4-BE49-F238E27FC236}">
                <a16:creationId xmlns:a16="http://schemas.microsoft.com/office/drawing/2014/main" id="{CC2744FD-EE1A-BC53-3549-97A5DF7F7578}"/>
              </a:ext>
            </a:extLst>
          </p:cNvPr>
          <p:cNvSpPr>
            <a:spLocks noGrp="1"/>
          </p:cNvSpPr>
          <p:nvPr>
            <p:ph type="body" sz="quarter" idx="21" hasCustomPrompt="1"/>
          </p:nvPr>
        </p:nvSpPr>
        <p:spPr>
          <a:xfrm>
            <a:off x="5190318" y="16089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Account Manager Name</a:t>
            </a:r>
          </a:p>
        </p:txBody>
      </p:sp>
      <p:sp>
        <p:nvSpPr>
          <p:cNvPr id="41" name="Text Placeholder 82">
            <a:extLst>
              <a:ext uri="{FF2B5EF4-FFF2-40B4-BE49-F238E27FC236}">
                <a16:creationId xmlns:a16="http://schemas.microsoft.com/office/drawing/2014/main" id="{AFC81BFE-BBFA-E78A-BB92-80AF262D6116}"/>
              </a:ext>
            </a:extLst>
          </p:cNvPr>
          <p:cNvSpPr>
            <a:spLocks noGrp="1"/>
          </p:cNvSpPr>
          <p:nvPr>
            <p:ph type="body" sz="quarter" idx="22" hasCustomPrompt="1"/>
          </p:nvPr>
        </p:nvSpPr>
        <p:spPr>
          <a:xfrm>
            <a:off x="5181609"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42" name="Text Placeholder 82">
            <a:extLst>
              <a:ext uri="{FF2B5EF4-FFF2-40B4-BE49-F238E27FC236}">
                <a16:creationId xmlns:a16="http://schemas.microsoft.com/office/drawing/2014/main" id="{3CE6E2B2-B409-1FCB-9C15-B81860C47FA8}"/>
              </a:ext>
            </a:extLst>
          </p:cNvPr>
          <p:cNvSpPr>
            <a:spLocks noGrp="1"/>
          </p:cNvSpPr>
          <p:nvPr>
            <p:ph type="body" sz="quarter" idx="23" hasCustomPrompt="1"/>
          </p:nvPr>
        </p:nvSpPr>
        <p:spPr>
          <a:xfrm>
            <a:off x="8847921" y="16089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Practice Leader Name</a:t>
            </a:r>
          </a:p>
        </p:txBody>
      </p:sp>
      <p:sp>
        <p:nvSpPr>
          <p:cNvPr id="43" name="Text Placeholder 82">
            <a:extLst>
              <a:ext uri="{FF2B5EF4-FFF2-40B4-BE49-F238E27FC236}">
                <a16:creationId xmlns:a16="http://schemas.microsoft.com/office/drawing/2014/main" id="{6AA33875-33C3-CB35-B90B-D71613025DB4}"/>
              </a:ext>
            </a:extLst>
          </p:cNvPr>
          <p:cNvSpPr>
            <a:spLocks noGrp="1"/>
          </p:cNvSpPr>
          <p:nvPr>
            <p:ph type="body" sz="quarter" idx="24" hasCustomPrompt="1"/>
          </p:nvPr>
        </p:nvSpPr>
        <p:spPr>
          <a:xfrm>
            <a:off x="8847921" y="20661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44" name="Text Placeholder 82">
            <a:extLst>
              <a:ext uri="{FF2B5EF4-FFF2-40B4-BE49-F238E27FC236}">
                <a16:creationId xmlns:a16="http://schemas.microsoft.com/office/drawing/2014/main" id="{92B73165-A05C-086E-30BF-56115E41E721}"/>
              </a:ext>
            </a:extLst>
          </p:cNvPr>
          <p:cNvSpPr>
            <a:spLocks noGrp="1"/>
          </p:cNvSpPr>
          <p:nvPr>
            <p:ph type="body" sz="quarter" idx="27" hasCustomPrompt="1"/>
          </p:nvPr>
        </p:nvSpPr>
        <p:spPr>
          <a:xfrm>
            <a:off x="1541421" y="32091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Capability Leader Name</a:t>
            </a:r>
          </a:p>
        </p:txBody>
      </p:sp>
      <p:sp>
        <p:nvSpPr>
          <p:cNvPr id="45" name="Text Placeholder 82">
            <a:extLst>
              <a:ext uri="{FF2B5EF4-FFF2-40B4-BE49-F238E27FC236}">
                <a16:creationId xmlns:a16="http://schemas.microsoft.com/office/drawing/2014/main" id="{1D0C832F-7B11-482A-0C84-51D70E995C3F}"/>
              </a:ext>
            </a:extLst>
          </p:cNvPr>
          <p:cNvSpPr>
            <a:spLocks noGrp="1"/>
          </p:cNvSpPr>
          <p:nvPr>
            <p:ph type="body" sz="quarter" idx="55" hasCustomPrompt="1"/>
          </p:nvPr>
        </p:nvSpPr>
        <p:spPr>
          <a:xfrm>
            <a:off x="1541421"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46" name="Text Placeholder 82">
            <a:extLst>
              <a:ext uri="{FF2B5EF4-FFF2-40B4-BE49-F238E27FC236}">
                <a16:creationId xmlns:a16="http://schemas.microsoft.com/office/drawing/2014/main" id="{D28A3B8F-F595-4C3C-AB10-8BE49E935E67}"/>
              </a:ext>
            </a:extLst>
          </p:cNvPr>
          <p:cNvSpPr>
            <a:spLocks noGrp="1"/>
          </p:cNvSpPr>
          <p:nvPr>
            <p:ph type="body" sz="quarter" idx="56" hasCustomPrompt="1"/>
          </p:nvPr>
        </p:nvSpPr>
        <p:spPr>
          <a:xfrm>
            <a:off x="5199027" y="32091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SA Name</a:t>
            </a:r>
          </a:p>
        </p:txBody>
      </p:sp>
      <p:sp>
        <p:nvSpPr>
          <p:cNvPr id="47" name="Text Placeholder 82">
            <a:extLst>
              <a:ext uri="{FF2B5EF4-FFF2-40B4-BE49-F238E27FC236}">
                <a16:creationId xmlns:a16="http://schemas.microsoft.com/office/drawing/2014/main" id="{69624D83-7C19-A177-915D-36D71489A2EA}"/>
              </a:ext>
            </a:extLst>
          </p:cNvPr>
          <p:cNvSpPr>
            <a:spLocks noGrp="1"/>
          </p:cNvSpPr>
          <p:nvPr>
            <p:ph type="body" sz="quarter" idx="57" hasCustomPrompt="1"/>
          </p:nvPr>
        </p:nvSpPr>
        <p:spPr>
          <a:xfrm>
            <a:off x="5190318"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48" name="Text Placeholder 82">
            <a:extLst>
              <a:ext uri="{FF2B5EF4-FFF2-40B4-BE49-F238E27FC236}">
                <a16:creationId xmlns:a16="http://schemas.microsoft.com/office/drawing/2014/main" id="{891FD102-9DA5-EE5F-5021-4DA80842E1CB}"/>
              </a:ext>
            </a:extLst>
          </p:cNvPr>
          <p:cNvSpPr>
            <a:spLocks noGrp="1"/>
          </p:cNvSpPr>
          <p:nvPr>
            <p:ph type="body" sz="quarter" idx="31" hasCustomPrompt="1"/>
          </p:nvPr>
        </p:nvSpPr>
        <p:spPr>
          <a:xfrm>
            <a:off x="8856630" y="32091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Delivery Director Name</a:t>
            </a:r>
          </a:p>
        </p:txBody>
      </p:sp>
      <p:sp>
        <p:nvSpPr>
          <p:cNvPr id="49" name="Text Placeholder 82">
            <a:extLst>
              <a:ext uri="{FF2B5EF4-FFF2-40B4-BE49-F238E27FC236}">
                <a16:creationId xmlns:a16="http://schemas.microsoft.com/office/drawing/2014/main" id="{87AA0E11-F04A-F36A-FFCC-A3948B0B2512}"/>
              </a:ext>
            </a:extLst>
          </p:cNvPr>
          <p:cNvSpPr>
            <a:spLocks noGrp="1"/>
          </p:cNvSpPr>
          <p:nvPr>
            <p:ph type="body" sz="quarter" idx="32" hasCustomPrompt="1"/>
          </p:nvPr>
        </p:nvSpPr>
        <p:spPr>
          <a:xfrm>
            <a:off x="8856630" y="36663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50" name="Text Placeholder 82">
            <a:extLst>
              <a:ext uri="{FF2B5EF4-FFF2-40B4-BE49-F238E27FC236}">
                <a16:creationId xmlns:a16="http://schemas.microsoft.com/office/drawing/2014/main" id="{301DC171-B02E-0141-4909-CC163D6C36E8}"/>
              </a:ext>
            </a:extLst>
          </p:cNvPr>
          <p:cNvSpPr>
            <a:spLocks noGrp="1"/>
          </p:cNvSpPr>
          <p:nvPr>
            <p:ph type="body" sz="quarter" idx="35" hasCustomPrompt="1"/>
          </p:nvPr>
        </p:nvSpPr>
        <p:spPr>
          <a:xfrm>
            <a:off x="1541421" y="48093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51" name="Text Placeholder 82">
            <a:extLst>
              <a:ext uri="{FF2B5EF4-FFF2-40B4-BE49-F238E27FC236}">
                <a16:creationId xmlns:a16="http://schemas.microsoft.com/office/drawing/2014/main" id="{C83778A6-77DE-D815-3EF6-FEBB4F952ADB}"/>
              </a:ext>
            </a:extLst>
          </p:cNvPr>
          <p:cNvSpPr>
            <a:spLocks noGrp="1"/>
          </p:cNvSpPr>
          <p:nvPr>
            <p:ph type="body" sz="quarter" idx="36" hasCustomPrompt="1"/>
          </p:nvPr>
        </p:nvSpPr>
        <p:spPr>
          <a:xfrm>
            <a:off x="1541421"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52" name="Text Placeholder 82">
            <a:extLst>
              <a:ext uri="{FF2B5EF4-FFF2-40B4-BE49-F238E27FC236}">
                <a16:creationId xmlns:a16="http://schemas.microsoft.com/office/drawing/2014/main" id="{2755C5BF-B4AA-5EC3-CB99-FC436758682C}"/>
              </a:ext>
            </a:extLst>
          </p:cNvPr>
          <p:cNvSpPr>
            <a:spLocks noGrp="1"/>
          </p:cNvSpPr>
          <p:nvPr>
            <p:ph type="body" sz="quarter" idx="37" hasCustomPrompt="1"/>
          </p:nvPr>
        </p:nvSpPr>
        <p:spPr>
          <a:xfrm>
            <a:off x="5199027" y="48093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53" name="Text Placeholder 82">
            <a:extLst>
              <a:ext uri="{FF2B5EF4-FFF2-40B4-BE49-F238E27FC236}">
                <a16:creationId xmlns:a16="http://schemas.microsoft.com/office/drawing/2014/main" id="{872478DF-CB5E-80EF-44EA-E7514C77047F}"/>
              </a:ext>
            </a:extLst>
          </p:cNvPr>
          <p:cNvSpPr>
            <a:spLocks noGrp="1"/>
          </p:cNvSpPr>
          <p:nvPr>
            <p:ph type="body" sz="quarter" idx="38" hasCustomPrompt="1"/>
          </p:nvPr>
        </p:nvSpPr>
        <p:spPr>
          <a:xfrm>
            <a:off x="5190318"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
        <p:nvSpPr>
          <p:cNvPr id="54" name="Text Placeholder 82">
            <a:extLst>
              <a:ext uri="{FF2B5EF4-FFF2-40B4-BE49-F238E27FC236}">
                <a16:creationId xmlns:a16="http://schemas.microsoft.com/office/drawing/2014/main" id="{BEF49E24-6BE8-4DC8-A5FA-89196F2978FE}"/>
              </a:ext>
            </a:extLst>
          </p:cNvPr>
          <p:cNvSpPr>
            <a:spLocks noGrp="1"/>
          </p:cNvSpPr>
          <p:nvPr>
            <p:ph type="body" sz="quarter" idx="39" hasCustomPrompt="1"/>
          </p:nvPr>
        </p:nvSpPr>
        <p:spPr>
          <a:xfrm>
            <a:off x="8856630" y="4809309"/>
            <a:ext cx="2286000" cy="457200"/>
          </a:xfrm>
        </p:spPr>
        <p:txBody>
          <a:bodyPr anchor="ctr">
            <a:normAutofit/>
          </a:bodyPr>
          <a:lstStyle>
            <a:lvl1pPr marL="0" indent="0">
              <a:lnSpc>
                <a:spcPct val="100000"/>
              </a:lnSpc>
              <a:buNone/>
              <a:defRPr sz="1600" b="1">
                <a:solidFill>
                  <a:schemeClr val="tx2"/>
                </a:solidFill>
                <a:latin typeface="+mj-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Insert Crew Member Name</a:t>
            </a:r>
          </a:p>
        </p:txBody>
      </p:sp>
      <p:sp>
        <p:nvSpPr>
          <p:cNvPr id="55" name="Text Placeholder 82">
            <a:extLst>
              <a:ext uri="{FF2B5EF4-FFF2-40B4-BE49-F238E27FC236}">
                <a16:creationId xmlns:a16="http://schemas.microsoft.com/office/drawing/2014/main" id="{072C174B-9E61-1633-7591-CD84AE56E639}"/>
              </a:ext>
            </a:extLst>
          </p:cNvPr>
          <p:cNvSpPr>
            <a:spLocks noGrp="1"/>
          </p:cNvSpPr>
          <p:nvPr>
            <p:ph type="body" sz="quarter" idx="40" hasCustomPrompt="1"/>
          </p:nvPr>
        </p:nvSpPr>
        <p:spPr>
          <a:xfrm>
            <a:off x="8856630" y="5266509"/>
            <a:ext cx="2286000" cy="914400"/>
          </a:xfrm>
        </p:spPr>
        <p:txBody>
          <a:bodyPr tIns="91440" anchor="t">
            <a:normAutofit/>
          </a:bodyPr>
          <a:lstStyle>
            <a:lvl1pPr marL="0" indent="0">
              <a:buNone/>
              <a:defRPr sz="1200" b="0">
                <a:solidFill>
                  <a:schemeClr val="tx1"/>
                </a:solidFill>
                <a:latin typeface="+mn-lt"/>
              </a:defRPr>
            </a:lvl1pPr>
            <a:lvl2pPr marL="457200" indent="0">
              <a:buNone/>
              <a:defRPr b="1">
                <a:solidFill>
                  <a:schemeClr val="tx2"/>
                </a:solidFill>
                <a:latin typeface="+mj-lt"/>
              </a:defRPr>
            </a:lvl2pPr>
            <a:lvl3pPr marL="914400" indent="0">
              <a:buNone/>
              <a:defRPr b="1">
                <a:solidFill>
                  <a:schemeClr val="tx2"/>
                </a:solidFill>
                <a:latin typeface="+mj-lt"/>
              </a:defRPr>
            </a:lvl3pPr>
            <a:lvl4pPr marL="1371600" indent="0">
              <a:buNone/>
              <a:defRPr b="1">
                <a:solidFill>
                  <a:schemeClr val="tx2"/>
                </a:solidFill>
                <a:latin typeface="+mj-lt"/>
              </a:defRPr>
            </a:lvl4pPr>
            <a:lvl5pPr marL="1828800" indent="0">
              <a:buNone/>
              <a:defRPr b="1">
                <a:solidFill>
                  <a:schemeClr val="tx2"/>
                </a:solidFill>
                <a:latin typeface="+mj-lt"/>
              </a:defRPr>
            </a:lvl5pPr>
          </a:lstStyle>
          <a:p>
            <a:pPr lvl="0"/>
            <a:r>
              <a:rPr lang="en-US"/>
              <a:t>Title</a:t>
            </a:r>
          </a:p>
          <a:p>
            <a:pPr lvl="0"/>
            <a:r>
              <a:rPr lang="en-US"/>
              <a:t>E: @</a:t>
            </a:r>
            <a:r>
              <a:rPr lang="en-US" err="1"/>
              <a:t>newrocket.com</a:t>
            </a:r>
            <a:endParaRPr lang="en-US"/>
          </a:p>
        </p:txBody>
      </p:sp>
    </p:spTree>
    <p:extLst>
      <p:ext uri="{BB962C8B-B14F-4D97-AF65-F5344CB8AC3E}">
        <p14:creationId xmlns:p14="http://schemas.microsoft.com/office/powerpoint/2010/main" val="303244757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s 5">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11EF965-3EDC-9A8D-9C79-90C9C32443F9}"/>
              </a:ext>
            </a:extLst>
          </p:cNvPr>
          <p:cNvSpPr/>
          <p:nvPr userDrawn="1"/>
        </p:nvSpPr>
        <p:spPr>
          <a:xfrm>
            <a:off x="0" y="3886200"/>
            <a:ext cx="12192000" cy="2514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
        <p:nvSpPr>
          <p:cNvPr id="17" name="Picture Placeholder 16">
            <a:extLst>
              <a:ext uri="{FF2B5EF4-FFF2-40B4-BE49-F238E27FC236}">
                <a16:creationId xmlns:a16="http://schemas.microsoft.com/office/drawing/2014/main" id="{07620E25-49B2-BBCD-A96D-177D0D547462}"/>
              </a:ext>
            </a:extLst>
          </p:cNvPr>
          <p:cNvSpPr>
            <a:spLocks noGrp="1"/>
          </p:cNvSpPr>
          <p:nvPr>
            <p:ph type="pic" sz="quarter" idx="28" hasCustomPrompt="1"/>
          </p:nvPr>
        </p:nvSpPr>
        <p:spPr>
          <a:xfrm>
            <a:off x="3124198" y="2057400"/>
            <a:ext cx="2286000" cy="2286000"/>
          </a:xfrm>
          <a:solidFill>
            <a:schemeClr val="tx1"/>
          </a:solidFill>
        </p:spPr>
        <p:txBody>
          <a:bodyPr anchor="t"/>
          <a:lstStyle>
            <a:lvl1pPr marL="0" indent="0" algn="ctr">
              <a:buNone/>
              <a:defRPr>
                <a:solidFill>
                  <a:schemeClr val="bg1"/>
                </a:solidFill>
                <a:latin typeface="+mn-lt"/>
              </a:defRPr>
            </a:lvl1pPr>
          </a:lstStyle>
          <a:p>
            <a:r>
              <a:rPr lang="en-US"/>
              <a:t>Headshot</a:t>
            </a:r>
          </a:p>
        </p:txBody>
      </p:sp>
      <p:sp>
        <p:nvSpPr>
          <p:cNvPr id="22" name="Picture Placeholder 16">
            <a:extLst>
              <a:ext uri="{FF2B5EF4-FFF2-40B4-BE49-F238E27FC236}">
                <a16:creationId xmlns:a16="http://schemas.microsoft.com/office/drawing/2014/main" id="{E3E64393-2159-F9A6-CCA2-BA504F672B40}"/>
              </a:ext>
            </a:extLst>
          </p:cNvPr>
          <p:cNvSpPr>
            <a:spLocks noGrp="1"/>
          </p:cNvSpPr>
          <p:nvPr>
            <p:ph type="pic" sz="quarter" idx="30" hasCustomPrompt="1"/>
          </p:nvPr>
        </p:nvSpPr>
        <p:spPr>
          <a:xfrm>
            <a:off x="6781800" y="2069122"/>
            <a:ext cx="2286000" cy="2286000"/>
          </a:xfrm>
          <a:solidFill>
            <a:schemeClr val="tx1"/>
          </a:solidFill>
        </p:spPr>
        <p:txBody>
          <a:bodyPr anchor="t"/>
          <a:lstStyle>
            <a:lvl1pPr marL="0" indent="0" algn="ctr">
              <a:buNone/>
              <a:defRPr>
                <a:solidFill>
                  <a:schemeClr val="bg1"/>
                </a:solidFill>
                <a:latin typeface="+mn-lt"/>
              </a:defRPr>
            </a:lvl1pPr>
          </a:lstStyle>
          <a:p>
            <a:r>
              <a:rPr lang="en-US"/>
              <a:t>Headshot</a:t>
            </a:r>
          </a:p>
        </p:txBody>
      </p:sp>
      <p:sp>
        <p:nvSpPr>
          <p:cNvPr id="7" name="Text Placeholder 7">
            <a:extLst>
              <a:ext uri="{FF2B5EF4-FFF2-40B4-BE49-F238E27FC236}">
                <a16:creationId xmlns:a16="http://schemas.microsoft.com/office/drawing/2014/main" id="{485650DE-DC13-C170-E9C4-036713ED2DC6}"/>
              </a:ext>
            </a:extLst>
          </p:cNvPr>
          <p:cNvSpPr>
            <a:spLocks noGrp="1"/>
          </p:cNvSpPr>
          <p:nvPr>
            <p:ph type="body" sz="quarter" idx="22" hasCustomPrompt="1"/>
          </p:nvPr>
        </p:nvSpPr>
        <p:spPr>
          <a:xfrm>
            <a:off x="3124198" y="4344989"/>
            <a:ext cx="2286000" cy="455611"/>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latin typeface="+mn-lt"/>
              </a:defRPr>
            </a:lvl1pPr>
          </a:lstStyle>
          <a:p>
            <a:pPr lvl="0"/>
            <a:r>
              <a:rPr lang="en-US"/>
              <a:t>Name</a:t>
            </a:r>
          </a:p>
        </p:txBody>
      </p:sp>
      <p:sp>
        <p:nvSpPr>
          <p:cNvPr id="11" name="Text Placeholder 7">
            <a:extLst>
              <a:ext uri="{FF2B5EF4-FFF2-40B4-BE49-F238E27FC236}">
                <a16:creationId xmlns:a16="http://schemas.microsoft.com/office/drawing/2014/main" id="{9FD28A58-1C11-1AD7-9796-C76C097DC78F}"/>
              </a:ext>
            </a:extLst>
          </p:cNvPr>
          <p:cNvSpPr>
            <a:spLocks noGrp="1"/>
          </p:cNvSpPr>
          <p:nvPr>
            <p:ph type="body" sz="quarter" idx="23" hasCustomPrompt="1"/>
          </p:nvPr>
        </p:nvSpPr>
        <p:spPr>
          <a:xfrm>
            <a:off x="6781799" y="4343403"/>
            <a:ext cx="2286000" cy="457198"/>
          </a:xfrm>
          <a:solidFill>
            <a:schemeClr val="accent1"/>
          </a:solidFill>
          <a:ln>
            <a:solidFill>
              <a:schemeClr val="accent1"/>
            </a:solidFill>
          </a:ln>
        </p:spPr>
        <p:txBody>
          <a:bodyPr lIns="45720" tIns="0" rIns="45720" bIns="45720" anchor="b">
            <a:normAutofit/>
          </a:bodyPr>
          <a:lstStyle>
            <a:lvl1pPr marL="0" indent="0" algn="ctr">
              <a:lnSpc>
                <a:spcPct val="100000"/>
              </a:lnSpc>
              <a:buNone/>
              <a:defRPr sz="2000" b="1">
                <a:solidFill>
                  <a:schemeClr val="bg1"/>
                </a:solidFill>
                <a:latin typeface="+mn-lt"/>
              </a:defRPr>
            </a:lvl1pPr>
          </a:lstStyle>
          <a:p>
            <a:pPr lvl="0"/>
            <a:r>
              <a:rPr lang="en-US"/>
              <a:t>Name</a:t>
            </a:r>
          </a:p>
        </p:txBody>
      </p:sp>
      <p:sp>
        <p:nvSpPr>
          <p:cNvPr id="12" name="Text Placeholder 7">
            <a:extLst>
              <a:ext uri="{FF2B5EF4-FFF2-40B4-BE49-F238E27FC236}">
                <a16:creationId xmlns:a16="http://schemas.microsoft.com/office/drawing/2014/main" id="{CC726F3D-6152-34EC-08D8-37C580EA5E4B}"/>
              </a:ext>
            </a:extLst>
          </p:cNvPr>
          <p:cNvSpPr>
            <a:spLocks noGrp="1"/>
          </p:cNvSpPr>
          <p:nvPr>
            <p:ph type="body" sz="quarter" idx="25" hasCustomPrompt="1"/>
          </p:nvPr>
        </p:nvSpPr>
        <p:spPr>
          <a:xfrm>
            <a:off x="3124198"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
        <p:nvSpPr>
          <p:cNvPr id="13" name="Text Placeholder 7">
            <a:extLst>
              <a:ext uri="{FF2B5EF4-FFF2-40B4-BE49-F238E27FC236}">
                <a16:creationId xmlns:a16="http://schemas.microsoft.com/office/drawing/2014/main" id="{6A2E599C-BA89-2AAF-3D33-CB88CD60DE64}"/>
              </a:ext>
            </a:extLst>
          </p:cNvPr>
          <p:cNvSpPr>
            <a:spLocks noGrp="1"/>
          </p:cNvSpPr>
          <p:nvPr>
            <p:ph type="body" sz="quarter" idx="26" hasCustomPrompt="1"/>
          </p:nvPr>
        </p:nvSpPr>
        <p:spPr>
          <a:xfrm>
            <a:off x="6781799" y="4803272"/>
            <a:ext cx="2286000" cy="455612"/>
          </a:xfrm>
          <a:solidFill>
            <a:schemeClr val="accent1"/>
          </a:solidFill>
          <a:ln>
            <a:solidFill>
              <a:schemeClr val="accent1"/>
            </a:solidFill>
          </a:ln>
        </p:spPr>
        <p:txBody>
          <a:bodyPr lIns="45720" tIns="45720" rIns="45720" bIns="45720">
            <a:normAutofit/>
          </a:bodyPr>
          <a:lstStyle>
            <a:lvl1pPr marL="0" indent="0" algn="ctr">
              <a:lnSpc>
                <a:spcPct val="100000"/>
              </a:lnSpc>
              <a:buNone/>
              <a:defRPr sz="1200" b="0" i="0">
                <a:solidFill>
                  <a:schemeClr val="bg1"/>
                </a:solidFill>
                <a:latin typeface="+mn-lt"/>
                <a:ea typeface="Inter Light" panose="02000503000000020004" pitchFamily="2" charset="0"/>
                <a:cs typeface="Arial" panose="020B0604020202020204" pitchFamily="34" charset="0"/>
              </a:defRPr>
            </a:lvl1pPr>
          </a:lstStyle>
          <a:p>
            <a:pPr lvl="0"/>
            <a:r>
              <a:rPr lang="en-US"/>
              <a:t>Title</a:t>
            </a:r>
          </a:p>
        </p:txBody>
      </p:sp>
    </p:spTree>
    <p:extLst>
      <p:ext uri="{BB962C8B-B14F-4D97-AF65-F5344CB8AC3E}">
        <p14:creationId xmlns:p14="http://schemas.microsoft.com/office/powerpoint/2010/main" val="405219774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Greeting 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0" y="0"/>
            <a:ext cx="5181600" cy="6400800"/>
          </a:xfrm>
          <a:solidFill>
            <a:schemeClr val="tx1"/>
          </a:solidFill>
        </p:spPr>
        <p:txBody>
          <a:bodyPr/>
          <a:lstStyle>
            <a:lvl1pPr marL="0" indent="0" algn="ctr">
              <a:buNone/>
              <a:defRPr>
                <a:solidFill>
                  <a:schemeClr val="bg1"/>
                </a:solidFill>
              </a:defRPr>
            </a:lvl1pPr>
          </a:lstStyle>
          <a:p>
            <a:endParaRPr lang="en-US"/>
          </a:p>
        </p:txBody>
      </p:sp>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5181600" y="1"/>
            <a:ext cx="7010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686;g230b1a41ba8_0_6">
            <a:extLst>
              <a:ext uri="{FF2B5EF4-FFF2-40B4-BE49-F238E27FC236}">
                <a16:creationId xmlns:a16="http://schemas.microsoft.com/office/drawing/2014/main" id="{121F1312-1224-0E33-5BCF-4A0E2D58C00C}"/>
              </a:ext>
            </a:extLst>
          </p:cNvPr>
          <p:cNvSpPr txBox="1">
            <a:spLocks noGrp="1"/>
          </p:cNvSpPr>
          <p:nvPr>
            <p:ph type="title" hasCustomPrompt="1"/>
          </p:nvPr>
        </p:nvSpPr>
        <p:spPr>
          <a:xfrm>
            <a:off x="6096000" y="2971800"/>
            <a:ext cx="5486400" cy="914400"/>
          </a:xfrm>
          <a:prstGeom prst="rect">
            <a:avLst/>
          </a:prstGeom>
          <a:noFill/>
          <a:ln>
            <a:noFill/>
          </a:ln>
        </p:spPr>
        <p:txBody>
          <a:bodyPr spcFirstLastPara="1" wrap="square" lIns="0" tIns="0" rIns="0" bIns="0" anchor="t" anchorCtr="0">
            <a:noAutofit/>
          </a:bodyPr>
          <a:lstStyle>
            <a:lvl1pPr>
              <a:defRPr>
                <a:solidFill>
                  <a:srgbClr val="F0F5FA"/>
                </a:solidFill>
              </a:defRPr>
            </a:lvl1pPr>
          </a:lstStyle>
          <a:p>
            <a:pPr marL="0" lvl="0" indent="0" algn="l" rtl="0">
              <a:lnSpc>
                <a:spcPct val="120000"/>
              </a:lnSpc>
              <a:spcBef>
                <a:spcPts val="0"/>
              </a:spcBef>
              <a:spcAft>
                <a:spcPts val="0"/>
              </a:spcAft>
              <a:buClr>
                <a:schemeClr val="lt1"/>
              </a:buClr>
              <a:buSzPts val="3200"/>
              <a:buFont typeface="Inter"/>
              <a:buNone/>
            </a:pPr>
            <a:r>
              <a:rPr lang="en-US"/>
              <a:t>It’s great to meet </a:t>
            </a:r>
            <a:r>
              <a:rPr lang="en-US">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you</a:t>
            </a:r>
            <a:r>
              <a:rPr lang="en-US"/>
              <a:t>.</a:t>
            </a:r>
            <a:endParaRPr/>
          </a:p>
        </p:txBody>
      </p:sp>
      <p:sp>
        <p:nvSpPr>
          <p:cNvPr id="5" name="Text Placeholder 3">
            <a:extLst>
              <a:ext uri="{FF2B5EF4-FFF2-40B4-BE49-F238E27FC236}">
                <a16:creationId xmlns:a16="http://schemas.microsoft.com/office/drawing/2014/main" id="{D1D20C3D-702F-6C65-B8B3-E18C1F347ABA}"/>
              </a:ext>
            </a:extLst>
          </p:cNvPr>
          <p:cNvSpPr>
            <a:spLocks noGrp="1"/>
          </p:cNvSpPr>
          <p:nvPr>
            <p:ph type="body" sz="half" idx="2" hasCustomPrompt="1"/>
          </p:nvPr>
        </p:nvSpPr>
        <p:spPr>
          <a:xfrm>
            <a:off x="6096000" y="1828801"/>
            <a:ext cx="5486400" cy="685800"/>
          </a:xfrm>
        </p:spPr>
        <p:txBody>
          <a:bodyPr wrap="square" tIns="91440" rIns="457200" bIns="45720">
            <a:normAutofit/>
          </a:bodyPr>
          <a:lstStyle>
            <a:lvl1pPr marL="0" indent="0">
              <a:buNone/>
              <a:defRPr sz="1800" b="1">
                <a:solidFill>
                  <a:schemeClr val="bg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Use Title Capitalization </a:t>
            </a:r>
          </a:p>
        </p:txBody>
      </p:sp>
    </p:spTree>
    <p:extLst>
      <p:ext uri="{BB962C8B-B14F-4D97-AF65-F5344CB8AC3E}">
        <p14:creationId xmlns:p14="http://schemas.microsoft.com/office/powerpoint/2010/main" val="191336331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NewRocket Descriptor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C112D8-30FF-A06D-DFDF-80D743742F1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6692" y="557868"/>
            <a:ext cx="1568514" cy="442622"/>
          </a:xfrm>
          <a:prstGeom prst="rect">
            <a:avLst/>
          </a:prstGeom>
        </p:spPr>
      </p:pic>
      <p:sp>
        <p:nvSpPr>
          <p:cNvPr id="3" name="TextBox 2">
            <a:extLst>
              <a:ext uri="{FF2B5EF4-FFF2-40B4-BE49-F238E27FC236}">
                <a16:creationId xmlns:a16="http://schemas.microsoft.com/office/drawing/2014/main" id="{A22CDB70-A299-B08D-2F95-4CEA20A7B89A}"/>
              </a:ext>
            </a:extLst>
          </p:cNvPr>
          <p:cNvSpPr txBox="1"/>
          <p:nvPr userDrawn="1"/>
        </p:nvSpPr>
        <p:spPr>
          <a:xfrm>
            <a:off x="1066800" y="1143000"/>
            <a:ext cx="10058400" cy="2743200"/>
          </a:xfrm>
          <a:prstGeom prst="rect">
            <a:avLst/>
          </a:prstGeom>
          <a:noFill/>
        </p:spPr>
        <p:txBody>
          <a:bodyPr wrap="square" rtlCol="0" anchor="b">
            <a:noAutofit/>
          </a:bodyPr>
          <a:lstStyle/>
          <a:p>
            <a:pPr algn="ctr"/>
            <a:r>
              <a:rPr lang="en-US" sz="4000" b="1" i="0">
                <a:solidFill>
                  <a:schemeClr val="accent1"/>
                </a:solidFill>
                <a:latin typeface="+mj-lt"/>
                <a:ea typeface="Inter" panose="02000503000000020004" pitchFamily="2" charset="0"/>
                <a:cs typeface="Arial" panose="020B0604020202020204" pitchFamily="34" charset="0"/>
              </a:rPr>
              <a:t>The go-to ServiceNow guide for</a:t>
            </a:r>
          </a:p>
          <a:p>
            <a:pPr algn="ctr"/>
            <a:r>
              <a:rPr lang="en-US" sz="4000" b="1" i="0">
                <a:solidFill>
                  <a:schemeClr val="accent1"/>
                </a:solidFill>
                <a:latin typeface="+mj-lt"/>
                <a:ea typeface="Inter" panose="02000503000000020004" pitchFamily="2" charset="0"/>
                <a:cs typeface="Arial" panose="020B0604020202020204" pitchFamily="34" charset="0"/>
              </a:rPr>
              <a:t>global enterprise leaders</a:t>
            </a:r>
          </a:p>
        </p:txBody>
      </p:sp>
      <p:pic>
        <p:nvPicPr>
          <p:cNvPr id="7" name="Picture 6">
            <a:extLst>
              <a:ext uri="{FF2B5EF4-FFF2-40B4-BE49-F238E27FC236}">
                <a16:creationId xmlns:a16="http://schemas.microsoft.com/office/drawing/2014/main" id="{766AD839-85BC-8D20-F615-16B02D846DC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163758" y="1104255"/>
            <a:ext cx="3864483" cy="1090525"/>
          </a:xfrm>
          <a:prstGeom prst="rect">
            <a:avLst/>
          </a:prstGeom>
          <a:effectLst/>
        </p:spPr>
      </p:pic>
    </p:spTree>
    <p:extLst>
      <p:ext uri="{BB962C8B-B14F-4D97-AF65-F5344CB8AC3E}">
        <p14:creationId xmlns:p14="http://schemas.microsoft.com/office/powerpoint/2010/main" val="156682348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Go Beyond Workflow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9D21B8-F48C-C67F-41FE-3CA847A8F57A}"/>
              </a:ext>
            </a:extLst>
          </p:cNvPr>
          <p:cNvSpPr txBox="1"/>
          <p:nvPr userDrawn="1"/>
        </p:nvSpPr>
        <p:spPr>
          <a:xfrm>
            <a:off x="609600" y="685800"/>
            <a:ext cx="10972800" cy="2514600"/>
          </a:xfrm>
          <a:prstGeom prst="rect">
            <a:avLst/>
          </a:prstGeom>
          <a:noFill/>
        </p:spPr>
        <p:txBody>
          <a:bodyPr wrap="square" rtlCol="0" anchor="b">
            <a:noAutofit/>
          </a:bodyPr>
          <a:lstStyle/>
          <a:p>
            <a:pPr algn="ctr"/>
            <a:r>
              <a:rPr lang="en-US" sz="4000" b="1" i="0">
                <a:solidFill>
                  <a:schemeClr val="tx2"/>
                </a:solidFill>
                <a:latin typeface="+mj-lt"/>
                <a:ea typeface="Inter" panose="02000503000000020004" pitchFamily="2" charset="0"/>
                <a:cs typeface="Arial" panose="020B0604020202020204" pitchFamily="34" charset="0"/>
              </a:rPr>
              <a:t>Go Beyond Workflows™️</a:t>
            </a:r>
          </a:p>
        </p:txBody>
      </p:sp>
    </p:spTree>
    <p:extLst>
      <p:ext uri="{BB962C8B-B14F-4D97-AF65-F5344CB8AC3E}">
        <p14:creationId xmlns:p14="http://schemas.microsoft.com/office/powerpoint/2010/main" val="131794548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Google Shape;1596;g23b5d3839b8_1_23">
            <a:extLst>
              <a:ext uri="{FF2B5EF4-FFF2-40B4-BE49-F238E27FC236}">
                <a16:creationId xmlns:a16="http://schemas.microsoft.com/office/drawing/2014/main" id="{9527AC9C-A8F3-53CE-CC84-1E6E975362E6}"/>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5181600" y="0"/>
            <a:ext cx="7010401" cy="6401094"/>
          </a:xfrm>
          <a:prstGeom prst="rect">
            <a:avLst/>
          </a:prstGeom>
          <a:noFill/>
          <a:ln>
            <a:noFill/>
          </a:ln>
        </p:spPr>
      </p:pic>
      <p:grpSp>
        <p:nvGrpSpPr>
          <p:cNvPr id="4" name="Google Shape;1597;g23b5d3839b8_1_23">
            <a:extLst>
              <a:ext uri="{FF2B5EF4-FFF2-40B4-BE49-F238E27FC236}">
                <a16:creationId xmlns:a16="http://schemas.microsoft.com/office/drawing/2014/main" id="{4763C7B0-4F67-6F9D-7F38-03F3C5C93A92}"/>
              </a:ext>
            </a:extLst>
          </p:cNvPr>
          <p:cNvGrpSpPr/>
          <p:nvPr userDrawn="1"/>
        </p:nvGrpSpPr>
        <p:grpSpPr>
          <a:xfrm>
            <a:off x="5181600" y="19787"/>
            <a:ext cx="6959600" cy="6364456"/>
            <a:chOff x="5181600" y="19787"/>
            <a:chExt cx="6959600" cy="6364456"/>
          </a:xfrm>
        </p:grpSpPr>
        <p:sp>
          <p:nvSpPr>
            <p:cNvPr id="5" name="Google Shape;1598;g23b5d3839b8_1_23">
              <a:extLst>
                <a:ext uri="{FF2B5EF4-FFF2-40B4-BE49-F238E27FC236}">
                  <a16:creationId xmlns:a16="http://schemas.microsoft.com/office/drawing/2014/main" id="{9C8585AF-DDBE-0631-BA3E-6527BCC8536D}"/>
                </a:ext>
              </a:extLst>
            </p:cNvPr>
            <p:cNvSpPr txBox="1"/>
            <p:nvPr/>
          </p:nvSpPr>
          <p:spPr>
            <a:xfrm>
              <a:off x="5181600" y="19787"/>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3</a:t>
              </a:r>
            </a:p>
            <a:p>
              <a:pPr marL="0" marR="0" lvl="0" indent="0" algn="ctr" rtl="0">
                <a:spcAft>
                  <a:spcPts val="0"/>
                </a:spcAft>
                <a:buClr>
                  <a:srgbClr val="000000"/>
                </a:buClr>
                <a:buSzPts val="1500"/>
                <a:buFont typeface="Arial"/>
                <a:buNone/>
              </a:pPr>
              <a:endParaRPr lang="en-US" sz="1000">
                <a:sym typeface="Inter SemiBold"/>
              </a:endParaRPr>
            </a:p>
            <a:p>
              <a:pPr marL="0" marR="0" lvl="0" indent="0" algn="ctr" rtl="0">
                <a:spcAft>
                  <a:spcPts val="0"/>
                </a:spcAft>
                <a:buClr>
                  <a:srgbClr val="000000"/>
                </a:buClr>
                <a:buSzPts val="1500"/>
                <a:buFont typeface="Arial"/>
                <a:buNone/>
              </a:pPr>
              <a:r>
                <a:rPr lang="en-US" sz="1400" b="1" i="0" u="none" strike="noStrike" cap="none">
                  <a:solidFill>
                    <a:schemeClr val="lt1"/>
                  </a:solidFill>
                  <a:ea typeface="Inter"/>
                  <a:cs typeface="Inter"/>
                  <a:sym typeface="Inter"/>
                </a:rPr>
                <a:t>Continents</a:t>
              </a:r>
            </a:p>
            <a:p>
              <a:pPr marL="0" marR="0" lvl="0" indent="0" algn="ctr" rtl="0">
                <a:spcAft>
                  <a:spcPts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ts val="0"/>
                </a:spcAft>
                <a:buClr>
                  <a:srgbClr val="000000"/>
                </a:buClr>
                <a:buSzPts val="1500"/>
                <a:buFont typeface="Arial"/>
                <a:buNone/>
              </a:pPr>
              <a:r>
                <a:rPr lang="en-US" sz="1000">
                  <a:solidFill>
                    <a:schemeClr val="lt1"/>
                  </a:solidFill>
                  <a:ea typeface="Inter"/>
                  <a:cs typeface="Inter"/>
                  <a:sym typeface="Inter"/>
                </a:rPr>
                <a:t>Locations in</a:t>
              </a:r>
            </a:p>
            <a:p>
              <a:pPr marL="0" marR="0" lvl="0" indent="0" algn="ctr" rtl="0">
                <a:spcAft>
                  <a:spcPts val="0"/>
                </a:spcAft>
                <a:buClr>
                  <a:srgbClr val="000000"/>
                </a:buClr>
                <a:buSzPts val="1500"/>
                <a:buFont typeface="Arial"/>
                <a:buNone/>
              </a:pPr>
              <a:r>
                <a:rPr lang="en-US" sz="1000" b="0" i="0" u="none" strike="noStrike" cap="none">
                  <a:solidFill>
                    <a:schemeClr val="lt1"/>
                  </a:solidFill>
                  <a:ea typeface="Inter"/>
                  <a:cs typeface="Inter"/>
                  <a:sym typeface="Inter"/>
                </a:rPr>
                <a:t>North America, Europe, Asia</a:t>
              </a:r>
              <a:endParaRPr sz="1000" b="0" i="0" u="none" strike="noStrike" cap="none">
                <a:solidFill>
                  <a:schemeClr val="lt1"/>
                </a:solidFill>
                <a:ea typeface="Inter"/>
                <a:cs typeface="Inter"/>
                <a:sym typeface="Inter"/>
              </a:endParaRPr>
            </a:p>
          </p:txBody>
        </p:sp>
        <p:sp>
          <p:nvSpPr>
            <p:cNvPr id="6" name="Google Shape;1599;g23b5d3839b8_1_23">
              <a:extLst>
                <a:ext uri="{FF2B5EF4-FFF2-40B4-BE49-F238E27FC236}">
                  <a16:creationId xmlns:a16="http://schemas.microsoft.com/office/drawing/2014/main" id="{0BCB6EF8-9281-B12D-8AC7-8797C7EB548E}"/>
                </a:ext>
              </a:extLst>
            </p:cNvPr>
            <p:cNvSpPr txBox="1"/>
            <p:nvPr/>
          </p:nvSpPr>
          <p:spPr>
            <a:xfrm>
              <a:off x="7504494" y="19787"/>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chemeClr val="dk1"/>
                </a:buClr>
                <a:buSzPts val="1000"/>
                <a:buFont typeface="Arial"/>
                <a:buNone/>
              </a:pPr>
              <a:r>
                <a:rPr lang="en-US" sz="2400" b="1" i="0" u="none" strike="noStrike" cap="none">
                  <a:solidFill>
                    <a:schemeClr val="lt1"/>
                  </a:solidFill>
                  <a:ea typeface="Inter SemiBold"/>
                  <a:cs typeface="Inter SemiBold"/>
                  <a:sym typeface="Inter SemiBold"/>
                </a:rPr>
                <a:t>1,200+ </a:t>
              </a:r>
            </a:p>
            <a:p>
              <a:pPr marL="0" marR="0" lvl="0" indent="0" algn="ctr" rtl="0">
                <a:spcAft>
                  <a:spcPts val="0"/>
                </a:spcAft>
                <a:buClr>
                  <a:schemeClr val="dk1"/>
                </a:buClr>
                <a:buSzPts val="1000"/>
                <a:buFont typeface="Arial"/>
                <a:buNone/>
              </a:pPr>
              <a:endParaRPr sz="1000"/>
            </a:p>
            <a:p>
              <a:pPr marL="0" marR="0" lvl="0" indent="0" algn="ctr" rtl="0">
                <a:spcAft>
                  <a:spcPts val="0"/>
                </a:spcAft>
                <a:buClr>
                  <a:schemeClr val="dk1"/>
                </a:buClr>
                <a:buSzPts val="1000"/>
                <a:buFont typeface="Arial"/>
                <a:buNone/>
              </a:pPr>
              <a:r>
                <a:rPr lang="en-US" sz="1400" b="1" i="0" u="none" strike="noStrike" cap="none">
                  <a:solidFill>
                    <a:schemeClr val="lt1"/>
                  </a:solidFill>
                  <a:ea typeface="Inter"/>
                  <a:cs typeface="Inter"/>
                  <a:sym typeface="Inter"/>
                </a:rPr>
                <a:t>Customers</a:t>
              </a:r>
              <a:r>
                <a:rPr lang="en-US" sz="1000" b="0" i="0" u="none" strike="noStrike" cap="none">
                  <a:solidFill>
                    <a:schemeClr val="lt1"/>
                  </a:solidFill>
                  <a:ea typeface="Inter"/>
                  <a:cs typeface="Inter"/>
                  <a:sym typeface="Inter"/>
                </a:rPr>
                <a:t> </a:t>
              </a:r>
            </a:p>
            <a:p>
              <a:pPr marL="0" marR="0" lvl="0" indent="0" algn="ctr" rtl="0">
                <a:spcAft>
                  <a:spcPts val="0"/>
                </a:spcAft>
                <a:buClr>
                  <a:schemeClr val="dk1"/>
                </a:buClr>
                <a:buSzPts val="1000"/>
                <a:buFont typeface="Arial"/>
                <a:buNone/>
              </a:pPr>
              <a:endParaRPr sz="1000" b="0" i="0" u="none" strike="noStrike" cap="none">
                <a:solidFill>
                  <a:schemeClr val="lt1"/>
                </a:solidFill>
                <a:ea typeface="Inter"/>
                <a:cs typeface="Inter"/>
                <a:sym typeface="Inter"/>
              </a:endParaRPr>
            </a:p>
            <a:p>
              <a:pPr marL="0" marR="0" lvl="0" indent="0" algn="ctr" rtl="0">
                <a:spcAft>
                  <a:spcPts val="0"/>
                </a:spcAft>
                <a:buClr>
                  <a:schemeClr val="dk1"/>
                </a:buClr>
                <a:buSzPts val="1000"/>
                <a:buFont typeface="Arial"/>
                <a:buNone/>
              </a:pPr>
              <a:r>
                <a:rPr lang="en-US" sz="1000">
                  <a:solidFill>
                    <a:schemeClr val="lt1"/>
                  </a:solidFill>
                  <a:ea typeface="Inter"/>
                  <a:cs typeface="Inter"/>
                  <a:sym typeface="Inter"/>
                </a:rPr>
                <a:t>G</a:t>
              </a:r>
              <a:r>
                <a:rPr lang="en-US" sz="1000" b="0" i="0" u="none" strike="noStrike" cap="none">
                  <a:solidFill>
                    <a:schemeClr val="lt1"/>
                  </a:solidFill>
                  <a:ea typeface="Inter"/>
                  <a:cs typeface="Inter"/>
                  <a:sym typeface="Inter"/>
                </a:rPr>
                <a:t>oing beyond workflows</a:t>
              </a:r>
              <a:endParaRPr sz="1000" b="0" i="0" u="none" strike="noStrike" cap="none">
                <a:solidFill>
                  <a:schemeClr val="lt1"/>
                </a:solidFill>
                <a:ea typeface="Inter"/>
                <a:cs typeface="Inter"/>
                <a:sym typeface="Inter"/>
              </a:endParaRPr>
            </a:p>
            <a:p>
              <a:pPr marL="0" marR="0" lvl="0" indent="0" algn="ctr" rtl="0">
                <a:spcAft>
                  <a:spcPts val="0"/>
                </a:spcAft>
                <a:buClr>
                  <a:schemeClr val="dk1"/>
                </a:buClr>
                <a:buSzPts val="1000"/>
                <a:buFont typeface="Arial"/>
                <a:buNone/>
              </a:pPr>
              <a:r>
                <a:rPr lang="en-US" sz="1000" b="0" i="0" u="none" strike="noStrike" cap="none">
                  <a:solidFill>
                    <a:schemeClr val="lt1"/>
                  </a:solidFill>
                  <a:ea typeface="Inter"/>
                  <a:cs typeface="Inter"/>
                  <a:sym typeface="Inter"/>
                </a:rPr>
                <a:t>to lasting results</a:t>
              </a:r>
              <a:endParaRPr sz="1000" b="0" i="0" u="none" strike="noStrike" cap="none">
                <a:solidFill>
                  <a:schemeClr val="lt1"/>
                </a:solidFill>
                <a:ea typeface="Inter"/>
                <a:cs typeface="Inter"/>
                <a:sym typeface="Inter"/>
              </a:endParaRPr>
            </a:p>
          </p:txBody>
        </p:sp>
        <p:sp>
          <p:nvSpPr>
            <p:cNvPr id="7" name="Google Shape;1600;g23b5d3839b8_1_23">
              <a:extLst>
                <a:ext uri="{FF2B5EF4-FFF2-40B4-BE49-F238E27FC236}">
                  <a16:creationId xmlns:a16="http://schemas.microsoft.com/office/drawing/2014/main" id="{807D18F1-11CF-0617-2DB2-F7BBDBC441DA}"/>
                </a:ext>
              </a:extLst>
            </p:cNvPr>
            <p:cNvSpPr txBox="1"/>
            <p:nvPr/>
          </p:nvSpPr>
          <p:spPr>
            <a:xfrm>
              <a:off x="9855200" y="19787"/>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chemeClr val="dk1"/>
                </a:buClr>
                <a:buSzPts val="1000"/>
                <a:buFont typeface="Arial"/>
                <a:buNone/>
              </a:pPr>
              <a:r>
                <a:rPr lang="en-US" sz="2400" b="1" i="0" u="none" strike="noStrike" cap="none">
                  <a:solidFill>
                    <a:schemeClr val="lt1"/>
                  </a:solidFill>
                  <a:ea typeface="Inter SemiBold"/>
                  <a:cs typeface="Inter SemiBold"/>
                  <a:sym typeface="Inter SemiBold"/>
                </a:rPr>
                <a:t>3,000+ </a:t>
              </a:r>
            </a:p>
            <a:p>
              <a:pPr marL="0" marR="0" lvl="0" indent="0" algn="ctr" rtl="0">
                <a:spcAft>
                  <a:spcPts val="0"/>
                </a:spcAft>
                <a:buClr>
                  <a:schemeClr val="dk1"/>
                </a:buClr>
                <a:buSzPts val="1000"/>
                <a:buFont typeface="Arial"/>
                <a:buNone/>
              </a:pPr>
              <a:endParaRPr sz="1000"/>
            </a:p>
            <a:p>
              <a:pPr marL="0" marR="0" lvl="0" indent="0" algn="ctr" rtl="0">
                <a:spcAft>
                  <a:spcPts val="0"/>
                </a:spcAft>
                <a:buClr>
                  <a:schemeClr val="dk1"/>
                </a:buClr>
                <a:buSzPts val="1000"/>
                <a:buFont typeface="Arial"/>
                <a:buNone/>
              </a:pPr>
              <a:r>
                <a:rPr lang="en-US" sz="1400" b="1" i="0" u="none" strike="noStrike" cap="none">
                  <a:solidFill>
                    <a:schemeClr val="lt1"/>
                  </a:solidFill>
                  <a:ea typeface="Inter"/>
                  <a:cs typeface="Inter"/>
                  <a:sym typeface="Inter"/>
                </a:rPr>
                <a:t>Projects</a:t>
              </a:r>
            </a:p>
            <a:p>
              <a:pPr marL="0" marR="0" lvl="0" indent="0" algn="ctr" rtl="0">
                <a:spcAft>
                  <a:spcPts val="0"/>
                </a:spcAft>
                <a:buClr>
                  <a:schemeClr val="dk1"/>
                </a:buClr>
                <a:buSzPts val="1000"/>
                <a:buFont typeface="Arial"/>
                <a:buNone/>
              </a:pPr>
              <a:endParaRPr sz="1000" b="1" i="0" u="none" strike="noStrike" cap="none">
                <a:solidFill>
                  <a:schemeClr val="lt1"/>
                </a:solidFill>
                <a:ea typeface="Inter"/>
                <a:cs typeface="Inter"/>
                <a:sym typeface="Inter"/>
              </a:endParaRPr>
            </a:p>
            <a:p>
              <a:pPr marL="0" marR="0" lvl="0" indent="0" algn="ctr" rtl="0">
                <a:spcAft>
                  <a:spcPts val="0"/>
                </a:spcAft>
                <a:buClr>
                  <a:schemeClr val="dk1"/>
                </a:buClr>
                <a:buSzPts val="1000"/>
                <a:buFont typeface="Arial"/>
                <a:buNone/>
              </a:pPr>
              <a:r>
                <a:rPr lang="en-US" sz="1000" b="0" i="0" u="none" strike="noStrike" cap="none">
                  <a:solidFill>
                    <a:schemeClr val="lt1"/>
                  </a:solidFill>
                  <a:ea typeface="Inter"/>
                  <a:cs typeface="Inter"/>
                  <a:sym typeface="Inter"/>
                </a:rPr>
                <a:t> Transforming the way </a:t>
              </a:r>
              <a:endParaRPr sz="1000" b="0" i="0" u="none" strike="noStrike" cap="none">
                <a:solidFill>
                  <a:schemeClr val="lt1"/>
                </a:solidFill>
                <a:ea typeface="Inter"/>
                <a:cs typeface="Inter"/>
                <a:sym typeface="Inter"/>
              </a:endParaRPr>
            </a:p>
            <a:p>
              <a:pPr marL="0" marR="0" lvl="0" indent="0" algn="ctr" rtl="0">
                <a:spcAft>
                  <a:spcPts val="0"/>
                </a:spcAft>
                <a:buClr>
                  <a:schemeClr val="dk1"/>
                </a:buClr>
                <a:buSzPts val="1000"/>
                <a:buFont typeface="Arial"/>
                <a:buNone/>
              </a:pPr>
              <a:r>
                <a:rPr lang="en-US" sz="1000" b="0" i="0" u="none" strike="noStrike" cap="none">
                  <a:solidFill>
                    <a:schemeClr val="lt1"/>
                  </a:solidFill>
                  <a:ea typeface="Inter"/>
                  <a:cs typeface="Inter"/>
                  <a:sym typeface="Inter"/>
                </a:rPr>
                <a:t>people do business</a:t>
              </a:r>
              <a:endParaRPr sz="1000" b="0" i="0" u="none" strike="noStrike" cap="none">
                <a:solidFill>
                  <a:schemeClr val="lt1"/>
                </a:solidFill>
                <a:ea typeface="Inter"/>
                <a:cs typeface="Inter"/>
                <a:sym typeface="Inter"/>
              </a:endParaRPr>
            </a:p>
            <a:p>
              <a:pPr marL="0" marR="0" lvl="0" indent="0" algn="ctr" rtl="0">
                <a:spcAft>
                  <a:spcPts val="0"/>
                </a:spcAft>
                <a:buClr>
                  <a:srgbClr val="000000"/>
                </a:buClr>
                <a:buSzPts val="1500"/>
                <a:buFont typeface="Arial"/>
                <a:buNone/>
              </a:pPr>
              <a:endParaRPr sz="1000" b="0" i="0" u="none" strike="noStrike" cap="none">
                <a:solidFill>
                  <a:schemeClr val="lt1"/>
                </a:solidFill>
                <a:ea typeface="Inter"/>
                <a:cs typeface="Inter"/>
                <a:sym typeface="Inter"/>
              </a:endParaRPr>
            </a:p>
          </p:txBody>
        </p:sp>
        <p:sp>
          <p:nvSpPr>
            <p:cNvPr id="8" name="Google Shape;1601;g23b5d3839b8_1_23">
              <a:extLst>
                <a:ext uri="{FF2B5EF4-FFF2-40B4-BE49-F238E27FC236}">
                  <a16:creationId xmlns:a16="http://schemas.microsoft.com/office/drawing/2014/main" id="{C3C606FE-01B9-B085-A8AE-4D636A17DE52}"/>
                </a:ext>
              </a:extLst>
            </p:cNvPr>
            <p:cNvSpPr txBox="1"/>
            <p:nvPr/>
          </p:nvSpPr>
          <p:spPr>
            <a:xfrm>
              <a:off x="5181600" y="2148260"/>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chemeClr val="dk1"/>
                </a:buClr>
                <a:buSzPts val="1000"/>
                <a:buFont typeface="Arial"/>
                <a:buNone/>
              </a:pPr>
              <a:r>
                <a:rPr lang="en-US" sz="2400" b="1" i="0" u="none" strike="noStrike" cap="none">
                  <a:solidFill>
                    <a:schemeClr val="lt1"/>
                  </a:solidFill>
                  <a:ea typeface="Inter SemiBold"/>
                  <a:cs typeface="Inter SemiBold"/>
                  <a:sym typeface="Inter SemiBold"/>
                </a:rPr>
                <a:t>780+</a:t>
              </a:r>
            </a:p>
            <a:p>
              <a:pPr marL="0" marR="0" lvl="0" indent="0" algn="ctr" rtl="0">
                <a:spcAft>
                  <a:spcPts val="0"/>
                </a:spcAft>
                <a:buClr>
                  <a:schemeClr val="dk1"/>
                </a:buClr>
                <a:buSzPts val="1000"/>
                <a:buFont typeface="Arial"/>
                <a:buNone/>
              </a:pPr>
              <a:r>
                <a:rPr lang="en-US" sz="1000" b="1" i="0" u="none" strike="noStrike" cap="none">
                  <a:solidFill>
                    <a:schemeClr val="lt1"/>
                  </a:solidFill>
                  <a:ea typeface="Inter SemiBold"/>
                  <a:cs typeface="Inter SemiBold"/>
                  <a:sym typeface="Inter SemiBold"/>
                </a:rPr>
                <a:t> </a:t>
              </a:r>
              <a:endParaRPr sz="1000"/>
            </a:p>
            <a:p>
              <a:pPr marL="0" marR="0" lvl="0" indent="0" algn="ctr" rtl="0">
                <a:spcAft>
                  <a:spcPts val="0"/>
                </a:spcAft>
                <a:buClr>
                  <a:schemeClr val="dk1"/>
                </a:buClr>
                <a:buSzPts val="1000"/>
                <a:buFont typeface="Arial"/>
                <a:buNone/>
              </a:pPr>
              <a:r>
                <a:rPr lang="en-US" sz="1400" b="1" i="0" u="none" strike="noStrike" cap="none">
                  <a:solidFill>
                    <a:schemeClr val="lt1"/>
                  </a:solidFill>
                  <a:ea typeface="Inter"/>
                  <a:cs typeface="Inter"/>
                  <a:sym typeface="Inter"/>
                </a:rPr>
                <a:t>Certifications</a:t>
              </a:r>
            </a:p>
            <a:p>
              <a:pPr marL="0" marR="0" lvl="0" indent="0" algn="ctr" rtl="0">
                <a:spcAft>
                  <a:spcPts val="0"/>
                </a:spcAft>
                <a:buClr>
                  <a:schemeClr val="dk1"/>
                </a:buClr>
                <a:buSzPts val="1000"/>
                <a:buFont typeface="Arial"/>
                <a:buNone/>
              </a:pPr>
              <a:endParaRPr sz="1000" b="1" i="0" u="none" strike="noStrike" cap="none">
                <a:solidFill>
                  <a:schemeClr val="lt1"/>
                </a:solidFill>
                <a:ea typeface="Inter"/>
                <a:cs typeface="Inter"/>
                <a:sym typeface="Inter"/>
              </a:endParaRPr>
            </a:p>
            <a:p>
              <a:pPr marL="0" marR="0" lvl="0" indent="0" algn="ctr" rtl="0">
                <a:spcAft>
                  <a:spcPts val="0"/>
                </a:spcAft>
                <a:buClr>
                  <a:schemeClr val="dk1"/>
                </a:buClr>
                <a:buSzPts val="1000"/>
                <a:buFont typeface="Arial"/>
                <a:buNone/>
              </a:pPr>
              <a:r>
                <a:rPr lang="en-US" sz="1000" b="0" i="0" u="none" strike="noStrike" cap="none">
                  <a:solidFill>
                    <a:schemeClr val="lt1"/>
                  </a:solidFill>
                  <a:ea typeface="Inter"/>
                  <a:cs typeface="Inter"/>
                  <a:sym typeface="Inter"/>
                </a:rPr>
                <a:t>Passed ServiceNow </a:t>
              </a:r>
              <a:endParaRPr sz="1000"/>
            </a:p>
            <a:p>
              <a:pPr marL="0" marR="0" lvl="0" indent="0" algn="ctr" rtl="0">
                <a:spcAft>
                  <a:spcPts val="0"/>
                </a:spcAft>
                <a:buClr>
                  <a:schemeClr val="dk1"/>
                </a:buClr>
                <a:buSzPts val="1000"/>
                <a:buFont typeface="Arial"/>
                <a:buNone/>
              </a:pPr>
              <a:r>
                <a:rPr lang="en-US" sz="1000" b="0" i="0" u="none" strike="noStrike" cap="none">
                  <a:solidFill>
                    <a:schemeClr val="lt1"/>
                  </a:solidFill>
                  <a:ea typeface="Inter"/>
                  <a:cs typeface="Inter"/>
                  <a:sym typeface="Inter"/>
                </a:rPr>
                <a:t>Certifications</a:t>
              </a:r>
              <a:endParaRPr sz="1000" b="0" i="0" u="none" strike="noStrike" cap="none">
                <a:solidFill>
                  <a:schemeClr val="lt1"/>
                </a:solidFill>
                <a:ea typeface="Inter"/>
                <a:cs typeface="Inter"/>
                <a:sym typeface="Inter"/>
              </a:endParaRPr>
            </a:p>
          </p:txBody>
        </p:sp>
        <p:sp>
          <p:nvSpPr>
            <p:cNvPr id="9" name="Google Shape;1602;g23b5d3839b8_1_23">
              <a:extLst>
                <a:ext uri="{FF2B5EF4-FFF2-40B4-BE49-F238E27FC236}">
                  <a16:creationId xmlns:a16="http://schemas.microsoft.com/office/drawing/2014/main" id="{AC93D29B-71B9-8787-8EE2-50054ED35945}"/>
                </a:ext>
              </a:extLst>
            </p:cNvPr>
            <p:cNvSpPr txBox="1"/>
            <p:nvPr/>
          </p:nvSpPr>
          <p:spPr>
            <a:xfrm>
              <a:off x="9855200" y="2148260"/>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1,100</a:t>
              </a:r>
            </a:p>
            <a:p>
              <a:pPr marL="0" marR="0" lvl="0" indent="0" algn="ctr" rtl="0">
                <a:spcAft>
                  <a:spcPts val="0"/>
                </a:spcAft>
                <a:buClr>
                  <a:srgbClr val="000000"/>
                </a:buClr>
                <a:buSzPts val="1500"/>
                <a:buFont typeface="Arial"/>
                <a:buNone/>
              </a:pPr>
              <a:r>
                <a:rPr lang="en-US" sz="1000" b="1" i="0" u="none" strike="noStrike" cap="none">
                  <a:solidFill>
                    <a:schemeClr val="lt1"/>
                  </a:solidFill>
                  <a:ea typeface="Inter SemiBold"/>
                  <a:cs typeface="Inter SemiBold"/>
                  <a:sym typeface="Inter SemiBold"/>
                </a:rPr>
                <a:t> </a:t>
              </a:r>
              <a:endParaRPr sz="1000"/>
            </a:p>
            <a:p>
              <a:pPr marL="0" marR="0" lvl="0" indent="0" algn="ctr" rtl="0">
                <a:spcAft>
                  <a:spcPts val="0"/>
                </a:spcAft>
                <a:buClr>
                  <a:srgbClr val="000000"/>
                </a:buClr>
                <a:buSzPts val="1500"/>
                <a:buFont typeface="Arial"/>
                <a:buNone/>
              </a:pPr>
              <a:r>
                <a:rPr lang="en-US" sz="1400" b="1" i="0" u="none" strike="noStrike" cap="none">
                  <a:solidFill>
                    <a:schemeClr val="lt1"/>
                  </a:solidFill>
                  <a:ea typeface="Inter"/>
                  <a:cs typeface="Inter"/>
                  <a:sym typeface="Inter"/>
                </a:rPr>
                <a:t>Cakes</a:t>
              </a:r>
            </a:p>
            <a:p>
              <a:pPr marL="0" marR="0" lvl="0" indent="0" algn="ctr" rtl="0">
                <a:spcAft>
                  <a:spcPts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ts val="0"/>
                </a:spcAft>
                <a:buClr>
                  <a:schemeClr val="dk1"/>
                </a:buClr>
                <a:buSzPts val="1000"/>
                <a:buFont typeface="Arial"/>
                <a:buNone/>
              </a:pPr>
              <a:r>
                <a:rPr lang="en-US" sz="1000">
                  <a:solidFill>
                    <a:schemeClr val="lt1"/>
                  </a:solidFill>
                  <a:ea typeface="Inter"/>
                  <a:cs typeface="Inter"/>
                  <a:sym typeface="Inter"/>
                </a:rPr>
                <a:t>C</a:t>
              </a:r>
              <a:r>
                <a:rPr lang="en-US" sz="1000" b="0" i="0" u="none" strike="noStrike" cap="none">
                  <a:solidFill>
                    <a:schemeClr val="lt1"/>
                  </a:solidFill>
                  <a:ea typeface="Inter"/>
                  <a:cs typeface="Inter"/>
                  <a:sym typeface="Inter"/>
                </a:rPr>
                <a:t>elebrating new go-lives</a:t>
              </a:r>
            </a:p>
            <a:p>
              <a:pPr marL="0" marR="0" lvl="0" indent="0" algn="ctr" rtl="0">
                <a:spcAft>
                  <a:spcPts val="0"/>
                </a:spcAft>
                <a:buClr>
                  <a:schemeClr val="dk1"/>
                </a:buClr>
                <a:buSzPts val="1000"/>
                <a:buFont typeface="Arial"/>
                <a:buNone/>
              </a:pPr>
              <a:r>
                <a:rPr lang="en-US" sz="1000">
                  <a:solidFill>
                    <a:schemeClr val="lt1"/>
                  </a:solidFill>
                  <a:ea typeface="Inter"/>
                  <a:cs typeface="Inter"/>
                  <a:sym typeface="Inter"/>
                </a:rPr>
                <a:t>w</a:t>
              </a:r>
              <a:r>
                <a:rPr lang="en-US" sz="1000" b="0" i="0" u="none" strike="noStrike" cap="none">
                  <a:solidFill>
                    <a:schemeClr val="lt1"/>
                  </a:solidFill>
                  <a:ea typeface="Inter"/>
                  <a:cs typeface="Inter"/>
                  <a:sym typeface="Inter"/>
                </a:rPr>
                <a:t>ith</a:t>
              </a:r>
              <a:r>
                <a:rPr lang="en-US" sz="1000">
                  <a:solidFill>
                    <a:schemeClr val="lt1"/>
                  </a:solidFill>
                  <a:ea typeface="Inter"/>
                  <a:cs typeface="Inter"/>
                  <a:sym typeface="Inter"/>
                </a:rPr>
                <a:t> </a:t>
              </a:r>
              <a:r>
                <a:rPr lang="en-US" sz="1000" b="0" i="0" u="none" strike="noStrike" cap="none">
                  <a:solidFill>
                    <a:schemeClr val="lt1"/>
                  </a:solidFill>
                  <a:ea typeface="Inter"/>
                  <a:cs typeface="Inter"/>
                  <a:sym typeface="Inter"/>
                </a:rPr>
                <a:t>our clients</a:t>
              </a:r>
              <a:endParaRPr sz="1000" b="0" i="0" u="none" strike="noStrike" cap="none">
                <a:solidFill>
                  <a:schemeClr val="lt1"/>
                </a:solidFill>
                <a:ea typeface="Inter"/>
                <a:cs typeface="Inter"/>
                <a:sym typeface="Inter"/>
              </a:endParaRPr>
            </a:p>
          </p:txBody>
        </p:sp>
        <p:sp>
          <p:nvSpPr>
            <p:cNvPr id="10" name="Google Shape;1603;g23b5d3839b8_1_23">
              <a:extLst>
                <a:ext uri="{FF2B5EF4-FFF2-40B4-BE49-F238E27FC236}">
                  <a16:creationId xmlns:a16="http://schemas.microsoft.com/office/drawing/2014/main" id="{AFC86422-60FC-D7BA-43BE-154ABFC7323E}"/>
                </a:ext>
              </a:extLst>
            </p:cNvPr>
            <p:cNvSpPr txBox="1"/>
            <p:nvPr/>
          </p:nvSpPr>
          <p:spPr>
            <a:xfrm>
              <a:off x="5181600" y="4281123"/>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4.3/5</a:t>
              </a:r>
            </a:p>
            <a:p>
              <a:pPr marL="0" marR="0" lvl="0" indent="0" algn="ctr" rtl="0">
                <a:spcAft>
                  <a:spcPts val="0"/>
                </a:spcAft>
                <a:buClr>
                  <a:srgbClr val="000000"/>
                </a:buClr>
                <a:buSzPts val="1500"/>
                <a:buFont typeface="Arial"/>
                <a:buNone/>
              </a:pPr>
              <a:endParaRPr sz="1000"/>
            </a:p>
            <a:p>
              <a:pPr marL="0" marR="0" lvl="0" indent="0" algn="ctr" rtl="0">
                <a:spcAft>
                  <a:spcPts val="0"/>
                </a:spcAft>
                <a:buClr>
                  <a:srgbClr val="000000"/>
                </a:buClr>
                <a:buSzPts val="1500"/>
                <a:buFont typeface="Arial"/>
                <a:buNone/>
              </a:pPr>
              <a:r>
                <a:rPr lang="en-US" sz="1400" b="1" i="0" u="none" strike="noStrike" cap="none">
                  <a:solidFill>
                    <a:schemeClr val="lt1"/>
                  </a:solidFill>
                  <a:ea typeface="Inter"/>
                  <a:cs typeface="Inter"/>
                  <a:sym typeface="Inter"/>
                </a:rPr>
                <a:t>Customer Satisfaction</a:t>
              </a:r>
            </a:p>
            <a:p>
              <a:pPr marL="0" marR="0" lvl="0" indent="0" algn="ctr" rtl="0">
                <a:spcAft>
                  <a:spcPts val="0"/>
                </a:spcAft>
                <a:buClr>
                  <a:srgbClr val="000000"/>
                </a:buClr>
                <a:buSzPts val="1500"/>
                <a:buFont typeface="Arial"/>
                <a:buNone/>
              </a:pPr>
              <a:endParaRPr sz="1000" b="1"/>
            </a:p>
            <a:p>
              <a:pPr marL="0" marR="0" lvl="0" indent="0" algn="ctr" rtl="0">
                <a:spcAft>
                  <a:spcPts val="0"/>
                </a:spcAft>
                <a:buClr>
                  <a:srgbClr val="000000"/>
                </a:buClr>
                <a:buSzPts val="1500"/>
                <a:buFont typeface="Arial"/>
                <a:buNone/>
              </a:pPr>
              <a:r>
                <a:rPr lang="en-US" sz="1000">
                  <a:solidFill>
                    <a:schemeClr val="lt1"/>
                  </a:solidFill>
                  <a:ea typeface="Inter"/>
                  <a:cs typeface="Inter"/>
                  <a:sym typeface="Inter"/>
                </a:rPr>
                <a:t>T</a:t>
              </a:r>
              <a:r>
                <a:rPr lang="en-US" sz="1000" b="0" i="0" u="none" strike="noStrike" cap="none">
                  <a:solidFill>
                    <a:schemeClr val="lt1"/>
                  </a:solidFill>
                  <a:ea typeface="Inter"/>
                  <a:cs typeface="Inter"/>
                  <a:sym typeface="Inter"/>
                </a:rPr>
                <a:t>housands of raving fans</a:t>
              </a:r>
            </a:p>
            <a:p>
              <a:pPr marL="0" marR="0" lvl="0" indent="0" algn="ctr" rtl="0">
                <a:spcAft>
                  <a:spcPts val="0"/>
                </a:spcAft>
                <a:buClr>
                  <a:srgbClr val="000000"/>
                </a:buClr>
                <a:buSzPts val="1500"/>
                <a:buFont typeface="Arial"/>
                <a:buNone/>
              </a:pPr>
              <a:endParaRPr sz="1000"/>
            </a:p>
          </p:txBody>
        </p:sp>
        <p:sp>
          <p:nvSpPr>
            <p:cNvPr id="11" name="Google Shape;1604;g23b5d3839b8_1_23">
              <a:extLst>
                <a:ext uri="{FF2B5EF4-FFF2-40B4-BE49-F238E27FC236}">
                  <a16:creationId xmlns:a16="http://schemas.microsoft.com/office/drawing/2014/main" id="{4D866A62-482D-AC34-E540-8996855A2502}"/>
                </a:ext>
              </a:extLst>
            </p:cNvPr>
            <p:cNvSpPr txBox="1"/>
            <p:nvPr/>
          </p:nvSpPr>
          <p:spPr>
            <a:xfrm>
              <a:off x="7504494" y="4281123"/>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10+</a:t>
              </a:r>
            </a:p>
            <a:p>
              <a:pPr marL="0" marR="0" lvl="0" indent="0" algn="ctr" rtl="0">
                <a:spcAft>
                  <a:spcPts val="0"/>
                </a:spcAft>
                <a:buClr>
                  <a:srgbClr val="000000"/>
                </a:buClr>
                <a:buSzPts val="1500"/>
                <a:buFont typeface="Arial"/>
                <a:buNone/>
              </a:pPr>
              <a:endParaRPr sz="1000"/>
            </a:p>
            <a:p>
              <a:pPr marL="0" marR="0" lvl="0" indent="0" algn="ctr" rtl="0">
                <a:spcAft>
                  <a:spcPts val="0"/>
                </a:spcAft>
                <a:buClr>
                  <a:srgbClr val="000000"/>
                </a:buClr>
                <a:buSzPts val="1500"/>
                <a:buFont typeface="Arial"/>
                <a:buNone/>
              </a:pPr>
              <a:r>
                <a:rPr lang="en-US" sz="1000" b="0" i="0" u="none" strike="noStrike" cap="none">
                  <a:solidFill>
                    <a:schemeClr val="lt1"/>
                  </a:solidFill>
                  <a:ea typeface="Inter"/>
                  <a:cs typeface="Inter"/>
                  <a:sym typeface="Inter"/>
                </a:rPr>
                <a:t> </a:t>
              </a:r>
              <a:r>
                <a:rPr lang="en-US" sz="1400" b="1" i="0" u="none" strike="noStrike" cap="none">
                  <a:solidFill>
                    <a:schemeClr val="lt1"/>
                  </a:solidFill>
                  <a:ea typeface="Inter"/>
                  <a:cs typeface="Inter"/>
                  <a:sym typeface="Inter"/>
                </a:rPr>
                <a:t>Languages Spoken</a:t>
              </a:r>
            </a:p>
            <a:p>
              <a:pPr marL="0" marR="0" lvl="0" indent="0" algn="ctr" rtl="0">
                <a:spcAft>
                  <a:spcPts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ts val="0"/>
                </a:spcAft>
                <a:buClr>
                  <a:srgbClr val="000000"/>
                </a:buClr>
                <a:buSzPts val="1500"/>
                <a:buFont typeface="Arial"/>
                <a:buNone/>
              </a:pPr>
              <a:r>
                <a:rPr lang="en-US" sz="1000">
                  <a:solidFill>
                    <a:schemeClr val="lt1"/>
                  </a:solidFill>
                  <a:ea typeface="Inter"/>
                  <a:cs typeface="Inter"/>
                  <a:sym typeface="Inter"/>
                </a:rPr>
                <a:t>C</a:t>
              </a:r>
              <a:r>
                <a:rPr lang="en-US" sz="1000" b="0" i="0" u="none" strike="noStrike" cap="none">
                  <a:solidFill>
                    <a:schemeClr val="lt1"/>
                  </a:solidFill>
                  <a:ea typeface="Inter"/>
                  <a:cs typeface="Inter"/>
                  <a:sym typeface="Inter"/>
                </a:rPr>
                <a:t>elebrating the diversity</a:t>
              </a:r>
              <a:endParaRPr sz="1000"/>
            </a:p>
            <a:p>
              <a:pPr marL="0" marR="0" lvl="0" indent="0" algn="ctr" rtl="0">
                <a:spcAft>
                  <a:spcPts val="0"/>
                </a:spcAft>
                <a:buClr>
                  <a:srgbClr val="000000"/>
                </a:buClr>
                <a:buSzPts val="1500"/>
                <a:buFont typeface="Arial"/>
                <a:buNone/>
              </a:pPr>
              <a:r>
                <a:rPr lang="en-US" sz="1000" b="0" i="0" u="none" strike="noStrike" cap="none">
                  <a:solidFill>
                    <a:schemeClr val="lt1"/>
                  </a:solidFill>
                  <a:ea typeface="Inter"/>
                  <a:cs typeface="Inter"/>
                  <a:sym typeface="Inter"/>
                </a:rPr>
                <a:t> in our crew</a:t>
              </a:r>
              <a:endParaRPr sz="1000" b="0" i="0" u="none" strike="noStrike" cap="none">
                <a:solidFill>
                  <a:schemeClr val="lt1"/>
                </a:solidFill>
                <a:ea typeface="Inter"/>
                <a:cs typeface="Inter"/>
                <a:sym typeface="Inter"/>
              </a:endParaRPr>
            </a:p>
          </p:txBody>
        </p:sp>
        <p:sp>
          <p:nvSpPr>
            <p:cNvPr id="12" name="Google Shape;1605;g23b5d3839b8_1_23">
              <a:extLst>
                <a:ext uri="{FF2B5EF4-FFF2-40B4-BE49-F238E27FC236}">
                  <a16:creationId xmlns:a16="http://schemas.microsoft.com/office/drawing/2014/main" id="{73970A44-7DFB-6269-7C20-59A340881BC7}"/>
                </a:ext>
              </a:extLst>
            </p:cNvPr>
            <p:cNvSpPr txBox="1"/>
            <p:nvPr/>
          </p:nvSpPr>
          <p:spPr>
            <a:xfrm>
              <a:off x="9855200" y="4281123"/>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rgbClr val="000000"/>
                </a:buClr>
                <a:buSzPts val="1500"/>
                <a:buFont typeface="Arial"/>
                <a:buNone/>
              </a:pPr>
              <a:r>
                <a:rPr lang="en-US" sz="2400" b="1" i="0" u="none" strike="noStrike" cap="none">
                  <a:solidFill>
                    <a:schemeClr val="lt1"/>
                  </a:solidFill>
                  <a:ea typeface="Inter SemiBold"/>
                  <a:cs typeface="Inter SemiBold"/>
                  <a:sym typeface="Inter SemiBold"/>
                </a:rPr>
                <a:t>500+</a:t>
              </a:r>
            </a:p>
            <a:p>
              <a:pPr marL="0" marR="0" lvl="0" indent="0" algn="ctr" rtl="0">
                <a:spcAft>
                  <a:spcPts val="0"/>
                </a:spcAft>
                <a:buClr>
                  <a:srgbClr val="000000"/>
                </a:buClr>
                <a:buSzPts val="1500"/>
                <a:buFont typeface="Arial"/>
                <a:buNone/>
              </a:pPr>
              <a:r>
                <a:rPr lang="en-US" sz="1000" b="1" i="0" u="none" strike="noStrike" cap="none">
                  <a:solidFill>
                    <a:schemeClr val="lt1"/>
                  </a:solidFill>
                  <a:ea typeface="Inter SemiBold"/>
                  <a:cs typeface="Inter SemiBold"/>
                  <a:sym typeface="Inter SemiBold"/>
                </a:rPr>
                <a:t> </a:t>
              </a:r>
              <a:endParaRPr sz="1000"/>
            </a:p>
            <a:p>
              <a:pPr marL="0" marR="0" lvl="0" indent="0" algn="ctr" rtl="0">
                <a:spcAft>
                  <a:spcPts val="0"/>
                </a:spcAft>
                <a:buClr>
                  <a:srgbClr val="000000"/>
                </a:buClr>
                <a:buSzPts val="1500"/>
                <a:buFont typeface="Arial"/>
                <a:buNone/>
              </a:pPr>
              <a:r>
                <a:rPr lang="en-US" sz="1400" b="1" i="0" u="none" strike="noStrike" cap="none">
                  <a:solidFill>
                    <a:schemeClr val="lt1"/>
                  </a:solidFill>
                  <a:ea typeface="Inter"/>
                  <a:cs typeface="Inter"/>
                  <a:sym typeface="Inter"/>
                </a:rPr>
                <a:t>Problem Solvers</a:t>
              </a:r>
            </a:p>
            <a:p>
              <a:pPr marL="0" marR="0" lvl="0" indent="0" algn="ctr" rtl="0">
                <a:spcAft>
                  <a:spcPts val="0"/>
                </a:spcAft>
                <a:buClr>
                  <a:srgbClr val="000000"/>
                </a:buClr>
                <a:buSzPts val="1500"/>
                <a:buFont typeface="Arial"/>
                <a:buNone/>
              </a:pPr>
              <a:endParaRPr sz="1000" b="1" i="0" u="none" strike="noStrike" cap="none">
                <a:solidFill>
                  <a:schemeClr val="lt1"/>
                </a:solidFill>
                <a:ea typeface="Inter"/>
                <a:cs typeface="Inter"/>
                <a:sym typeface="Inter"/>
              </a:endParaRPr>
            </a:p>
            <a:p>
              <a:pPr marL="0" marR="0" lvl="0" indent="0" algn="ctr" rtl="0">
                <a:spcAft>
                  <a:spcPts val="0"/>
                </a:spcAft>
                <a:buClr>
                  <a:srgbClr val="000000"/>
                </a:buClr>
                <a:buSzPts val="1500"/>
                <a:buFont typeface="Arial"/>
                <a:buNone/>
              </a:pPr>
              <a:r>
                <a:rPr lang="en-US" sz="1000">
                  <a:solidFill>
                    <a:schemeClr val="lt1"/>
                  </a:solidFill>
                  <a:ea typeface="Inter"/>
                  <a:cs typeface="Inter"/>
                  <a:sym typeface="Inter"/>
                </a:rPr>
                <a:t>R</a:t>
              </a:r>
              <a:r>
                <a:rPr lang="en-US" sz="1000" b="0" i="0" u="none" strike="noStrike" cap="none">
                  <a:solidFill>
                    <a:schemeClr val="lt1"/>
                  </a:solidFill>
                  <a:ea typeface="Inter"/>
                  <a:cs typeface="Inter"/>
                  <a:sym typeface="Inter"/>
                </a:rPr>
                <a:t>eady to help you</a:t>
              </a:r>
            </a:p>
            <a:p>
              <a:pPr marL="0" marR="0" lvl="0" indent="0" algn="ctr" rtl="0">
                <a:spcAft>
                  <a:spcPts val="0"/>
                </a:spcAft>
                <a:buClr>
                  <a:srgbClr val="000000"/>
                </a:buClr>
                <a:buSzPts val="1500"/>
                <a:buFont typeface="Arial"/>
                <a:buNone/>
              </a:pPr>
              <a:endParaRPr sz="1000" b="0" i="0" u="none" strike="noStrike" cap="none">
                <a:solidFill>
                  <a:schemeClr val="lt1"/>
                </a:solidFill>
                <a:ea typeface="Inter"/>
                <a:cs typeface="Inter"/>
                <a:sym typeface="Inter"/>
              </a:endParaRPr>
            </a:p>
          </p:txBody>
        </p:sp>
        <p:sp>
          <p:nvSpPr>
            <p:cNvPr id="13" name="Google Shape;1606;g23b5d3839b8_1_23">
              <a:extLst>
                <a:ext uri="{FF2B5EF4-FFF2-40B4-BE49-F238E27FC236}">
                  <a16:creationId xmlns:a16="http://schemas.microsoft.com/office/drawing/2014/main" id="{E7986034-2E85-6ED5-B992-C7D5D06D79F9}"/>
                </a:ext>
              </a:extLst>
            </p:cNvPr>
            <p:cNvSpPr txBox="1"/>
            <p:nvPr/>
          </p:nvSpPr>
          <p:spPr>
            <a:xfrm>
              <a:off x="7504494" y="2148260"/>
              <a:ext cx="2286000" cy="2103120"/>
            </a:xfrm>
            <a:prstGeom prst="rect">
              <a:avLst/>
            </a:prstGeom>
            <a:noFill/>
            <a:ln>
              <a:noFill/>
            </a:ln>
          </p:spPr>
          <p:txBody>
            <a:bodyPr spcFirstLastPara="1" wrap="square" lIns="91425" tIns="91425" rIns="91425" bIns="91425" anchor="ctr" anchorCtr="0">
              <a:noAutofit/>
            </a:bodyPr>
            <a:lstStyle/>
            <a:p>
              <a:pPr marL="0" marR="0" lvl="0" indent="0" algn="ctr" rtl="0">
                <a:spcAft>
                  <a:spcPts val="0"/>
                </a:spcAft>
                <a:buClr>
                  <a:srgbClr val="000000"/>
                </a:buClr>
                <a:buSzPts val="1500"/>
                <a:buFont typeface="Arial"/>
                <a:buNone/>
              </a:pPr>
              <a:r>
                <a:rPr lang="en-US" sz="2400" b="1" i="0" u="none" strike="noStrike" cap="none">
                  <a:solidFill>
                    <a:schemeClr val="lt1"/>
                  </a:solidFill>
                  <a:ea typeface="Inter Black"/>
                  <a:cs typeface="Inter Black"/>
                  <a:sym typeface="Inter Black"/>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
                    </a:ext>
                  </a:extLst>
                </a:rPr>
                <a:t>1</a:t>
              </a:r>
            </a:p>
            <a:p>
              <a:pPr marL="0" marR="0" lvl="0" indent="0" algn="ctr" rtl="0">
                <a:spcAft>
                  <a:spcPts val="0"/>
                </a:spcAft>
                <a:buClr>
                  <a:srgbClr val="000000"/>
                </a:buClr>
                <a:buSzPts val="1500"/>
                <a:buFont typeface="Arial"/>
                <a:buNone/>
              </a:pPr>
              <a:r>
                <a:rPr lang="en-US" sz="1000" b="0" i="0" u="none" strike="noStrike" cap="none">
                  <a:solidFill>
                    <a:schemeClr val="lt1"/>
                  </a:solidFill>
                  <a:ea typeface="Inter"/>
                  <a:cs typeface="Inter"/>
                  <a:sym typeface="Inter"/>
                </a:rPr>
                <a:t> </a:t>
              </a:r>
              <a:endParaRPr sz="1000"/>
            </a:p>
            <a:p>
              <a:pPr marL="0" marR="0" lvl="0" indent="0" algn="ctr" rtl="0">
                <a:spcAft>
                  <a:spcPts val="0"/>
                </a:spcAft>
                <a:buClr>
                  <a:srgbClr val="000000"/>
                </a:buClr>
                <a:buSzPts val="1500"/>
                <a:buFont typeface="Arial"/>
                <a:buNone/>
              </a:pPr>
              <a:r>
                <a:rPr lang="en-US" sz="1400" i="0" u="none" strike="noStrike" cap="none">
                  <a:solidFill>
                    <a:schemeClr val="lt1"/>
                  </a:solidFill>
                  <a:ea typeface="Inter"/>
                  <a:cs typeface="Inter"/>
                  <a:sym typeface="Inter"/>
                </a:rPr>
                <a:t>Global Team</a:t>
              </a:r>
            </a:p>
            <a:p>
              <a:pPr marL="0" marR="0" lvl="0" indent="0" algn="ctr" rtl="0">
                <a:spcAft>
                  <a:spcPts val="0"/>
                </a:spcAft>
                <a:buClr>
                  <a:srgbClr val="000000"/>
                </a:buClr>
                <a:buSzPts val="1500"/>
                <a:buFont typeface="Arial"/>
                <a:buNone/>
              </a:pPr>
              <a:endParaRPr lang="en-US" sz="1000">
                <a:ea typeface="Inter"/>
                <a:cs typeface="Inter"/>
                <a:sym typeface="Inter"/>
              </a:endParaRPr>
            </a:p>
            <a:p>
              <a:pPr marL="0" marR="0" lvl="0" indent="0" algn="ctr" rtl="0">
                <a:spcAft>
                  <a:spcPts val="0"/>
                </a:spcAft>
                <a:buClr>
                  <a:srgbClr val="000000"/>
                </a:buClr>
                <a:buSzPts val="1500"/>
                <a:buFont typeface="Arial"/>
                <a:buNone/>
              </a:pPr>
              <a:endParaRPr sz="1000">
                <a:ea typeface="Inter"/>
                <a:cs typeface="Inter"/>
                <a:sym typeface="Inter"/>
              </a:endParaRPr>
            </a:p>
            <a:p>
              <a:pPr marL="0" marR="0" lvl="0" indent="0" algn="ctr" rtl="0">
                <a:spcAft>
                  <a:spcPts val="0"/>
                </a:spcAft>
                <a:buClr>
                  <a:srgbClr val="000000"/>
                </a:buClr>
                <a:buSzPts val="1500"/>
                <a:buFont typeface="Arial"/>
                <a:buNone/>
              </a:pPr>
              <a:endParaRPr sz="1000" b="0" i="0" u="none" strike="noStrike" cap="none">
                <a:solidFill>
                  <a:schemeClr val="lt1"/>
                </a:solidFill>
                <a:ea typeface="Inter"/>
                <a:cs typeface="Inter"/>
                <a:sym typeface="Inter"/>
              </a:endParaRPr>
            </a:p>
          </p:txBody>
        </p:sp>
      </p:grpSp>
      <p:cxnSp>
        <p:nvCxnSpPr>
          <p:cNvPr id="16" name="Google Shape;1608;g23b5d3839b8_1_23">
            <a:extLst>
              <a:ext uri="{FF2B5EF4-FFF2-40B4-BE49-F238E27FC236}">
                <a16:creationId xmlns:a16="http://schemas.microsoft.com/office/drawing/2014/main" id="{EA50BA68-FC56-1828-075B-566FD03186D1}"/>
              </a:ext>
            </a:extLst>
          </p:cNvPr>
          <p:cNvCxnSpPr>
            <a:cxnSpLocks/>
          </p:cNvCxnSpPr>
          <p:nvPr userDrawn="1"/>
        </p:nvCxnSpPr>
        <p:spPr>
          <a:xfrm rot="10800000" flipH="1">
            <a:off x="609600" y="1828800"/>
            <a:ext cx="685800" cy="0"/>
          </a:xfrm>
          <a:prstGeom prst="straightConnector1">
            <a:avLst/>
          </a:prstGeom>
          <a:noFill/>
          <a:ln w="19050" cap="flat" cmpd="sng">
            <a:solidFill>
              <a:schemeClr val="accent2"/>
            </a:solidFill>
            <a:prstDash val="solid"/>
            <a:round/>
            <a:headEnd type="none" w="sm" len="sm"/>
            <a:tailEnd type="none" w="sm" len="sm"/>
          </a:ln>
        </p:spPr>
      </p:cxnSp>
      <p:pic>
        <p:nvPicPr>
          <p:cNvPr id="17" name="Google Shape;1609;g23b5d3839b8_1_23" descr="A picture containing text, sign, outdoor, screenshot&#10;&#10;Description automatically generated">
            <a:extLst>
              <a:ext uri="{FF2B5EF4-FFF2-40B4-BE49-F238E27FC236}">
                <a16:creationId xmlns:a16="http://schemas.microsoft.com/office/drawing/2014/main" id="{7F02FC9D-6DD0-86FD-16A1-7A6729121EDB}"/>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a:off x="3467099" y="4963108"/>
            <a:ext cx="914400" cy="914400"/>
          </a:xfrm>
          <a:prstGeom prst="rect">
            <a:avLst/>
          </a:prstGeom>
          <a:noFill/>
          <a:ln>
            <a:noFill/>
          </a:ln>
        </p:spPr>
      </p:pic>
      <p:pic>
        <p:nvPicPr>
          <p:cNvPr id="18" name="Google Shape;1610;g23b5d3839b8_1_23" descr="A picture containing text, sign, outdoor, screenshot&#10;&#10;Description automatically generated">
            <a:extLst>
              <a:ext uri="{FF2B5EF4-FFF2-40B4-BE49-F238E27FC236}">
                <a16:creationId xmlns:a16="http://schemas.microsoft.com/office/drawing/2014/main" id="{A084AC3A-E92C-48CE-F8F9-D17E8030D8C5}"/>
              </a:ext>
            </a:extLst>
          </p:cNvPr>
          <p:cNvPicPr preferRelativeResize="0"/>
          <p:nvPr userDrawn="1"/>
        </p:nvPicPr>
        <p:blipFill rotWithShape="1">
          <a:blip r:embed="rId4" cstate="screen">
            <a:alphaModFix/>
            <a:extLst>
              <a:ext uri="{28A0092B-C50C-407E-A947-70E740481C1C}">
                <a14:useLocalDpi xmlns:a14="http://schemas.microsoft.com/office/drawing/2010/main"/>
              </a:ext>
            </a:extLst>
          </a:blip>
          <a:srcRect/>
          <a:stretch/>
        </p:blipFill>
        <p:spPr>
          <a:xfrm>
            <a:off x="723899" y="4963108"/>
            <a:ext cx="914400" cy="914400"/>
          </a:xfrm>
          <a:prstGeom prst="rect">
            <a:avLst/>
          </a:prstGeom>
          <a:noFill/>
          <a:ln>
            <a:noFill/>
          </a:ln>
        </p:spPr>
      </p:pic>
      <p:pic>
        <p:nvPicPr>
          <p:cNvPr id="19" name="Google Shape;1611;g23b5d3839b8_1_23" descr="A picture containing text, sign, outdoor, screenshot&#10;&#10;Description automatically generated">
            <a:extLst>
              <a:ext uri="{FF2B5EF4-FFF2-40B4-BE49-F238E27FC236}">
                <a16:creationId xmlns:a16="http://schemas.microsoft.com/office/drawing/2014/main" id="{B9809237-E210-28EA-9EFA-9401CA2CAAC7}"/>
              </a:ext>
            </a:extLst>
          </p:cNvPr>
          <p:cNvPicPr preferRelativeResize="0"/>
          <p:nvPr userDrawn="1"/>
        </p:nvPicPr>
        <p:blipFill rotWithShape="1">
          <a:blip r:embed="rId5" cstate="screen">
            <a:alphaModFix/>
            <a:extLst>
              <a:ext uri="{28A0092B-C50C-407E-A947-70E740481C1C}">
                <a14:useLocalDpi xmlns:a14="http://schemas.microsoft.com/office/drawing/2010/main"/>
              </a:ext>
            </a:extLst>
          </a:blip>
          <a:srcRect/>
          <a:stretch/>
        </p:blipFill>
        <p:spPr>
          <a:xfrm>
            <a:off x="2095499" y="4963108"/>
            <a:ext cx="914400" cy="914400"/>
          </a:xfrm>
          <a:prstGeom prst="rect">
            <a:avLst/>
          </a:prstGeom>
          <a:noFill/>
          <a:ln>
            <a:noFill/>
          </a:ln>
        </p:spPr>
      </p:pic>
      <p:sp>
        <p:nvSpPr>
          <p:cNvPr id="22" name="TextBox 21">
            <a:extLst>
              <a:ext uri="{FF2B5EF4-FFF2-40B4-BE49-F238E27FC236}">
                <a16:creationId xmlns:a16="http://schemas.microsoft.com/office/drawing/2014/main" id="{3D73BFE5-4C6B-65EB-DB67-73D0553D74C8}"/>
              </a:ext>
            </a:extLst>
          </p:cNvPr>
          <p:cNvSpPr txBox="1"/>
          <p:nvPr userDrawn="1"/>
        </p:nvSpPr>
        <p:spPr>
          <a:xfrm>
            <a:off x="609600" y="685800"/>
            <a:ext cx="4114800" cy="1142996"/>
          </a:xfrm>
          <a:prstGeom prst="rect">
            <a:avLst/>
          </a:prstGeom>
          <a:noFill/>
        </p:spPr>
        <p:txBody>
          <a:bodyPr wrap="square" lIns="0" tIns="0" rIns="0" bIns="0" rtlCol="0" anchor="t">
            <a:noAutofit/>
          </a:bodyPr>
          <a:lstStyle/>
          <a:p>
            <a:r>
              <a:rPr lang="en-US" sz="3200" b="1" i="0">
                <a:solidFill>
                  <a:schemeClr val="tx2"/>
                </a:solidFill>
                <a:latin typeface="+mj-lt"/>
                <a:cs typeface="Arial" panose="020B0604020202020204" pitchFamily="34" charset="0"/>
              </a:rPr>
              <a:t>Your go-to</a:t>
            </a:r>
          </a:p>
          <a:p>
            <a:r>
              <a:rPr lang="en-US" sz="3200" b="1" i="0">
                <a:solidFill>
                  <a:schemeClr val="tx2"/>
                </a:solidFill>
                <a:latin typeface="+mj-lt"/>
                <a:cs typeface="Arial" panose="020B0604020202020204" pitchFamily="34" charset="0"/>
              </a:rPr>
              <a:t>experienced guide</a:t>
            </a:r>
          </a:p>
        </p:txBody>
      </p:sp>
      <p:sp>
        <p:nvSpPr>
          <p:cNvPr id="23" name="TextBox 22">
            <a:extLst>
              <a:ext uri="{FF2B5EF4-FFF2-40B4-BE49-F238E27FC236}">
                <a16:creationId xmlns:a16="http://schemas.microsoft.com/office/drawing/2014/main" id="{DF8B22B8-9D19-DACF-C498-CE7CA1B99722}"/>
              </a:ext>
            </a:extLst>
          </p:cNvPr>
          <p:cNvSpPr txBox="1"/>
          <p:nvPr userDrawn="1"/>
        </p:nvSpPr>
        <p:spPr>
          <a:xfrm>
            <a:off x="609600" y="1828800"/>
            <a:ext cx="4572000" cy="1371593"/>
          </a:xfrm>
          <a:prstGeom prst="rect">
            <a:avLst/>
          </a:prstGeom>
          <a:noFill/>
        </p:spPr>
        <p:txBody>
          <a:bodyPr wrap="square" lIns="0" tIns="182880" rIns="0" bIns="0" rtlCol="0">
            <a:noAutofit/>
          </a:bodyPr>
          <a:lstStyle/>
          <a:p>
            <a:pPr marL="0" indent="0">
              <a:lnSpc>
                <a:spcPct val="150000"/>
              </a:lnSpc>
              <a:buNone/>
            </a:pPr>
            <a:r>
              <a:rPr lang="en-US" sz="1600"/>
              <a:t>The challenges you’re up against are daunting,</a:t>
            </a:r>
          </a:p>
          <a:p>
            <a:pPr marL="0" indent="0">
              <a:lnSpc>
                <a:spcPct val="150000"/>
              </a:lnSpc>
              <a:buNone/>
            </a:pPr>
            <a:r>
              <a:rPr lang="en-US" sz="1600"/>
              <a:t>but with the right team and the experience</a:t>
            </a:r>
          </a:p>
          <a:p>
            <a:pPr marL="0" indent="0">
              <a:lnSpc>
                <a:spcPct val="150000"/>
              </a:lnSpc>
              <a:buNone/>
            </a:pPr>
            <a:r>
              <a:rPr lang="en-US" sz="1600"/>
              <a:t>they don’t have to be.</a:t>
            </a:r>
          </a:p>
        </p:txBody>
      </p:sp>
      <p:grpSp>
        <p:nvGrpSpPr>
          <p:cNvPr id="14" name="Group 13">
            <a:extLst>
              <a:ext uri="{FF2B5EF4-FFF2-40B4-BE49-F238E27FC236}">
                <a16:creationId xmlns:a16="http://schemas.microsoft.com/office/drawing/2014/main" id="{F0D48B2E-F33A-62AC-06FC-745B65CF69F0}"/>
              </a:ext>
            </a:extLst>
          </p:cNvPr>
          <p:cNvGrpSpPr/>
          <p:nvPr userDrawn="1"/>
        </p:nvGrpSpPr>
        <p:grpSpPr>
          <a:xfrm>
            <a:off x="1123961" y="3395954"/>
            <a:ext cx="2857485" cy="1371593"/>
            <a:chOff x="1123961" y="3395954"/>
            <a:chExt cx="2857485" cy="1371593"/>
          </a:xfrm>
        </p:grpSpPr>
        <p:pic>
          <p:nvPicPr>
            <p:cNvPr id="15" name="Google Shape;1612;g23b5d3839b8_1_23">
              <a:extLst>
                <a:ext uri="{FF2B5EF4-FFF2-40B4-BE49-F238E27FC236}">
                  <a16:creationId xmlns:a16="http://schemas.microsoft.com/office/drawing/2014/main" id="{50B2FF3B-B7DD-CFB7-232F-0997A23EDDA5}"/>
                </a:ext>
              </a:extLst>
            </p:cNvPr>
            <p:cNvPicPr preferRelativeResize="0"/>
            <p:nvPr userDrawn="1"/>
          </p:nvPicPr>
          <p:blipFill rotWithShape="1">
            <a:blip r:embed="rId6"/>
            <a:srcRect l="52000"/>
            <a:stretch/>
          </p:blipFill>
          <p:spPr>
            <a:xfrm>
              <a:off x="2609853" y="3395954"/>
              <a:ext cx="1371593" cy="1371593"/>
            </a:xfrm>
            <a:prstGeom prst="rect">
              <a:avLst/>
            </a:prstGeom>
            <a:noFill/>
            <a:ln>
              <a:noFill/>
            </a:ln>
          </p:spPr>
        </p:pic>
        <p:pic>
          <p:nvPicPr>
            <p:cNvPr id="24" name="Picture 23">
              <a:extLst>
                <a:ext uri="{FF2B5EF4-FFF2-40B4-BE49-F238E27FC236}">
                  <a16:creationId xmlns:a16="http://schemas.microsoft.com/office/drawing/2014/main" id="{7DCD112F-C7F1-01F1-F3AF-54BB47F0768B}"/>
                </a:ext>
              </a:extLst>
            </p:cNvPr>
            <p:cNvPicPr>
              <a:picLocks noChangeAspect="1"/>
            </p:cNvPicPr>
            <p:nvPr userDrawn="1"/>
          </p:nvPicPr>
          <p:blipFill>
            <a:blip r:embed="rId7"/>
            <a:stretch>
              <a:fillRect/>
            </a:stretch>
          </p:blipFill>
          <p:spPr>
            <a:xfrm>
              <a:off x="1123961" y="3395954"/>
              <a:ext cx="1371593" cy="1371593"/>
            </a:xfrm>
            <a:prstGeom prst="rect">
              <a:avLst/>
            </a:prstGeom>
          </p:spPr>
        </p:pic>
      </p:grpSp>
    </p:spTree>
    <p:extLst>
      <p:ext uri="{BB962C8B-B14F-4D97-AF65-F5344CB8AC3E}">
        <p14:creationId xmlns:p14="http://schemas.microsoft.com/office/powerpoint/2010/main" val="315174212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NewRocket Descriptor 2">
    <p:spTree>
      <p:nvGrpSpPr>
        <p:cNvPr id="1" name=""/>
        <p:cNvGrpSpPr/>
        <p:nvPr/>
      </p:nvGrpSpPr>
      <p:grpSpPr>
        <a:xfrm>
          <a:off x="0" y="0"/>
          <a:ext cx="0" cy="0"/>
          <a:chOff x="0" y="0"/>
          <a:chExt cx="0" cy="0"/>
        </a:xfrm>
      </p:grpSpPr>
      <p:sp>
        <p:nvSpPr>
          <p:cNvPr id="2" name="Google Shape;51;p56">
            <a:extLst>
              <a:ext uri="{FF2B5EF4-FFF2-40B4-BE49-F238E27FC236}">
                <a16:creationId xmlns:a16="http://schemas.microsoft.com/office/drawing/2014/main" id="{5BEC1C6C-9AEB-AF4F-D552-C0F254BC067C}"/>
              </a:ext>
            </a:extLst>
          </p:cNvPr>
          <p:cNvSpPr/>
          <p:nvPr userDrawn="1"/>
        </p:nvSpPr>
        <p:spPr>
          <a:xfrm>
            <a:off x="0" y="0"/>
            <a:ext cx="12192000" cy="6400800"/>
          </a:xfrm>
          <a:prstGeom prst="rect">
            <a:avLst/>
          </a:prstGeom>
          <a:solidFill>
            <a:srgbClr val="301E5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011F6FCE-A9B1-F892-0029-98152AECFA43}"/>
              </a:ext>
            </a:extLst>
          </p:cNvPr>
          <p:cNvSpPr txBox="1"/>
          <p:nvPr userDrawn="1"/>
        </p:nvSpPr>
        <p:spPr>
          <a:xfrm>
            <a:off x="609600" y="0"/>
            <a:ext cx="4991100" cy="6400800"/>
          </a:xfrm>
          <a:prstGeom prst="rect">
            <a:avLst/>
          </a:prstGeom>
          <a:noFill/>
        </p:spPr>
        <p:txBody>
          <a:bodyPr wrap="square" lIns="0" tIns="0" rIns="0" bIns="0" rtlCol="0" anchor="ctr" anchorCtr="0">
            <a:normAutofit/>
          </a:bodyPr>
          <a:lstStyle/>
          <a:p>
            <a:pPr>
              <a:lnSpc>
                <a:spcPct val="150000"/>
              </a:lnSpc>
            </a:pPr>
            <a:r>
              <a:rPr lang="en-US" sz="3000">
                <a:solidFill>
                  <a:schemeClr val="bg1"/>
                </a:solidFill>
                <a:latin typeface="+mj-lt"/>
              </a:rPr>
              <a:t>The go-to ServiceNow</a:t>
            </a:r>
          </a:p>
          <a:p>
            <a:pPr>
              <a:lnSpc>
                <a:spcPct val="150000"/>
              </a:lnSpc>
            </a:pPr>
            <a:r>
              <a:rPr lang="en-US" sz="3000">
                <a:solidFill>
                  <a:schemeClr val="bg1"/>
                </a:solidFill>
                <a:latin typeface="+mj-lt"/>
              </a:rPr>
              <a:t>guide for </a:t>
            </a:r>
            <a:r>
              <a:rPr lang="en-US" sz="3000" b="0">
                <a:solidFill>
                  <a:schemeClr val="bg1"/>
                </a:solidFill>
                <a:latin typeface="+mj-lt"/>
              </a:rPr>
              <a:t>global</a:t>
            </a:r>
          </a:p>
          <a:p>
            <a:pPr>
              <a:lnSpc>
                <a:spcPct val="150000"/>
              </a:lnSpc>
            </a:pPr>
            <a:r>
              <a:rPr lang="en-US" sz="3000" b="1">
                <a:solidFill>
                  <a:schemeClr val="bg1"/>
                </a:solidFill>
                <a:latin typeface="+mj-lt"/>
              </a:rPr>
              <a:t>enterprise leaders</a:t>
            </a:r>
          </a:p>
        </p:txBody>
      </p:sp>
    </p:spTree>
    <p:extLst>
      <p:ext uri="{BB962C8B-B14F-4D97-AF65-F5344CB8AC3E}">
        <p14:creationId xmlns:p14="http://schemas.microsoft.com/office/powerpoint/2010/main" val="172806042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2" name="Google Shape;51;p56">
            <a:extLst>
              <a:ext uri="{FF2B5EF4-FFF2-40B4-BE49-F238E27FC236}">
                <a16:creationId xmlns:a16="http://schemas.microsoft.com/office/drawing/2014/main" id="{5BEC1C6C-9AEB-AF4F-D552-C0F254BC067C}"/>
              </a:ext>
            </a:extLst>
          </p:cNvPr>
          <p:cNvSpPr/>
          <p:nvPr userDrawn="1"/>
        </p:nvSpPr>
        <p:spPr>
          <a:xfrm>
            <a:off x="0" y="0"/>
            <a:ext cx="12192000" cy="6400800"/>
          </a:xfrm>
          <a:prstGeom prst="rect">
            <a:avLst/>
          </a:prstGeom>
          <a:solidFill>
            <a:srgbClr val="301E5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52;p56">
            <a:extLst>
              <a:ext uri="{FF2B5EF4-FFF2-40B4-BE49-F238E27FC236}">
                <a16:creationId xmlns:a16="http://schemas.microsoft.com/office/drawing/2014/main" id="{0CB23BA9-65BD-F2B7-0BA6-10C047A0169F}"/>
              </a:ext>
            </a:extLst>
          </p:cNvPr>
          <p:cNvSpPr txBox="1">
            <a:spLocks noGrp="1"/>
          </p:cNvSpPr>
          <p:nvPr>
            <p:ph type="ctrTitle" hasCustomPrompt="1"/>
          </p:nvPr>
        </p:nvSpPr>
        <p:spPr>
          <a:xfrm>
            <a:off x="1066800" y="698741"/>
            <a:ext cx="10058400" cy="2730260"/>
          </a:xfrm>
          <a:prstGeom prst="rect">
            <a:avLst/>
          </a:prstGeom>
          <a:noFill/>
          <a:ln>
            <a:noFill/>
          </a:ln>
        </p:spPr>
        <p:txBody>
          <a:bodyPr spcFirstLastPara="1" wrap="square" lIns="0" tIns="0" rIns="0" bIns="0" anchor="b" anchorCtr="0">
            <a:normAutofit/>
          </a:bodyPr>
          <a:lstStyle>
            <a:lvl1pPr lvl="0" algn="ctr">
              <a:lnSpc>
                <a:spcPct val="150000"/>
              </a:lnSpc>
              <a:spcBef>
                <a:spcPts val="0"/>
              </a:spcBef>
              <a:spcAft>
                <a:spcPts val="0"/>
              </a:spcAft>
              <a:buClr>
                <a:schemeClr val="lt1"/>
              </a:buClr>
              <a:buSzPts val="4000"/>
              <a:buFont typeface="Inter"/>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Title Text</a:t>
            </a:r>
            <a:endParaRPr/>
          </a:p>
        </p:txBody>
      </p:sp>
    </p:spTree>
    <p:extLst>
      <p:ext uri="{BB962C8B-B14F-4D97-AF65-F5344CB8AC3E}">
        <p14:creationId xmlns:p14="http://schemas.microsoft.com/office/powerpoint/2010/main" val="115506160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Section Break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E2CDE-D140-2399-D821-549B125247C5}"/>
              </a:ext>
            </a:extLst>
          </p:cNvPr>
          <p:cNvSpPr>
            <a:spLocks noGrp="1"/>
          </p:cNvSpPr>
          <p:nvPr>
            <p:ph type="title" hasCustomPrompt="1"/>
          </p:nvPr>
        </p:nvSpPr>
        <p:spPr>
          <a:xfrm>
            <a:off x="609600" y="1828800"/>
            <a:ext cx="10972800" cy="2514600"/>
          </a:xfrm>
          <a:prstGeom prst="rect">
            <a:avLst/>
          </a:prstGeom>
        </p:spPr>
        <p:txBody>
          <a:bodyPr anchor="ctr">
            <a:normAutofit/>
          </a:bodyPr>
          <a:lstStyle>
            <a:lvl1pPr>
              <a:defRPr sz="4000">
                <a:solidFill>
                  <a:srgbClr val="311E57"/>
                </a:solidFill>
              </a:defRPr>
            </a:lvl1pPr>
          </a:lstStyle>
          <a:p>
            <a:r>
              <a:rPr lang="en-US"/>
              <a:t>Section title</a:t>
            </a:r>
          </a:p>
        </p:txBody>
      </p:sp>
      <p:sp>
        <p:nvSpPr>
          <p:cNvPr id="3" name="Text Placeholder 2">
            <a:extLst>
              <a:ext uri="{FF2B5EF4-FFF2-40B4-BE49-F238E27FC236}">
                <a16:creationId xmlns:a16="http://schemas.microsoft.com/office/drawing/2014/main" id="{66BEA69B-962E-76E8-7C5F-FA9AD900DD41}"/>
              </a:ext>
            </a:extLst>
          </p:cNvPr>
          <p:cNvSpPr>
            <a:spLocks noGrp="1"/>
          </p:cNvSpPr>
          <p:nvPr>
            <p:ph type="body" idx="1" hasCustomPrompt="1"/>
          </p:nvPr>
        </p:nvSpPr>
        <p:spPr>
          <a:xfrm>
            <a:off x="609600" y="4343401"/>
            <a:ext cx="10972800" cy="1828800"/>
          </a:xfrm>
        </p:spPr>
        <p:txBody>
          <a:bodyPr/>
          <a:lstStyle>
            <a:lvl1pPr marL="0" indent="0">
              <a:spcAft>
                <a:spcPts val="0"/>
              </a:spcAft>
              <a:buNone/>
              <a:defRPr sz="2400">
                <a:solidFill>
                  <a:srgbClr val="6C798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Subtitle</a:t>
            </a:r>
          </a:p>
        </p:txBody>
      </p:sp>
    </p:spTree>
    <p:extLst>
      <p:ext uri="{BB962C8B-B14F-4D97-AF65-F5344CB8AC3E}">
        <p14:creationId xmlns:p14="http://schemas.microsoft.com/office/powerpoint/2010/main" val="75610419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ection Backup 1">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DFCA92-F57D-35F7-0853-F68B06C0741F}"/>
              </a:ext>
            </a:extLst>
          </p:cNvPr>
          <p:cNvSpPr txBox="1"/>
          <p:nvPr userDrawn="1"/>
        </p:nvSpPr>
        <p:spPr>
          <a:xfrm>
            <a:off x="609599" y="1600200"/>
            <a:ext cx="10972799" cy="2971800"/>
          </a:xfrm>
          <a:prstGeom prst="rect">
            <a:avLst/>
          </a:prstGeom>
          <a:noFill/>
        </p:spPr>
        <p:txBody>
          <a:bodyPr wrap="square" lIns="0" tIns="0" rIns="0" bIns="0" rtlCol="0" anchor="ctr">
            <a:noAutofit/>
          </a:bodyPr>
          <a:lstStyle/>
          <a:p>
            <a:r>
              <a:rPr lang="en-US" sz="4000" b="1" i="0">
                <a:solidFill>
                  <a:schemeClr val="tx2"/>
                </a:solidFill>
                <a:latin typeface="+mj-lt"/>
                <a:ea typeface="Inter" panose="02000503000000020004" pitchFamily="2" charset="0"/>
                <a:cs typeface="Arial" panose="020B0604020202020204" pitchFamily="34" charset="0"/>
              </a:rPr>
              <a:t>Supplemental Information</a:t>
            </a:r>
          </a:p>
        </p:txBody>
      </p:sp>
    </p:spTree>
    <p:extLst>
      <p:ext uri="{BB962C8B-B14F-4D97-AF65-F5344CB8AC3E}">
        <p14:creationId xmlns:p14="http://schemas.microsoft.com/office/powerpoint/2010/main" val="72576040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type="blank" preserve="1">
  <p:cSld name="Blan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789431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64363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allout 1">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5440909-07E6-448B-8B11-BCE24BAF394E}"/>
              </a:ext>
            </a:extLst>
          </p:cNvPr>
          <p:cNvSpPr txBox="1"/>
          <p:nvPr userDrawn="1"/>
        </p:nvSpPr>
        <p:spPr>
          <a:xfrm>
            <a:off x="393609" y="309531"/>
            <a:ext cx="4929078" cy="5641440"/>
          </a:xfrm>
          <a:prstGeom prst="rect">
            <a:avLst/>
          </a:prstGeom>
          <a:noFill/>
        </p:spPr>
        <p:txBody>
          <a:bodyPr wrap="square" rtlCol="0">
            <a:noAutofit/>
          </a:bodyPr>
          <a:lstStyle/>
          <a:p>
            <a:pPr algn="l">
              <a:lnSpc>
                <a:spcPct val="90000"/>
              </a:lnSpc>
            </a:pPr>
            <a:r>
              <a:rPr lang="en-US" sz="6800" b="1" spc="-150" baseline="0">
                <a:solidFill>
                  <a:schemeClr val="bg1"/>
                </a:solidFill>
              </a:rPr>
              <a:t>Our work makes </a:t>
            </a:r>
            <a:br>
              <a:rPr lang="en-US" sz="6800" b="1" spc="-150" baseline="0">
                <a:solidFill>
                  <a:schemeClr val="bg1"/>
                </a:solidFill>
              </a:rPr>
            </a:br>
            <a:r>
              <a:rPr lang="en-US" sz="6800" b="1" spc="-150" baseline="0">
                <a:solidFill>
                  <a:schemeClr val="bg1"/>
                </a:solidFill>
              </a:rPr>
              <a:t>the world work</a:t>
            </a:r>
          </a:p>
        </p:txBody>
      </p:sp>
      <p:sp>
        <p:nvSpPr>
          <p:cNvPr id="8" name="Text Placeholder 7">
            <a:extLst>
              <a:ext uri="{FF2B5EF4-FFF2-40B4-BE49-F238E27FC236}">
                <a16:creationId xmlns:a16="http://schemas.microsoft.com/office/drawing/2014/main" id="{B85D3E1E-E675-4DE7-9559-E26667D92BDE}"/>
              </a:ext>
            </a:extLst>
          </p:cNvPr>
          <p:cNvSpPr>
            <a:spLocks noGrp="1"/>
          </p:cNvSpPr>
          <p:nvPr>
            <p:ph type="body" sz="quarter" idx="14" hasCustomPrompt="1"/>
          </p:nvPr>
        </p:nvSpPr>
        <p:spPr>
          <a:xfrm>
            <a:off x="7924800" y="685800"/>
            <a:ext cx="3657600" cy="4114800"/>
          </a:xfrm>
        </p:spPr>
        <p:txBody>
          <a:bodyPr>
            <a:normAutofit/>
          </a:bodyPr>
          <a:lstStyle>
            <a:lvl1pPr marL="0" indent="0">
              <a:buNone/>
              <a:defRPr sz="1800">
                <a:solidFill>
                  <a:srgbClr val="6C7986"/>
                </a:solidFill>
              </a:defRPr>
            </a:lvl1pPr>
            <a:lvl2pPr>
              <a:buClr>
                <a:schemeClr val="tx1"/>
              </a:buClr>
              <a:defRPr sz="1800">
                <a:solidFill>
                  <a:srgbClr val="6C7986"/>
                </a:solidFill>
              </a:defRPr>
            </a:lvl2pPr>
            <a:lvl3pPr>
              <a:buClr>
                <a:schemeClr val="tx1"/>
              </a:buClr>
              <a:defRPr sz="1800">
                <a:solidFill>
                  <a:srgbClr val="6C7986"/>
                </a:solidFill>
              </a:defRPr>
            </a:lvl3pPr>
            <a:lvl4pPr>
              <a:buClr>
                <a:schemeClr val="tx1"/>
              </a:buClr>
              <a:defRPr sz="1800">
                <a:solidFill>
                  <a:srgbClr val="6C7986"/>
                </a:solidFill>
              </a:defRPr>
            </a:lvl4pPr>
            <a:lvl5pPr>
              <a:buClr>
                <a:schemeClr val="tx1"/>
              </a:buClr>
              <a:defRPr sz="1800">
                <a:solidFill>
                  <a:srgbClr val="6C7986"/>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390998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Headline 1">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4EA569AE-91AE-D038-F8CB-8B8B7B3FF73E}"/>
              </a:ext>
            </a:extLst>
          </p:cNvPr>
          <p:cNvSpPr>
            <a:spLocks noGrp="1"/>
          </p:cNvSpPr>
          <p:nvPr>
            <p:ph type="title" hasCustomPrompt="1"/>
          </p:nvPr>
        </p:nvSpPr>
        <p:spPr>
          <a:xfrm>
            <a:off x="609600" y="685800"/>
            <a:ext cx="10972800" cy="1143000"/>
          </a:xfrm>
          <a:prstGeom prst="rect">
            <a:avLst/>
          </a:prstGeom>
        </p:spPr>
        <p:txBody>
          <a:bodyPr vert="horz" wrap="square" lIns="0" tIns="45720" rIns="0" bIns="91440" rtlCol="0" anchor="t">
            <a:normAutofit/>
          </a:bodyPr>
          <a:lstStyle>
            <a:lvl1pPr>
              <a:defRPr>
                <a:solidFill>
                  <a:srgbClr val="311E57"/>
                </a:solidFill>
              </a:defRPr>
            </a:lvl1pPr>
          </a:lstStyle>
          <a:p>
            <a:r>
              <a:rPr lang="en-US"/>
              <a:t>Headline</a:t>
            </a:r>
          </a:p>
        </p:txBody>
      </p:sp>
    </p:spTree>
    <p:extLst>
      <p:ext uri="{BB962C8B-B14F-4D97-AF65-F5344CB8AC3E}">
        <p14:creationId xmlns:p14="http://schemas.microsoft.com/office/powerpoint/2010/main" val="55660817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Headline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4EA569AE-91AE-D038-F8CB-8B8B7B3FF73E}"/>
              </a:ext>
            </a:extLst>
          </p:cNvPr>
          <p:cNvSpPr>
            <a:spLocks noGrp="1"/>
          </p:cNvSpPr>
          <p:nvPr>
            <p:ph type="title" hasCustomPrompt="1"/>
          </p:nvPr>
        </p:nvSpPr>
        <p:spPr>
          <a:xfrm>
            <a:off x="609600" y="685800"/>
            <a:ext cx="10972800" cy="1143000"/>
          </a:xfrm>
          <a:prstGeom prst="rect">
            <a:avLst/>
          </a:prstGeom>
        </p:spPr>
        <p:txBody>
          <a:bodyPr vert="horz" wrap="square" lIns="0" tIns="45720" rIns="0" bIns="91440" rtlCol="0" anchor="ctr">
            <a:normAutofit/>
          </a:bodyPr>
          <a:lstStyle>
            <a:lvl1pPr>
              <a:defRPr>
                <a:solidFill>
                  <a:srgbClr val="311E57"/>
                </a:solidFill>
              </a:defRPr>
            </a:lvl1pPr>
          </a:lstStyle>
          <a:p>
            <a:r>
              <a:rPr lang="en-US"/>
              <a:t>Headline</a:t>
            </a:r>
          </a:p>
        </p:txBody>
      </p:sp>
      <p:sp>
        <p:nvSpPr>
          <p:cNvPr id="3" name="Text Placeholder 16">
            <a:extLst>
              <a:ext uri="{FF2B5EF4-FFF2-40B4-BE49-F238E27FC236}">
                <a16:creationId xmlns:a16="http://schemas.microsoft.com/office/drawing/2014/main" id="{E4C64C91-002D-5B70-7AFE-21F4F4BB6617}"/>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252049590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Headlin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5DB5140-EE1F-618F-193D-B87DF360BCD7}"/>
              </a:ext>
            </a:extLst>
          </p:cNvPr>
          <p:cNvSpPr>
            <a:spLocks noGrp="1"/>
          </p:cNvSpPr>
          <p:nvPr>
            <p:ph type="subTitle" idx="1" hasCustomPrompt="1"/>
          </p:nvPr>
        </p:nvSpPr>
        <p:spPr>
          <a:xfrm>
            <a:off x="609600" y="3200400"/>
            <a:ext cx="10972800" cy="2057400"/>
          </a:xfrm>
        </p:spPr>
        <p:txBody>
          <a:bodyPr/>
          <a:lstStyle>
            <a:lvl1pPr marL="0" indent="0" algn="ctr">
              <a:buNone/>
              <a:defRPr sz="2400">
                <a:solidFill>
                  <a:srgbClr val="6C798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
        <p:nvSpPr>
          <p:cNvPr id="4" name="Text Placeholder 16">
            <a:extLst>
              <a:ext uri="{FF2B5EF4-FFF2-40B4-BE49-F238E27FC236}">
                <a16:creationId xmlns:a16="http://schemas.microsoft.com/office/drawing/2014/main" id="{9C1A83E5-521E-6329-B11D-26689AD73413}"/>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5">
            <a:extLst>
              <a:ext uri="{FF2B5EF4-FFF2-40B4-BE49-F238E27FC236}">
                <a16:creationId xmlns:a16="http://schemas.microsoft.com/office/drawing/2014/main" id="{E708DF00-3449-F6D7-C49E-173837E299F6}"/>
              </a:ext>
            </a:extLst>
          </p:cNvPr>
          <p:cNvSpPr>
            <a:spLocks noGrp="1"/>
          </p:cNvSpPr>
          <p:nvPr>
            <p:ph type="title" hasCustomPrompt="1"/>
          </p:nvPr>
        </p:nvSpPr>
        <p:spPr>
          <a:xfrm>
            <a:off x="609600" y="685800"/>
            <a:ext cx="10972800" cy="2514600"/>
          </a:xfrm>
          <a:prstGeom prst="rect">
            <a:avLst/>
          </a:prstGeom>
        </p:spPr>
        <p:txBody>
          <a:bodyPr anchor="b"/>
          <a:lstStyle>
            <a:lvl1pPr algn="ctr">
              <a:defRPr sz="4000"/>
            </a:lvl1pPr>
          </a:lstStyle>
          <a:p>
            <a:r>
              <a:rPr lang="en-US"/>
              <a:t>Headline</a:t>
            </a:r>
          </a:p>
        </p:txBody>
      </p:sp>
    </p:spTree>
    <p:extLst>
      <p:ext uri="{BB962C8B-B14F-4D97-AF65-F5344CB8AC3E}">
        <p14:creationId xmlns:p14="http://schemas.microsoft.com/office/powerpoint/2010/main" val="295181635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Headline 4">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35DAB3F3-9C1E-3384-8191-D24A04C737CC}"/>
              </a:ext>
            </a:extLst>
          </p:cNvPr>
          <p:cNvSpPr>
            <a:spLocks noGrp="1"/>
          </p:cNvSpPr>
          <p:nvPr>
            <p:ph type="pic" idx="10" hasCustomPrompt="1"/>
          </p:nvPr>
        </p:nvSpPr>
        <p:spPr>
          <a:xfrm>
            <a:off x="0" y="0"/>
            <a:ext cx="12192000" cy="43434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	</a:t>
            </a:r>
          </a:p>
        </p:txBody>
      </p:sp>
      <p:sp>
        <p:nvSpPr>
          <p:cNvPr id="10" name="Title 1">
            <a:extLst>
              <a:ext uri="{FF2B5EF4-FFF2-40B4-BE49-F238E27FC236}">
                <a16:creationId xmlns:a16="http://schemas.microsoft.com/office/drawing/2014/main" id="{309F14A5-FED4-DB03-EF5A-59277B586B44}"/>
              </a:ext>
            </a:extLst>
          </p:cNvPr>
          <p:cNvSpPr>
            <a:spLocks noGrp="1"/>
          </p:cNvSpPr>
          <p:nvPr>
            <p:ph type="ctrTitle" hasCustomPrompt="1"/>
          </p:nvPr>
        </p:nvSpPr>
        <p:spPr>
          <a:xfrm>
            <a:off x="609600" y="4800600"/>
            <a:ext cx="10972800" cy="1371600"/>
          </a:xfrm>
          <a:prstGeom prst="rect">
            <a:avLst/>
          </a:prstGeom>
        </p:spPr>
        <p:txBody>
          <a:bodyPr wrap="square" anchor="t">
            <a:normAutofit/>
          </a:bodyPr>
          <a:lstStyle>
            <a:lvl1pPr algn="l">
              <a:defRPr sz="3200">
                <a:solidFill>
                  <a:srgbClr val="311E57"/>
                </a:solidFill>
              </a:defRPr>
            </a:lvl1pPr>
          </a:lstStyle>
          <a:p>
            <a:r>
              <a:rPr lang="en-US"/>
              <a:t>Headline</a:t>
            </a:r>
          </a:p>
        </p:txBody>
      </p:sp>
    </p:spTree>
    <p:extLst>
      <p:ext uri="{BB962C8B-B14F-4D97-AF65-F5344CB8AC3E}">
        <p14:creationId xmlns:p14="http://schemas.microsoft.com/office/powerpoint/2010/main" val="391618932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ubtitle 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5DB5140-EE1F-618F-193D-B87DF360BCD7}"/>
              </a:ext>
            </a:extLst>
          </p:cNvPr>
          <p:cNvSpPr>
            <a:spLocks noGrp="1"/>
          </p:cNvSpPr>
          <p:nvPr>
            <p:ph type="subTitle" idx="1" hasCustomPrompt="1"/>
          </p:nvPr>
        </p:nvSpPr>
        <p:spPr>
          <a:xfrm>
            <a:off x="609600" y="2286000"/>
            <a:ext cx="10972800" cy="2286000"/>
          </a:xfrm>
        </p:spPr>
        <p:txBody>
          <a:bodyPr/>
          <a:lstStyle>
            <a:lvl1pPr marL="0" indent="0" algn="l">
              <a:buNone/>
              <a:defRPr sz="2400">
                <a:solidFill>
                  <a:srgbClr val="311E57"/>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
        <p:nvSpPr>
          <p:cNvPr id="4" name="Text Placeholder 16">
            <a:extLst>
              <a:ext uri="{FF2B5EF4-FFF2-40B4-BE49-F238E27FC236}">
                <a16:creationId xmlns:a16="http://schemas.microsoft.com/office/drawing/2014/main" id="{9C1A83E5-521E-6329-B11D-26689AD73413}"/>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406759595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ubtitle 2">
    <p:spTree>
      <p:nvGrpSpPr>
        <p:cNvPr id="1" name=""/>
        <p:cNvGrpSpPr/>
        <p:nvPr/>
      </p:nvGrpSpPr>
      <p:grpSpPr>
        <a:xfrm>
          <a:off x="0" y="0"/>
          <a:ext cx="0" cy="0"/>
          <a:chOff x="0" y="0"/>
          <a:chExt cx="0" cy="0"/>
        </a:xfrm>
      </p:grpSpPr>
      <p:sp>
        <p:nvSpPr>
          <p:cNvPr id="2" name="Google Shape;51;p56">
            <a:extLst>
              <a:ext uri="{FF2B5EF4-FFF2-40B4-BE49-F238E27FC236}">
                <a16:creationId xmlns:a16="http://schemas.microsoft.com/office/drawing/2014/main" id="{5BEC1C6C-9AEB-AF4F-D552-C0F254BC067C}"/>
              </a:ext>
            </a:extLst>
          </p:cNvPr>
          <p:cNvSpPr/>
          <p:nvPr userDrawn="1"/>
        </p:nvSpPr>
        <p:spPr>
          <a:xfrm>
            <a:off x="0" y="0"/>
            <a:ext cx="12192000" cy="6400800"/>
          </a:xfrm>
          <a:prstGeom prst="rect">
            <a:avLst/>
          </a:prstGeom>
          <a:solidFill>
            <a:srgbClr val="301E5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n-lt"/>
              <a:ea typeface="Calibri"/>
              <a:cs typeface="Calibri"/>
              <a:sym typeface="Calibri"/>
            </a:endParaRPr>
          </a:p>
        </p:txBody>
      </p:sp>
      <p:sp>
        <p:nvSpPr>
          <p:cNvPr id="3" name="Google Shape;52;p56">
            <a:extLst>
              <a:ext uri="{FF2B5EF4-FFF2-40B4-BE49-F238E27FC236}">
                <a16:creationId xmlns:a16="http://schemas.microsoft.com/office/drawing/2014/main" id="{0CB23BA9-65BD-F2B7-0BA6-10C047A0169F}"/>
              </a:ext>
            </a:extLst>
          </p:cNvPr>
          <p:cNvSpPr txBox="1">
            <a:spLocks noGrp="1"/>
          </p:cNvSpPr>
          <p:nvPr>
            <p:ph type="ctrTitle" hasCustomPrompt="1"/>
          </p:nvPr>
        </p:nvSpPr>
        <p:spPr>
          <a:xfrm>
            <a:off x="1066800" y="698741"/>
            <a:ext cx="10058400" cy="2730260"/>
          </a:xfrm>
          <a:prstGeom prst="rect">
            <a:avLst/>
          </a:prstGeom>
          <a:noFill/>
          <a:ln>
            <a:noFill/>
          </a:ln>
        </p:spPr>
        <p:txBody>
          <a:bodyPr spcFirstLastPara="1" wrap="square" lIns="0" tIns="0" rIns="0" bIns="0" anchor="b" anchorCtr="0">
            <a:normAutofit/>
          </a:bodyPr>
          <a:lstStyle>
            <a:lvl1pPr lvl="0" algn="ctr">
              <a:lnSpc>
                <a:spcPct val="150000"/>
              </a:lnSpc>
              <a:spcBef>
                <a:spcPts val="0"/>
              </a:spcBef>
              <a:spcAft>
                <a:spcPts val="0"/>
              </a:spcAft>
              <a:buClr>
                <a:schemeClr val="lt1"/>
              </a:buClr>
              <a:buSzPts val="4000"/>
              <a:buFont typeface="Inter"/>
              <a:buNone/>
              <a:defRPr sz="2400" b="0">
                <a:solidFill>
                  <a:schemeClr val="lt1"/>
                </a:solidFill>
                <a:latin typeface="+mn-l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Subtitle</a:t>
            </a:r>
            <a:endParaRPr/>
          </a:p>
        </p:txBody>
      </p:sp>
      <p:sp>
        <p:nvSpPr>
          <p:cNvPr id="4" name="Text Placeholder 16">
            <a:extLst>
              <a:ext uri="{FF2B5EF4-FFF2-40B4-BE49-F238E27FC236}">
                <a16:creationId xmlns:a16="http://schemas.microsoft.com/office/drawing/2014/main" id="{FF469B2C-C9DA-57BE-9E50-B3770033EA83}"/>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3441866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sp>
        <p:nvSpPr>
          <p:cNvPr id="6" name="Google Shape;1480;p4">
            <a:extLst>
              <a:ext uri="{FF2B5EF4-FFF2-40B4-BE49-F238E27FC236}">
                <a16:creationId xmlns:a16="http://schemas.microsoft.com/office/drawing/2014/main" id="{98199E2E-2E79-7F42-23A7-5E1ACA65DF99}"/>
              </a:ext>
            </a:extLst>
          </p:cNvPr>
          <p:cNvSpPr/>
          <p:nvPr userDrawn="1"/>
        </p:nvSpPr>
        <p:spPr>
          <a:xfrm>
            <a:off x="609600" y="2057400"/>
            <a:ext cx="5029200" cy="2743200"/>
          </a:xfrm>
          <a:prstGeom prst="rect">
            <a:avLst/>
          </a:prstGeom>
          <a:solidFill>
            <a:srgbClr val="301E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Subtitle 2">
            <a:extLst>
              <a:ext uri="{FF2B5EF4-FFF2-40B4-BE49-F238E27FC236}">
                <a16:creationId xmlns:a16="http://schemas.microsoft.com/office/drawing/2014/main" id="{7D09B1C9-E858-C5B2-590F-67A7BEFFD689}"/>
              </a:ext>
            </a:extLst>
          </p:cNvPr>
          <p:cNvSpPr>
            <a:spLocks noGrp="1"/>
          </p:cNvSpPr>
          <p:nvPr>
            <p:ph type="subTitle" idx="1" hasCustomPrompt="1"/>
          </p:nvPr>
        </p:nvSpPr>
        <p:spPr>
          <a:xfrm>
            <a:off x="810882" y="2286000"/>
            <a:ext cx="4573917" cy="685800"/>
          </a:xfrm>
        </p:spPr>
        <p:txBody>
          <a:bodyPr>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CASE STUDY</a:t>
            </a:r>
          </a:p>
        </p:txBody>
      </p:sp>
      <p:sp>
        <p:nvSpPr>
          <p:cNvPr id="5" name="Title 4">
            <a:extLst>
              <a:ext uri="{FF2B5EF4-FFF2-40B4-BE49-F238E27FC236}">
                <a16:creationId xmlns:a16="http://schemas.microsoft.com/office/drawing/2014/main" id="{241E8275-CC38-193B-9C84-16CB446CA0E3}"/>
              </a:ext>
            </a:extLst>
          </p:cNvPr>
          <p:cNvSpPr>
            <a:spLocks noGrp="1"/>
          </p:cNvSpPr>
          <p:nvPr>
            <p:ph type="title" hasCustomPrompt="1"/>
          </p:nvPr>
        </p:nvSpPr>
        <p:spPr>
          <a:xfrm>
            <a:off x="810882" y="2971800"/>
            <a:ext cx="4573917" cy="1600198"/>
          </a:xfrm>
          <a:prstGeom prst="rect">
            <a:avLst/>
          </a:prstGeom>
        </p:spPr>
        <p:txBody>
          <a:bodyPr/>
          <a:lstStyle>
            <a:lvl1pPr>
              <a:defRPr>
                <a:solidFill>
                  <a:schemeClr val="bg1"/>
                </a:solidFill>
              </a:defRPr>
            </a:lvl1pPr>
          </a:lstStyle>
          <a:p>
            <a:r>
              <a:rPr lang="en-US"/>
              <a:t>Client Name</a:t>
            </a:r>
          </a:p>
        </p:txBody>
      </p:sp>
    </p:spTree>
    <p:extLst>
      <p:ext uri="{BB962C8B-B14F-4D97-AF65-F5344CB8AC3E}">
        <p14:creationId xmlns:p14="http://schemas.microsoft.com/office/powerpoint/2010/main" val="257865939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35" name="Freeform 34">
            <a:extLst>
              <a:ext uri="{FF2B5EF4-FFF2-40B4-BE49-F238E27FC236}">
                <a16:creationId xmlns:a16="http://schemas.microsoft.com/office/drawing/2014/main" id="{9D1800A6-53A6-A421-F4CB-0039D59147FF}"/>
              </a:ext>
            </a:extLst>
          </p:cNvPr>
          <p:cNvSpPr txBox="1">
            <a:spLocks/>
          </p:cNvSpPr>
          <p:nvPr userDrawn="1"/>
        </p:nvSpPr>
        <p:spPr>
          <a:xfrm>
            <a:off x="8078242" y="2772300"/>
            <a:ext cx="546" cy="656700"/>
          </a:xfrm>
          <a:custGeom>
            <a:avLst/>
            <a:gdLst>
              <a:gd name="connsiteX0" fmla="*/ 0 w 546"/>
              <a:gd name="connsiteY0" fmla="*/ 0 h 656700"/>
              <a:gd name="connsiteX1" fmla="*/ 546 w 546"/>
              <a:gd name="connsiteY1" fmla="*/ 0 h 656700"/>
              <a:gd name="connsiteX2" fmla="*/ 546 w 546"/>
              <a:gd name="connsiteY2" fmla="*/ 656700 h 656700"/>
              <a:gd name="connsiteX3" fmla="*/ 0 w 546"/>
              <a:gd name="connsiteY3" fmla="*/ 656700 h 656700"/>
              <a:gd name="connsiteX4" fmla="*/ 0 w 546"/>
              <a:gd name="connsiteY4" fmla="*/ 0 h 65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 h="656700">
                <a:moveTo>
                  <a:pt x="0" y="0"/>
                </a:moveTo>
                <a:lnTo>
                  <a:pt x="546" y="0"/>
                </a:lnTo>
                <a:lnTo>
                  <a:pt x="546" y="656700"/>
                </a:lnTo>
                <a:lnTo>
                  <a:pt x="0" y="656700"/>
                </a:lnTo>
                <a:lnTo>
                  <a:pt x="0" y="0"/>
                </a:lnTo>
                <a:close/>
              </a:path>
            </a:pathLst>
          </a:custGeom>
          <a:solidFill>
            <a:schemeClr val="tx1"/>
          </a:solidFill>
        </p:spPr>
        <p:txBody>
          <a:bodyPr vert="horz" wrap="square" lIns="0" tIns="0" rIns="0" bIns="0" rtlCol="0">
            <a:noAutofit/>
          </a:bodyPr>
          <a:lstStyle>
            <a:lvl1pPr marL="0" indent="0" algn="ctr" defTabSz="228600" rtl="0" eaLnBrk="1" latinLnBrk="0" hangingPunct="1">
              <a:lnSpc>
                <a:spcPct val="150000"/>
              </a:lnSpc>
              <a:spcBef>
                <a:spcPts val="0"/>
              </a:spcBef>
              <a:spcAft>
                <a:spcPts val="0"/>
              </a:spcAft>
              <a:buFont typeface="Arial" panose="020B0604020202020204" pitchFamily="34" charset="0"/>
              <a:buNone/>
              <a:tabLst/>
              <a:defRPr sz="2400" b="0" i="0" kern="1200">
                <a:solidFill>
                  <a:schemeClr val="bg1"/>
                </a:solidFill>
                <a:latin typeface="+mn-lt"/>
                <a:ea typeface="Inter" panose="02000503000000020004" pitchFamily="2" charset="0"/>
                <a:cs typeface="Arial" panose="020B0604020202020204" pitchFamily="34" charset="0"/>
              </a:defRPr>
            </a:lvl1pPr>
            <a:lvl2pPr marL="685800" indent="-228600" algn="l" defTabSz="228600" rtl="0" eaLnBrk="1" latinLnBrk="0" hangingPunct="1">
              <a:lnSpc>
                <a:spcPct val="150000"/>
              </a:lnSpc>
              <a:spcBef>
                <a:spcPts val="0"/>
              </a:spcBef>
              <a:spcAft>
                <a:spcPts val="0"/>
              </a:spcAft>
              <a:buFont typeface="Arial" panose="020B0604020202020204" pitchFamily="34" charset="0"/>
              <a:buChar char="•"/>
              <a:tabLst/>
              <a:defRPr sz="2000" b="0" i="0" kern="1200">
                <a:solidFill>
                  <a:schemeClr val="tx1"/>
                </a:solidFill>
                <a:latin typeface="+mn-lt"/>
                <a:ea typeface="Inter" panose="02000503000000020004" pitchFamily="2" charset="0"/>
                <a:cs typeface="Arial" panose="020B0604020202020204" pitchFamily="34" charset="0"/>
              </a:defRPr>
            </a:lvl2pPr>
            <a:lvl3pPr marL="1143000" indent="-228600" algn="l" defTabSz="228600" rtl="0" eaLnBrk="1" latinLnBrk="0" hangingPunct="1">
              <a:lnSpc>
                <a:spcPct val="150000"/>
              </a:lnSpc>
              <a:spcBef>
                <a:spcPts val="0"/>
              </a:spcBef>
              <a:spcAft>
                <a:spcPts val="0"/>
              </a:spcAft>
              <a:buFont typeface="Arial" panose="020B0604020202020204" pitchFamily="34" charset="0"/>
              <a:buChar char="•"/>
              <a:tabLst/>
              <a:defRPr sz="1800" b="0" i="0" kern="1200">
                <a:solidFill>
                  <a:schemeClr val="tx1"/>
                </a:solidFill>
                <a:latin typeface="+mn-lt"/>
                <a:ea typeface="Inter" panose="02000503000000020004" pitchFamily="2" charset="0"/>
                <a:cs typeface="Arial" panose="020B0604020202020204" pitchFamily="34" charset="0"/>
              </a:defRPr>
            </a:lvl3pPr>
            <a:lvl4pPr marL="1600200" indent="-228600" algn="l" defTabSz="228600" rtl="0" eaLnBrk="1" latinLnBrk="0" hangingPunct="1">
              <a:lnSpc>
                <a:spcPct val="150000"/>
              </a:lnSpc>
              <a:spcBef>
                <a:spcPts val="0"/>
              </a:spcBef>
              <a:spcAft>
                <a:spcPts val="0"/>
              </a:spcAft>
              <a:buFont typeface="Arial" panose="020B0604020202020204" pitchFamily="34" charset="0"/>
              <a:buChar char="•"/>
              <a:tabLst/>
              <a:defRPr sz="1600" b="0" i="0" kern="1200">
                <a:solidFill>
                  <a:schemeClr val="tx1"/>
                </a:solidFill>
                <a:latin typeface="+mn-lt"/>
                <a:ea typeface="Inter" panose="02000503000000020004" pitchFamily="2" charset="0"/>
                <a:cs typeface="Arial" panose="020B0604020202020204" pitchFamily="34" charset="0"/>
              </a:defRPr>
            </a:lvl4pPr>
            <a:lvl5pPr marL="2057400" indent="-228600" algn="l" defTabSz="228600" rtl="0" eaLnBrk="1" latinLnBrk="0" hangingPunct="1">
              <a:lnSpc>
                <a:spcPct val="150000"/>
              </a:lnSpc>
              <a:spcBef>
                <a:spcPts val="0"/>
              </a:spcBef>
              <a:spcAft>
                <a:spcPts val="0"/>
              </a:spcAft>
              <a:buFont typeface="Arial" panose="020B0604020202020204" pitchFamily="34" charset="0"/>
              <a:buChar char="•"/>
              <a:tabLst/>
              <a:defRPr sz="1600" b="0" i="0" kern="1200">
                <a:solidFill>
                  <a:schemeClr val="tx1"/>
                </a:solidFill>
                <a:latin typeface="+mn-lt"/>
                <a:ea typeface="Inter" panose="02000503000000020004"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0"/>
            <a:ext cx="3657599" cy="1143000"/>
          </a:xfrm>
          <a:prstGeom prst="rect">
            <a:avLst/>
          </a:prstGeom>
        </p:spPr>
        <p:txBody>
          <a:bodyPr anchor="t">
            <a:noAutofit/>
          </a:bodyPr>
          <a:lstStyle>
            <a:lvl1pPr>
              <a:defRPr sz="2400">
                <a:solidFill>
                  <a:srgbClr val="311E57"/>
                </a:solidFill>
              </a:defRPr>
            </a:lvl1pPr>
          </a:lstStyle>
          <a:p>
            <a:r>
              <a:rPr lang="en-US"/>
              <a:t>Solution Name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3657598" cy="43434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3657598"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“Case Study”</a:t>
            </a:r>
          </a:p>
        </p:txBody>
      </p:sp>
      <p:sp>
        <p:nvSpPr>
          <p:cNvPr id="8" name="Google Shape;826;g2376dc73dc0_0_1">
            <a:extLst>
              <a:ext uri="{FF2B5EF4-FFF2-40B4-BE49-F238E27FC236}">
                <a16:creationId xmlns:a16="http://schemas.microsoft.com/office/drawing/2014/main" id="{ADC30F87-10E1-F66C-6AA0-041938FB99F9}"/>
              </a:ext>
            </a:extLst>
          </p:cNvPr>
          <p:cNvSpPr/>
          <p:nvPr userDrawn="1"/>
        </p:nvSpPr>
        <p:spPr>
          <a:xfrm>
            <a:off x="6533692" y="1262094"/>
            <a:ext cx="3677100" cy="36771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Picture Placeholder 32">
            <a:extLst>
              <a:ext uri="{FF2B5EF4-FFF2-40B4-BE49-F238E27FC236}">
                <a16:creationId xmlns:a16="http://schemas.microsoft.com/office/drawing/2014/main" id="{5A5DD952-1B51-B038-03D4-A4F44CB90BB9}"/>
              </a:ext>
            </a:extLst>
          </p:cNvPr>
          <p:cNvSpPr>
            <a:spLocks noGrp="1"/>
          </p:cNvSpPr>
          <p:nvPr>
            <p:ph type="pic" sz="quarter" idx="22" hasCustomPrompt="1"/>
          </p:nvPr>
        </p:nvSpPr>
        <p:spPr>
          <a:xfrm>
            <a:off x="4724400" y="342900"/>
            <a:ext cx="3941763" cy="3086100"/>
          </a:xfrm>
          <a:custGeom>
            <a:avLst/>
            <a:gdLst>
              <a:gd name="connsiteX0" fmla="*/ 0 w 3941763"/>
              <a:gd name="connsiteY0" fmla="*/ 0 h 3086100"/>
              <a:gd name="connsiteX1" fmla="*/ 3941763 w 3941763"/>
              <a:gd name="connsiteY1" fmla="*/ 0 h 3086100"/>
              <a:gd name="connsiteX2" fmla="*/ 3941763 w 3941763"/>
              <a:gd name="connsiteY2" fmla="*/ 2429400 h 3086100"/>
              <a:gd name="connsiteX3" fmla="*/ 3353850 w 3941763"/>
              <a:gd name="connsiteY3" fmla="*/ 2429400 h 3086100"/>
              <a:gd name="connsiteX4" fmla="*/ 3353850 w 3941763"/>
              <a:gd name="connsiteY4" fmla="*/ 3086100 h 3086100"/>
              <a:gd name="connsiteX5" fmla="*/ 0 w 3941763"/>
              <a:gd name="connsiteY5" fmla="*/ 3086100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1763" h="3086100">
                <a:moveTo>
                  <a:pt x="0" y="0"/>
                </a:moveTo>
                <a:lnTo>
                  <a:pt x="3941763" y="0"/>
                </a:lnTo>
                <a:lnTo>
                  <a:pt x="3941763" y="2429400"/>
                </a:lnTo>
                <a:lnTo>
                  <a:pt x="3353850" y="2429400"/>
                </a:lnTo>
                <a:lnTo>
                  <a:pt x="3353850" y="3086100"/>
                </a:lnTo>
                <a:lnTo>
                  <a:pt x="0" y="3086100"/>
                </a:lnTo>
                <a:close/>
              </a:path>
            </a:pathLst>
          </a:custGeom>
          <a:solidFill>
            <a:schemeClr val="tx1"/>
          </a:solidFill>
        </p:spPr>
        <p:txBody>
          <a:bodyPr wrap="square">
            <a:noAutofit/>
          </a:bodyPr>
          <a:lstStyle>
            <a:lvl1pPr marL="0" indent="0" algn="ctr">
              <a:buNone/>
              <a:defRPr>
                <a:solidFill>
                  <a:schemeClr val="bg1"/>
                </a:solidFill>
              </a:defRPr>
            </a:lvl1pPr>
          </a:lstStyle>
          <a:p>
            <a:r>
              <a:rPr lang="en-US"/>
              <a:t>Picture</a:t>
            </a:r>
          </a:p>
        </p:txBody>
      </p:sp>
      <p:sp>
        <p:nvSpPr>
          <p:cNvPr id="41" name="Google Shape;825;g2376dc73dc0_0_1">
            <a:extLst>
              <a:ext uri="{FF2B5EF4-FFF2-40B4-BE49-F238E27FC236}">
                <a16:creationId xmlns:a16="http://schemas.microsoft.com/office/drawing/2014/main" id="{045E7AD3-A423-504E-2CBB-8D649B534088}"/>
              </a:ext>
            </a:extLst>
          </p:cNvPr>
          <p:cNvSpPr/>
          <p:nvPr userDrawn="1"/>
        </p:nvSpPr>
        <p:spPr>
          <a:xfrm>
            <a:off x="8078163" y="2772300"/>
            <a:ext cx="588000" cy="656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Picture Placeholder 58">
            <a:extLst>
              <a:ext uri="{FF2B5EF4-FFF2-40B4-BE49-F238E27FC236}">
                <a16:creationId xmlns:a16="http://schemas.microsoft.com/office/drawing/2014/main" id="{7AF074B6-3A03-CF3C-C23F-A684C2FBAE2C}"/>
              </a:ext>
            </a:extLst>
          </p:cNvPr>
          <p:cNvSpPr>
            <a:spLocks noGrp="1"/>
          </p:cNvSpPr>
          <p:nvPr>
            <p:ph type="pic" sz="quarter" idx="23"/>
          </p:nvPr>
        </p:nvSpPr>
        <p:spPr>
          <a:xfrm>
            <a:off x="8080972" y="2772300"/>
            <a:ext cx="3501428" cy="3400424"/>
          </a:xfrm>
          <a:custGeom>
            <a:avLst/>
            <a:gdLst>
              <a:gd name="connsiteX0" fmla="*/ 587454 w 3501428"/>
              <a:gd name="connsiteY0" fmla="*/ 0 h 3400424"/>
              <a:gd name="connsiteX1" fmla="*/ 3501428 w 3501428"/>
              <a:gd name="connsiteY1" fmla="*/ 0 h 3400424"/>
              <a:gd name="connsiteX2" fmla="*/ 3501428 w 3501428"/>
              <a:gd name="connsiteY2" fmla="*/ 3400424 h 3400424"/>
              <a:gd name="connsiteX3" fmla="*/ 0 w 3501428"/>
              <a:gd name="connsiteY3" fmla="*/ 3400424 h 3400424"/>
              <a:gd name="connsiteX4" fmla="*/ 0 w 3501428"/>
              <a:gd name="connsiteY4" fmla="*/ 656700 h 3400424"/>
              <a:gd name="connsiteX5" fmla="*/ 587454 w 3501428"/>
              <a:gd name="connsiteY5" fmla="*/ 656700 h 340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1428" h="3400424">
                <a:moveTo>
                  <a:pt x="587454" y="0"/>
                </a:moveTo>
                <a:lnTo>
                  <a:pt x="3501428" y="0"/>
                </a:lnTo>
                <a:lnTo>
                  <a:pt x="3501428" y="3400424"/>
                </a:lnTo>
                <a:lnTo>
                  <a:pt x="0" y="3400424"/>
                </a:lnTo>
                <a:lnTo>
                  <a:pt x="0" y="656700"/>
                </a:lnTo>
                <a:lnTo>
                  <a:pt x="587454" y="656700"/>
                </a:lnTo>
                <a:close/>
              </a:path>
            </a:pathLst>
          </a:custGeom>
          <a:solidFill>
            <a:schemeClr val="tx1"/>
          </a:solidFill>
        </p:spPr>
        <p:txBody>
          <a:bodyPr wrap="square" anchor="b">
            <a:noAutofit/>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51507269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0" y="0"/>
            <a:ext cx="5181600" cy="6400800"/>
          </a:xfrm>
          <a:solidFill>
            <a:schemeClr val="tx1"/>
          </a:solidFill>
        </p:spPr>
        <p:txBody>
          <a:bodyPr/>
          <a:lstStyle>
            <a:lvl1pPr marL="0" indent="0" algn="ctr">
              <a:buNone/>
              <a:defRPr>
                <a:solidFill>
                  <a:schemeClr val="bg1"/>
                </a:solidFill>
                <a:latin typeface="+mn-lt"/>
              </a:defRPr>
            </a:lvl1pPr>
          </a:lstStyle>
          <a:p>
            <a:endParaRPr lang="en-US"/>
          </a:p>
        </p:txBody>
      </p:sp>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5181600" y="1"/>
            <a:ext cx="7010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13" name="Google Shape;947;p32">
            <a:extLst>
              <a:ext uri="{FF2B5EF4-FFF2-40B4-BE49-F238E27FC236}">
                <a16:creationId xmlns:a16="http://schemas.microsoft.com/office/drawing/2014/main" id="{965414F0-3962-49C1-E88B-96E277EE024F}"/>
              </a:ext>
            </a:extLst>
          </p:cNvPr>
          <p:cNvSpPr/>
          <p:nvPr userDrawn="1"/>
        </p:nvSpPr>
        <p:spPr>
          <a:xfrm flipH="1">
            <a:off x="5638800" y="1600200"/>
            <a:ext cx="5943600" cy="2514600"/>
          </a:xfrm>
          <a:prstGeom prst="wedgeRoundRectCallout">
            <a:avLst>
              <a:gd name="adj1" fmla="val -5768"/>
              <a:gd name="adj2" fmla="val 77321"/>
              <a:gd name="adj3" fmla="val 0"/>
            </a:avLst>
          </a:prstGeom>
          <a:noFill/>
          <a:ln w="19050" cap="flat" cmpd="sng">
            <a:solidFill>
              <a:srgbClr val="5C3E9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5" name="Text Placeholder 4">
            <a:extLst>
              <a:ext uri="{FF2B5EF4-FFF2-40B4-BE49-F238E27FC236}">
                <a16:creationId xmlns:a16="http://schemas.microsoft.com/office/drawing/2014/main" id="{ED034414-8764-7E45-976D-12B3CF34309B}"/>
              </a:ext>
            </a:extLst>
          </p:cNvPr>
          <p:cNvSpPr>
            <a:spLocks noGrp="1"/>
          </p:cNvSpPr>
          <p:nvPr>
            <p:ph type="body" sz="quarter" idx="11" hasCustomPrompt="1"/>
          </p:nvPr>
        </p:nvSpPr>
        <p:spPr>
          <a:xfrm>
            <a:off x="6096001" y="4786313"/>
            <a:ext cx="5029200" cy="471487"/>
          </a:xfrm>
        </p:spPr>
        <p:txBody>
          <a:bodyPr anchor="ctr">
            <a:normAutofit/>
          </a:bodyPr>
          <a:lstStyle>
            <a:lvl1pPr marL="0" indent="0" algn="ctr">
              <a:lnSpc>
                <a:spcPct val="100000"/>
              </a:lnSpc>
              <a:buNone/>
              <a:defRPr sz="1400">
                <a:solidFill>
                  <a:schemeClr val="bg1"/>
                </a:solidFill>
                <a:latin typeface="+mj-lt"/>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a:t>Author</a:t>
            </a:r>
          </a:p>
        </p:txBody>
      </p:sp>
      <p:sp>
        <p:nvSpPr>
          <p:cNvPr id="3" name="Title 2">
            <a:extLst>
              <a:ext uri="{FF2B5EF4-FFF2-40B4-BE49-F238E27FC236}">
                <a16:creationId xmlns:a16="http://schemas.microsoft.com/office/drawing/2014/main" id="{8E69D61D-0A64-6430-692E-C632F7127E80}"/>
              </a:ext>
            </a:extLst>
          </p:cNvPr>
          <p:cNvSpPr>
            <a:spLocks noGrp="1"/>
          </p:cNvSpPr>
          <p:nvPr>
            <p:ph type="title" hasCustomPrompt="1"/>
          </p:nvPr>
        </p:nvSpPr>
        <p:spPr>
          <a:xfrm>
            <a:off x="5638800" y="1600199"/>
            <a:ext cx="5943600" cy="2514599"/>
          </a:xfrm>
          <a:prstGeom prst="rect">
            <a:avLst/>
          </a:prstGeom>
        </p:spPr>
        <p:txBody>
          <a:bodyPr lIns="91440" tIns="91440" rIns="91440" bIns="0">
            <a:normAutofit/>
          </a:bodyPr>
          <a:lstStyle>
            <a:lvl1pPr algn="ctr">
              <a:lnSpc>
                <a:spcPct val="150000"/>
              </a:lnSpc>
              <a:defRPr sz="2000">
                <a:solidFill>
                  <a:schemeClr val="bg1"/>
                </a:solidFill>
                <a:latin typeface="+mj-lt"/>
              </a:defRPr>
            </a:lvl1pPr>
          </a:lstStyle>
          <a:p>
            <a:r>
              <a:rPr lang="en-US"/>
              <a:t>“Quote here”</a:t>
            </a:r>
          </a:p>
        </p:txBody>
      </p:sp>
    </p:spTree>
    <p:extLst>
      <p:ext uri="{BB962C8B-B14F-4D97-AF65-F5344CB8AC3E}">
        <p14:creationId xmlns:p14="http://schemas.microsoft.com/office/powerpoint/2010/main" val="126332744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6096000" y="1"/>
            <a:ext cx="60960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0" y="0"/>
            <a:ext cx="6096000" cy="6400800"/>
          </a:xfrm>
          <a:solidFill>
            <a:schemeClr val="tx1"/>
          </a:solidFill>
        </p:spPr>
        <p:txBody>
          <a:bodyPr/>
          <a:lstStyle>
            <a:lvl1pPr marL="0" indent="0" algn="ctr">
              <a:buNone/>
              <a:defRPr>
                <a:solidFill>
                  <a:schemeClr val="bg1"/>
                </a:solidFill>
              </a:defRPr>
            </a:lvl1pPr>
          </a:lstStyle>
          <a:p>
            <a:endParaRPr lang="en-US"/>
          </a:p>
        </p:txBody>
      </p:sp>
      <p:sp>
        <p:nvSpPr>
          <p:cNvPr id="5" name="Title 4">
            <a:extLst>
              <a:ext uri="{FF2B5EF4-FFF2-40B4-BE49-F238E27FC236}">
                <a16:creationId xmlns:a16="http://schemas.microsoft.com/office/drawing/2014/main" id="{BEB1F37B-9793-21EC-F340-83BFE965D5FB}"/>
              </a:ext>
            </a:extLst>
          </p:cNvPr>
          <p:cNvSpPr>
            <a:spLocks noGrp="1"/>
          </p:cNvSpPr>
          <p:nvPr>
            <p:ph type="title" hasCustomPrompt="1"/>
          </p:nvPr>
        </p:nvSpPr>
        <p:spPr>
          <a:xfrm>
            <a:off x="7010399" y="-1"/>
            <a:ext cx="4114801" cy="6400799"/>
          </a:xfrm>
          <a:prstGeom prst="rect">
            <a:avLst/>
          </a:prstGeom>
        </p:spPr>
        <p:txBody>
          <a:bodyPr>
            <a:normAutofit/>
          </a:bodyPr>
          <a:lstStyle>
            <a:lvl1pPr algn="ctr">
              <a:defRPr sz="2000">
                <a:solidFill>
                  <a:schemeClr val="bg1"/>
                </a:solidFill>
              </a:defRPr>
            </a:lvl1pPr>
          </a:lstStyle>
          <a:p>
            <a:r>
              <a:rPr lang="en-US"/>
              <a:t>“Quote here”</a:t>
            </a:r>
          </a:p>
        </p:txBody>
      </p:sp>
    </p:spTree>
    <p:extLst>
      <p:ext uri="{BB962C8B-B14F-4D97-AF65-F5344CB8AC3E}">
        <p14:creationId xmlns:p14="http://schemas.microsoft.com/office/powerpoint/2010/main" val="72026879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6916-4E23-4E78-B052-EED9A2792453}"/>
              </a:ext>
            </a:extLst>
          </p:cNvPr>
          <p:cNvSpPr>
            <a:spLocks noGrp="1"/>
          </p:cNvSpPr>
          <p:nvPr>
            <p:ph type="ctrTitle" hasCustomPrompt="1"/>
          </p:nvPr>
        </p:nvSpPr>
        <p:spPr>
          <a:xfrm>
            <a:off x="1066800" y="1143000"/>
            <a:ext cx="10058400" cy="3195536"/>
          </a:xfrm>
          <a:prstGeom prst="rect">
            <a:avLst/>
          </a:prstGeom>
        </p:spPr>
        <p:txBody>
          <a:bodyPr wrap="square" anchor="b">
            <a:normAutofit/>
          </a:bodyPr>
          <a:lstStyle>
            <a:lvl1pPr algn="ctr">
              <a:lnSpc>
                <a:spcPct val="150000"/>
              </a:lnSpc>
              <a:defRPr sz="4000" b="1" i="0">
                <a:solidFill>
                  <a:srgbClr val="311E57"/>
                </a:solidFill>
                <a:latin typeface="+mj-lt"/>
                <a:cs typeface="Arial" panose="020B0604020202020204" pitchFamily="34" charset="0"/>
              </a:defRPr>
            </a:lvl1pPr>
          </a:lstStyle>
          <a:p>
            <a:r>
              <a:rPr lang="en-US"/>
              <a:t>Quote</a:t>
            </a:r>
          </a:p>
        </p:txBody>
      </p:sp>
      <p:sp>
        <p:nvSpPr>
          <p:cNvPr id="3" name="Subtitle 2">
            <a:extLst>
              <a:ext uri="{FF2B5EF4-FFF2-40B4-BE49-F238E27FC236}">
                <a16:creationId xmlns:a16="http://schemas.microsoft.com/office/drawing/2014/main" id="{CE96AA36-0472-4813-A319-EA8C258D8526}"/>
              </a:ext>
            </a:extLst>
          </p:cNvPr>
          <p:cNvSpPr>
            <a:spLocks noGrp="1"/>
          </p:cNvSpPr>
          <p:nvPr>
            <p:ph type="subTitle" idx="1" hasCustomPrompt="1"/>
          </p:nvPr>
        </p:nvSpPr>
        <p:spPr>
          <a:xfrm>
            <a:off x="1066800" y="5715001"/>
            <a:ext cx="10058400" cy="457200"/>
          </a:xfrm>
        </p:spPr>
        <p:txBody>
          <a:bodyPr wrap="square" tIns="91440">
            <a:normAutofit/>
          </a:bodyPr>
          <a:lstStyle>
            <a:lvl1pPr marL="0" indent="0" algn="r">
              <a:buNone/>
              <a:defRPr sz="1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Credit</a:t>
            </a:r>
          </a:p>
        </p:txBody>
      </p:sp>
      <p:sp>
        <p:nvSpPr>
          <p:cNvPr id="4" name="Text Placeholder 16">
            <a:extLst>
              <a:ext uri="{FF2B5EF4-FFF2-40B4-BE49-F238E27FC236}">
                <a16:creationId xmlns:a16="http://schemas.microsoft.com/office/drawing/2014/main" id="{6097ED92-D201-561A-7478-554982766C77}"/>
              </a:ext>
            </a:extLst>
          </p:cNvPr>
          <p:cNvSpPr>
            <a:spLocks noGrp="1"/>
          </p:cNvSpPr>
          <p:nvPr>
            <p:ph type="body" sz="quarter" idx="18" hasCustomPrompt="1"/>
          </p:nvPr>
        </p:nvSpPr>
        <p:spPr>
          <a:xfrm>
            <a:off x="612648"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157495184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00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4699-EC33-4296-C2C6-10D1E2B91098}"/>
              </a:ext>
            </a:extLst>
          </p:cNvPr>
          <p:cNvSpPr>
            <a:spLocks noGrp="1"/>
          </p:cNvSpPr>
          <p:nvPr>
            <p:ph type="title" hasCustomPrompt="1"/>
          </p:nvPr>
        </p:nvSpPr>
        <p:spPr>
          <a:xfrm>
            <a:off x="609599" y="685800"/>
            <a:ext cx="10972801" cy="1143000"/>
          </a:xfrm>
          <a:prstGeom prst="rect">
            <a:avLst/>
          </a:prstGeom>
        </p:spPr>
        <p:txBody>
          <a:bodyPr anchor="ctr">
            <a:normAutofit/>
          </a:bodyPr>
          <a:lstStyle>
            <a:lvl1pPr>
              <a:defRPr sz="3200">
                <a:solidFill>
                  <a:srgbClr val="311E57"/>
                </a:solidFill>
              </a:defRPr>
            </a:lvl1pPr>
          </a:lstStyle>
          <a:p>
            <a:r>
              <a:rPr lang="en-US"/>
              <a:t>Headline</a:t>
            </a:r>
          </a:p>
        </p:txBody>
      </p:sp>
      <p:sp>
        <p:nvSpPr>
          <p:cNvPr id="3" name="Content Placeholder 2">
            <a:extLst>
              <a:ext uri="{FF2B5EF4-FFF2-40B4-BE49-F238E27FC236}">
                <a16:creationId xmlns:a16="http://schemas.microsoft.com/office/drawing/2014/main" id="{BE0C9463-A06F-F3CE-E62E-F0738F76ABD3}"/>
              </a:ext>
            </a:extLst>
          </p:cNvPr>
          <p:cNvSpPr>
            <a:spLocks noGrp="1"/>
          </p:cNvSpPr>
          <p:nvPr>
            <p:ph idx="1" hasCustomPrompt="1"/>
          </p:nvPr>
        </p:nvSpPr>
        <p:spPr>
          <a:xfrm>
            <a:off x="609599" y="1828800"/>
            <a:ext cx="10972801" cy="4343400"/>
          </a:xfrm>
        </p:spPr>
        <p:txBody>
          <a:bodyPr>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buClr>
                <a:schemeClr val="tx1"/>
              </a:buClr>
              <a:defRPr sz="2000">
                <a:solidFill>
                  <a:srgbClr val="6C7986"/>
                </a:solidFill>
              </a:defRPr>
            </a:lvl4pPr>
            <a:lvl5pPr>
              <a:lnSpc>
                <a:spcPct val="150000"/>
              </a:lnSpc>
              <a:buClr>
                <a:schemeClr val="tx1"/>
              </a:buClr>
              <a:defRPr sz="2000">
                <a:solidFill>
                  <a:srgbClr val="6C7986"/>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Text Placeholder 16">
            <a:extLst>
              <a:ext uri="{FF2B5EF4-FFF2-40B4-BE49-F238E27FC236}">
                <a16:creationId xmlns:a16="http://schemas.microsoft.com/office/drawing/2014/main" id="{74B8D4E6-B726-EB36-6EEF-9A56D3977377}"/>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120932180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00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4699-EC33-4296-C2C6-10D1E2B91098}"/>
              </a:ext>
            </a:extLst>
          </p:cNvPr>
          <p:cNvSpPr>
            <a:spLocks noGrp="1"/>
          </p:cNvSpPr>
          <p:nvPr>
            <p:ph type="title" hasCustomPrompt="1"/>
          </p:nvPr>
        </p:nvSpPr>
        <p:spPr>
          <a:xfrm>
            <a:off x="609599" y="685800"/>
            <a:ext cx="10972801" cy="1143000"/>
          </a:xfrm>
          <a:prstGeom prst="rect">
            <a:avLst/>
          </a:prstGeom>
        </p:spPr>
        <p:txBody>
          <a:bodyPr anchor="ctr">
            <a:normAutofit/>
          </a:bodyPr>
          <a:lstStyle>
            <a:lvl1pPr>
              <a:defRPr sz="3200">
                <a:solidFill>
                  <a:srgbClr val="311E57"/>
                </a:solidFill>
              </a:defRPr>
            </a:lvl1pPr>
          </a:lstStyle>
          <a:p>
            <a:r>
              <a:rPr lang="en-US"/>
              <a:t>Headline</a:t>
            </a:r>
          </a:p>
        </p:txBody>
      </p:sp>
      <p:sp>
        <p:nvSpPr>
          <p:cNvPr id="3" name="Content Placeholder 2">
            <a:extLst>
              <a:ext uri="{FF2B5EF4-FFF2-40B4-BE49-F238E27FC236}">
                <a16:creationId xmlns:a16="http://schemas.microsoft.com/office/drawing/2014/main" id="{BE0C9463-A06F-F3CE-E62E-F0738F76ABD3}"/>
              </a:ext>
            </a:extLst>
          </p:cNvPr>
          <p:cNvSpPr>
            <a:spLocks noGrp="1"/>
          </p:cNvSpPr>
          <p:nvPr>
            <p:ph idx="1" hasCustomPrompt="1"/>
          </p:nvPr>
        </p:nvSpPr>
        <p:spPr>
          <a:xfrm>
            <a:off x="609599" y="1828800"/>
            <a:ext cx="10972801" cy="1143000"/>
          </a:xfrm>
        </p:spPr>
        <p:txBody>
          <a:bodyPr>
            <a:normAutofit/>
          </a:bodyPr>
          <a:lstStyle>
            <a:lvl1pPr marL="0" indent="0">
              <a:lnSpc>
                <a:spcPct val="150000"/>
              </a:lnSpc>
              <a:buNone/>
              <a:defRPr sz="16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5" name="Text Placeholder 16">
            <a:extLst>
              <a:ext uri="{FF2B5EF4-FFF2-40B4-BE49-F238E27FC236}">
                <a16:creationId xmlns:a16="http://schemas.microsoft.com/office/drawing/2014/main" id="{74B8D4E6-B726-EB36-6EEF-9A56D3977377}"/>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Rectangle 3">
            <a:extLst>
              <a:ext uri="{FF2B5EF4-FFF2-40B4-BE49-F238E27FC236}">
                <a16:creationId xmlns:a16="http://schemas.microsoft.com/office/drawing/2014/main" id="{628C9C4F-A6F4-D4C0-4739-5DDEE1A57838}"/>
              </a:ext>
            </a:extLst>
          </p:cNvPr>
          <p:cNvSpPr/>
          <p:nvPr userDrawn="1"/>
        </p:nvSpPr>
        <p:spPr>
          <a:xfrm>
            <a:off x="0" y="2971800"/>
            <a:ext cx="12192000" cy="34497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59297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100 Tab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9503-5610-C243-8816-778741646BB6}"/>
              </a:ext>
            </a:extLst>
          </p:cNvPr>
          <p:cNvSpPr>
            <a:spLocks noGrp="1"/>
          </p:cNvSpPr>
          <p:nvPr>
            <p:ph type="title" hasCustomPrompt="1"/>
          </p:nvPr>
        </p:nvSpPr>
        <p:spPr>
          <a:xfrm>
            <a:off x="609600" y="685800"/>
            <a:ext cx="10972800" cy="1143000"/>
          </a:xfrm>
          <a:prstGeom prst="rect">
            <a:avLst/>
          </a:prstGeom>
        </p:spPr>
        <p:txBody>
          <a:bodyPr>
            <a:noAutofit/>
          </a:bodyPr>
          <a:lstStyle>
            <a:lvl1pPr>
              <a:defRPr>
                <a:solidFill>
                  <a:srgbClr val="311E57"/>
                </a:solidFill>
              </a:defRPr>
            </a:lvl1pPr>
          </a:lstStyle>
          <a:p>
            <a:r>
              <a:rPr lang="en-US"/>
              <a:t>Headline</a:t>
            </a:r>
          </a:p>
        </p:txBody>
      </p:sp>
      <p:sp>
        <p:nvSpPr>
          <p:cNvPr id="7" name="Table Placeholder 6">
            <a:extLst>
              <a:ext uri="{FF2B5EF4-FFF2-40B4-BE49-F238E27FC236}">
                <a16:creationId xmlns:a16="http://schemas.microsoft.com/office/drawing/2014/main" id="{65B68517-CD6D-5044-904D-D4FB4B5A2843}"/>
              </a:ext>
            </a:extLst>
          </p:cNvPr>
          <p:cNvSpPr>
            <a:spLocks noGrp="1"/>
          </p:cNvSpPr>
          <p:nvPr>
            <p:ph type="tbl" sz="quarter" idx="14"/>
          </p:nvPr>
        </p:nvSpPr>
        <p:spPr>
          <a:xfrm>
            <a:off x="609599" y="2057401"/>
            <a:ext cx="10972801" cy="4114800"/>
          </a:xfrm>
        </p:spPr>
        <p:txBody>
          <a:bodyPr anchor="ctr">
            <a:noAutofit/>
          </a:bodyPr>
          <a:lstStyle>
            <a:lvl1pPr marL="0" indent="0" algn="ctr">
              <a:buNone/>
              <a:defRPr/>
            </a:lvl1pPr>
          </a:lstStyle>
          <a:p>
            <a:r>
              <a:rPr lang="en-US"/>
              <a:t>Click icon to add table</a:t>
            </a:r>
          </a:p>
        </p:txBody>
      </p:sp>
      <p:sp>
        <p:nvSpPr>
          <p:cNvPr id="3" name="Text Placeholder 16">
            <a:extLst>
              <a:ext uri="{FF2B5EF4-FFF2-40B4-BE49-F238E27FC236}">
                <a16:creationId xmlns:a16="http://schemas.microsoft.com/office/drawing/2014/main" id="{48C77CDA-113D-2741-2919-27D074C3226C}"/>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287665079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70/30 Content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7924800" y="0"/>
            <a:ext cx="42672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0"/>
            <a:ext cx="6857999" cy="4343399"/>
          </a:xfrm>
        </p:spPr>
        <p:txBody>
          <a:bodyPr tIns="182880" rIns="0"/>
          <a:lstStyle>
            <a:lvl1pPr marL="0" indent="0">
              <a:lnSpc>
                <a:spcPct val="150000"/>
              </a:lnSpc>
              <a:buNone/>
              <a:defRPr sz="1600" b="0" i="0">
                <a:solidFill>
                  <a:srgbClr val="6C7986"/>
                </a:solidFill>
                <a:latin typeface="+mn-lt"/>
                <a:ea typeface="Inter" panose="02000503000000020004"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F3BD6D1C-87EB-4D74-D690-208C0345835F}"/>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1">
            <a:extLst>
              <a:ext uri="{FF2B5EF4-FFF2-40B4-BE49-F238E27FC236}">
                <a16:creationId xmlns:a16="http://schemas.microsoft.com/office/drawing/2014/main" id="{FFDCFDA5-2AFB-25DA-1D77-389F4C8FE348}"/>
              </a:ext>
            </a:extLst>
          </p:cNvPr>
          <p:cNvSpPr>
            <a:spLocks noGrp="1"/>
          </p:cNvSpPr>
          <p:nvPr>
            <p:ph type="title"/>
          </p:nvPr>
        </p:nvSpPr>
        <p:spPr>
          <a:xfrm>
            <a:off x="609600" y="685800"/>
            <a:ext cx="6857999"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227119604"/>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0/30 Content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599" y="685800"/>
            <a:ext cx="6857999" cy="1128422"/>
          </a:xfrm>
          <a:prstGeom prst="rect">
            <a:avLst/>
          </a:prstGeom>
        </p:spPr>
        <p:txBody>
          <a:bodyPr wrap="square" bIns="91440" anchor="b">
            <a:noAutofit/>
          </a:bodyPr>
          <a:lstStyle>
            <a:lvl1pPr>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8382000" y="1143000"/>
            <a:ext cx="3200400" cy="5029200"/>
          </a:xfrm>
        </p:spPr>
        <p:txBody>
          <a:bodyPr wrap="square" tIns="0" anchor="t">
            <a:normAutofit/>
          </a:bodyPr>
          <a:lstStyle>
            <a:lvl1pPr marL="0" indent="0">
              <a:buNone/>
              <a:defRPr sz="2200" b="1">
                <a:solidFill>
                  <a:srgbClr val="311E57"/>
                </a:solidFill>
              </a:defRPr>
            </a:lvl1pPr>
            <a:lvl2pPr marL="457200" indent="0">
              <a:buNone/>
              <a:defRPr sz="2200" b="1">
                <a:solidFill>
                  <a:srgbClr val="311E57"/>
                </a:solidFill>
              </a:defRPr>
            </a:lvl2pPr>
            <a:lvl3pPr marL="914400" indent="0">
              <a:buNone/>
              <a:defRPr sz="2200" b="1">
                <a:solidFill>
                  <a:srgbClr val="311E57"/>
                </a:solidFill>
              </a:defRPr>
            </a:lvl3pPr>
            <a:lvl4pPr marL="1371600" indent="0">
              <a:buNone/>
              <a:defRPr sz="2200" b="1">
                <a:solidFill>
                  <a:srgbClr val="311E57"/>
                </a:solidFill>
              </a:defRPr>
            </a:lvl4pPr>
            <a:lvl5pPr marL="1828800" indent="0">
              <a:buNone/>
              <a:defRPr sz="2200" b="1">
                <a:solidFill>
                  <a:srgbClr val="311E57"/>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599" y="1828800"/>
            <a:ext cx="6858001" cy="4343400"/>
          </a:xfrm>
        </p:spPr>
        <p:txBody>
          <a:bodyPr wrap="square" tIns="91440"/>
          <a:lstStyle>
            <a:lvl1pPr marL="0" indent="0">
              <a:lnSpc>
                <a:spcPct val="150000"/>
              </a:lnSpc>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 name="Text Placeholder 16">
            <a:extLst>
              <a:ext uri="{FF2B5EF4-FFF2-40B4-BE49-F238E27FC236}">
                <a16:creationId xmlns:a16="http://schemas.microsoft.com/office/drawing/2014/main" id="{92159EDE-DD2C-8F64-9DAB-D5BBD204DEF8}"/>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pic>
        <p:nvPicPr>
          <p:cNvPr id="4" name="Picture 3">
            <a:extLst>
              <a:ext uri="{FF2B5EF4-FFF2-40B4-BE49-F238E27FC236}">
                <a16:creationId xmlns:a16="http://schemas.microsoft.com/office/drawing/2014/main" id="{E142A75E-0222-9333-592C-A0F618BDD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0452" y="6415378"/>
            <a:ext cx="1568514" cy="442622"/>
          </a:xfrm>
          <a:prstGeom prst="rect">
            <a:avLst/>
          </a:prstGeom>
        </p:spPr>
      </p:pic>
    </p:spTree>
    <p:extLst>
      <p:ext uri="{BB962C8B-B14F-4D97-AF65-F5344CB8AC3E}">
        <p14:creationId xmlns:p14="http://schemas.microsoft.com/office/powerpoint/2010/main" val="4052063601"/>
      </p:ext>
    </p:extLst>
  </p:cSld>
  <p:clrMapOvr>
    <a:masterClrMapping/>
  </p:clrMapOvr>
  <p:extLst>
    <p:ext uri="{DCECCB84-F9BA-43D5-87BE-67443E8EF086}">
      <p15:sldGuideLst xmlns:p15="http://schemas.microsoft.com/office/powerpoint/2012/main">
        <p15:guide id="1" orient="horz" pos="1152">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70/30 Conten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6400800" cy="1143000"/>
          </a:xfrm>
          <a:prstGeom prst="rect">
            <a:avLst/>
          </a:prstGeom>
        </p:spPr>
        <p:txBody>
          <a:bodyPr wrap="square" bIns="91440" anchor="b">
            <a:noAutofit/>
          </a:bodyPr>
          <a:lstStyle>
            <a:lvl1pPr>
              <a:lnSpc>
                <a:spcPct val="100000"/>
              </a:lnSpc>
              <a:defRPr sz="3200">
                <a:solidFill>
                  <a:srgbClr val="311E57"/>
                </a:solidFill>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1828800"/>
            <a:ext cx="6400800" cy="4343400"/>
          </a:xfrm>
        </p:spPr>
        <p:txBody>
          <a:bodyPr wrap="square" tIns="9144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7924800" y="1828800"/>
            <a:ext cx="3657599" cy="4343400"/>
          </a:xfrm>
        </p:spPr>
        <p:txBody>
          <a:bodyPr wrap="square" tIns="9144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7924800" y="685800"/>
            <a:ext cx="3657600" cy="1143000"/>
          </a:xfrm>
        </p:spPr>
        <p:txBody>
          <a:bodyPr wrap="square" bIns="91440" anchor="b">
            <a:noAutofit/>
          </a:bodyPr>
          <a:lstStyle>
            <a:lvl1pPr marL="0" indent="0">
              <a:lnSpc>
                <a:spcPct val="100000"/>
              </a:lnSpc>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9" name="Straight Connector 8">
            <a:extLst>
              <a:ext uri="{FF2B5EF4-FFF2-40B4-BE49-F238E27FC236}">
                <a16:creationId xmlns:a16="http://schemas.microsoft.com/office/drawing/2014/main" id="{3282B8DB-4777-95A3-ECFA-28238F4A854E}"/>
              </a:ext>
            </a:extLst>
          </p:cNvPr>
          <p:cNvCxnSpPr/>
          <p:nvPr userDrawn="1"/>
        </p:nvCxnSpPr>
        <p:spPr>
          <a:xfrm>
            <a:off x="7469436"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8825604"/>
      </p:ext>
    </p:extLst>
  </p:cSld>
  <p:clrMapOvr>
    <a:masterClrMapping/>
  </p:clrMapOvr>
  <p:extLst>
    <p:ext uri="{DCECCB84-F9BA-43D5-87BE-67443E8EF086}">
      <p15:sldGuideLst xmlns:p15="http://schemas.microsoft.com/office/powerpoint/2012/main"/>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0/30 Content 4">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90D00E-08B9-196F-0068-6BA9FC9CB0C8}"/>
              </a:ext>
            </a:extLst>
          </p:cNvPr>
          <p:cNvSpPr>
            <a:spLocks noGrp="1"/>
          </p:cNvSpPr>
          <p:nvPr>
            <p:ph type="pic" sz="quarter" idx="15" hasCustomPrompt="1"/>
          </p:nvPr>
        </p:nvSpPr>
        <p:spPr>
          <a:xfrm>
            <a:off x="609599" y="2057399"/>
            <a:ext cx="685800" cy="685800"/>
          </a:xfrm>
        </p:spPr>
        <p:txBody>
          <a:bodyPr anchor="t">
            <a:normAutofit/>
          </a:bodyPr>
          <a:lstStyle>
            <a:lvl1pPr marL="0" indent="0" algn="ctr">
              <a:buNone/>
              <a:defRPr sz="1800"/>
            </a:lvl1pPr>
          </a:lstStyle>
          <a:p>
            <a:r>
              <a:rPr lang="en-US"/>
              <a:t>Icon</a:t>
            </a:r>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6400800" cy="1143000"/>
          </a:xfrm>
          <a:prstGeom prst="rect">
            <a:avLst/>
          </a:prstGeom>
        </p:spPr>
        <p:txBody>
          <a:bodyPr wrap="square" bIns="91440" anchor="t">
            <a:noAutofit/>
          </a:bodyPr>
          <a:lstStyle>
            <a:lvl1pPr>
              <a:defRPr sz="3200">
                <a:solidFill>
                  <a:srgbClr val="311E57"/>
                </a:solidFill>
                <a:latin typeface="+mj-lt"/>
              </a:defRPr>
            </a:lvl1pPr>
          </a:lstStyle>
          <a:p>
            <a:r>
              <a:rPr lang="en-US"/>
              <a:t>Headline</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1524000" y="2062064"/>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7924800" y="685800"/>
            <a:ext cx="3657600" cy="1143000"/>
          </a:xfrm>
        </p:spPr>
        <p:txBody>
          <a:bodyPr wrap="square" bIns="91440" anchor="b">
            <a:noAutofit/>
          </a:bodyPr>
          <a:lstStyle>
            <a:lvl1pPr marL="0" indent="0">
              <a:lnSpc>
                <a:spcPct val="100000"/>
              </a:lnSpc>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8" name="Straight Connector 7">
            <a:extLst>
              <a:ext uri="{FF2B5EF4-FFF2-40B4-BE49-F238E27FC236}">
                <a16:creationId xmlns:a16="http://schemas.microsoft.com/office/drawing/2014/main" id="{2247B606-63A1-3A5D-A5E7-9CFDA826F193}"/>
              </a:ext>
            </a:extLst>
          </p:cNvPr>
          <p:cNvCxnSpPr/>
          <p:nvPr userDrawn="1"/>
        </p:nvCxnSpPr>
        <p:spPr>
          <a:xfrm>
            <a:off x="7469436"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88FB08CD-726C-A0AB-027E-1409AC85B586}"/>
              </a:ext>
            </a:extLst>
          </p:cNvPr>
          <p:cNvSpPr>
            <a:spLocks noGrp="1"/>
          </p:cNvSpPr>
          <p:nvPr>
            <p:ph type="pic" sz="quarter" idx="25" hasCustomPrompt="1"/>
          </p:nvPr>
        </p:nvSpPr>
        <p:spPr>
          <a:xfrm>
            <a:off x="609600" y="3126796"/>
            <a:ext cx="685800" cy="6858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B4B852E8-6B97-8672-37AE-3A44A720E276}"/>
              </a:ext>
            </a:extLst>
          </p:cNvPr>
          <p:cNvSpPr>
            <a:spLocks noGrp="1"/>
          </p:cNvSpPr>
          <p:nvPr>
            <p:ph type="pic" sz="quarter" idx="26" hasCustomPrompt="1"/>
          </p:nvPr>
        </p:nvSpPr>
        <p:spPr>
          <a:xfrm>
            <a:off x="609600" y="4196192"/>
            <a:ext cx="685800" cy="685800"/>
          </a:xfrm>
        </p:spPr>
        <p:txBody>
          <a:bodyPr anchor="t">
            <a:normAutofit/>
          </a:bodyPr>
          <a:lstStyle>
            <a:lvl1pPr marL="0" indent="0" algn="ctr">
              <a:buNone/>
              <a:defRPr sz="1800"/>
            </a:lvl1pPr>
          </a:lstStyle>
          <a:p>
            <a:r>
              <a:rPr lang="en-US"/>
              <a:t>Icon</a:t>
            </a:r>
          </a:p>
        </p:txBody>
      </p:sp>
      <p:sp>
        <p:nvSpPr>
          <p:cNvPr id="13" name="Picture Placeholder 8">
            <a:extLst>
              <a:ext uri="{FF2B5EF4-FFF2-40B4-BE49-F238E27FC236}">
                <a16:creationId xmlns:a16="http://schemas.microsoft.com/office/drawing/2014/main" id="{FECAC954-3186-2E12-7131-371C378C0C0A}"/>
              </a:ext>
            </a:extLst>
          </p:cNvPr>
          <p:cNvSpPr>
            <a:spLocks noGrp="1"/>
          </p:cNvSpPr>
          <p:nvPr>
            <p:ph type="pic" sz="quarter" idx="27" hasCustomPrompt="1"/>
          </p:nvPr>
        </p:nvSpPr>
        <p:spPr>
          <a:xfrm>
            <a:off x="609600" y="5265588"/>
            <a:ext cx="685800" cy="685800"/>
          </a:xfrm>
        </p:spPr>
        <p:txBody>
          <a:bodyPr anchor="t">
            <a:normAutofit/>
          </a:bodyPr>
          <a:lstStyle>
            <a:lvl1pPr marL="0" indent="0" algn="ctr">
              <a:buNone/>
              <a:defRPr sz="1800"/>
            </a:lvl1pPr>
          </a:lstStyle>
          <a:p>
            <a:r>
              <a:rPr lang="en-US"/>
              <a:t>Icon</a:t>
            </a:r>
          </a:p>
        </p:txBody>
      </p:sp>
      <p:sp>
        <p:nvSpPr>
          <p:cNvPr id="4" name="Text Placeholder 3">
            <a:extLst>
              <a:ext uri="{FF2B5EF4-FFF2-40B4-BE49-F238E27FC236}">
                <a16:creationId xmlns:a16="http://schemas.microsoft.com/office/drawing/2014/main" id="{E461C6A8-289E-EBC4-312B-75C8BFB84ED0}"/>
              </a:ext>
            </a:extLst>
          </p:cNvPr>
          <p:cNvSpPr>
            <a:spLocks noGrp="1"/>
          </p:cNvSpPr>
          <p:nvPr>
            <p:ph type="body" sz="half" idx="28" hasCustomPrompt="1"/>
          </p:nvPr>
        </p:nvSpPr>
        <p:spPr>
          <a:xfrm>
            <a:off x="1524000" y="3126796"/>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5" name="Text Placeholder 3">
            <a:extLst>
              <a:ext uri="{FF2B5EF4-FFF2-40B4-BE49-F238E27FC236}">
                <a16:creationId xmlns:a16="http://schemas.microsoft.com/office/drawing/2014/main" id="{BBC7ED92-5999-3B07-CF66-ACA7795F2415}"/>
              </a:ext>
            </a:extLst>
          </p:cNvPr>
          <p:cNvSpPr>
            <a:spLocks noGrp="1"/>
          </p:cNvSpPr>
          <p:nvPr>
            <p:ph type="body" sz="half" idx="29" hasCustomPrompt="1"/>
          </p:nvPr>
        </p:nvSpPr>
        <p:spPr>
          <a:xfrm>
            <a:off x="1524000" y="4191528"/>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4" name="Text Placeholder 3">
            <a:extLst>
              <a:ext uri="{FF2B5EF4-FFF2-40B4-BE49-F238E27FC236}">
                <a16:creationId xmlns:a16="http://schemas.microsoft.com/office/drawing/2014/main" id="{05C7689D-2BFE-F5C7-B94E-56C7D005F95E}"/>
              </a:ext>
            </a:extLst>
          </p:cNvPr>
          <p:cNvSpPr>
            <a:spLocks noGrp="1"/>
          </p:cNvSpPr>
          <p:nvPr>
            <p:ph type="body" sz="half" idx="30" hasCustomPrompt="1"/>
          </p:nvPr>
        </p:nvSpPr>
        <p:spPr>
          <a:xfrm>
            <a:off x="1524000" y="5265588"/>
            <a:ext cx="54864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5" name="Text Placeholder 3">
            <a:extLst>
              <a:ext uri="{FF2B5EF4-FFF2-40B4-BE49-F238E27FC236}">
                <a16:creationId xmlns:a16="http://schemas.microsoft.com/office/drawing/2014/main" id="{7E828F81-3CE5-6420-7BF8-4C36E9ADA26F}"/>
              </a:ext>
            </a:extLst>
          </p:cNvPr>
          <p:cNvSpPr>
            <a:spLocks noGrp="1"/>
          </p:cNvSpPr>
          <p:nvPr>
            <p:ph type="body" sz="half" idx="31" hasCustomPrompt="1"/>
          </p:nvPr>
        </p:nvSpPr>
        <p:spPr>
          <a:xfrm>
            <a:off x="7924800" y="1828800"/>
            <a:ext cx="3657600" cy="4343400"/>
          </a:xfrm>
        </p:spPr>
        <p:txBody>
          <a:bodyPr wrap="square" tIns="182880">
            <a:normAutofit/>
          </a:bodyPr>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3955803973"/>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60/4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5943600" cy="5486400"/>
          </a:xfrm>
          <a:prstGeom prst="rect">
            <a:avLst/>
          </a:prstGeom>
        </p:spPr>
        <p:txBody>
          <a:bodyPr wrap="square" tIns="0" bIns="0" anchor="ctr">
            <a:noAutofit/>
          </a:bodyPr>
          <a:lstStyle>
            <a:lvl1pPr>
              <a:lnSpc>
                <a:spcPct val="100000"/>
              </a:lnSpc>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7467600" y="685800"/>
            <a:ext cx="4114800" cy="5486400"/>
          </a:xfrm>
        </p:spPr>
        <p:txBody>
          <a:bodyPr wrap="square" anchor="ctr">
            <a:normAutofit/>
          </a:bodyPr>
          <a:lstStyle>
            <a:lvl1pPr marL="0" indent="0">
              <a:buNone/>
              <a:defRPr sz="2200">
                <a:solidFill>
                  <a:srgbClr val="6C7986"/>
                </a:solidFill>
              </a:defRPr>
            </a:lvl1pPr>
            <a:lvl2pPr>
              <a:buClr>
                <a:schemeClr val="tx1"/>
              </a:buClr>
              <a:defRPr sz="2200">
                <a:solidFill>
                  <a:srgbClr val="6C7986"/>
                </a:solidFill>
              </a:defRPr>
            </a:lvl2pPr>
            <a:lvl3pPr>
              <a:buClr>
                <a:schemeClr val="tx1"/>
              </a:buClr>
              <a:defRPr sz="2200">
                <a:solidFill>
                  <a:srgbClr val="6C7986"/>
                </a:solidFill>
              </a:defRPr>
            </a:lvl3pPr>
            <a:lvl4pPr>
              <a:buClr>
                <a:schemeClr val="tx1"/>
              </a:buClr>
              <a:defRPr sz="2200">
                <a:solidFill>
                  <a:srgbClr val="6C7986"/>
                </a:solidFill>
              </a:defRPr>
            </a:lvl4pPr>
            <a:lvl5pPr>
              <a:buClr>
                <a:schemeClr val="tx1"/>
              </a:buClr>
              <a:defRPr sz="22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4640C156-F7E8-84A6-70A7-A17F311F38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0452" y="6415378"/>
            <a:ext cx="1568514" cy="442622"/>
          </a:xfrm>
          <a:prstGeom prst="rect">
            <a:avLst/>
          </a:prstGeom>
        </p:spPr>
      </p:pic>
    </p:spTree>
    <p:extLst>
      <p:ext uri="{BB962C8B-B14F-4D97-AF65-F5344CB8AC3E}">
        <p14:creationId xmlns:p14="http://schemas.microsoft.com/office/powerpoint/2010/main" val="2102206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60/40 Content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5943600" cy="1143000"/>
          </a:xfrm>
          <a:prstGeom prst="rect">
            <a:avLst/>
          </a:prstGeom>
        </p:spPr>
        <p:txBody>
          <a:bodyPr wrap="square" anchor="b">
            <a:noAutofit/>
          </a:bodyPr>
          <a:lstStyle>
            <a:lvl1pPr>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7467600" y="685800"/>
            <a:ext cx="4114800" cy="5486400"/>
          </a:xfrm>
        </p:spPr>
        <p:txBody>
          <a:bodyPr wrap="square" anchor="ctr">
            <a:normAutofit/>
          </a:bodyPr>
          <a:lstStyle>
            <a:lvl1pPr marL="0" indent="0">
              <a:buNone/>
              <a:defRPr sz="2400">
                <a:solidFill>
                  <a:srgbClr val="6C7986"/>
                </a:solidFill>
              </a:defRPr>
            </a:lvl1pPr>
            <a:lvl2pPr>
              <a:buClr>
                <a:schemeClr val="tx1"/>
              </a:buClr>
              <a:defRPr sz="2400">
                <a:solidFill>
                  <a:srgbClr val="6C7986"/>
                </a:solidFill>
              </a:defRPr>
            </a:lvl2pPr>
            <a:lvl3pPr>
              <a:buClr>
                <a:schemeClr val="tx1"/>
              </a:buClr>
              <a:defRPr sz="2400">
                <a:solidFill>
                  <a:srgbClr val="6C7986"/>
                </a:solidFill>
              </a:defRPr>
            </a:lvl3pPr>
            <a:lvl4pPr>
              <a:defRPr sz="2400">
                <a:solidFill>
                  <a:srgbClr val="6C7986"/>
                </a:solidFill>
              </a:defRPr>
            </a:lvl4pPr>
            <a:lvl5pPr>
              <a:defRPr sz="24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1" y="1828800"/>
            <a:ext cx="5943599" cy="4343400"/>
          </a:xfrm>
        </p:spPr>
        <p:txBody>
          <a:bodyPr wrap="square" tIns="182880"/>
          <a:lstStyle>
            <a:lvl1pPr marL="285750" indent="-285750">
              <a:lnSpc>
                <a:spcPct val="150000"/>
              </a:lnSpc>
              <a:buFont typeface="Arial" panose="020B0604020202020204" pitchFamily="34" charset="0"/>
              <a:buChar char="•"/>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pic>
        <p:nvPicPr>
          <p:cNvPr id="3" name="Picture 2">
            <a:extLst>
              <a:ext uri="{FF2B5EF4-FFF2-40B4-BE49-F238E27FC236}">
                <a16:creationId xmlns:a16="http://schemas.microsoft.com/office/drawing/2014/main" id="{005F01B4-9812-2D87-248C-043967657C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0452" y="6415378"/>
            <a:ext cx="1568514" cy="442622"/>
          </a:xfrm>
          <a:prstGeom prst="rect">
            <a:avLst/>
          </a:prstGeom>
        </p:spPr>
      </p:pic>
      <p:sp>
        <p:nvSpPr>
          <p:cNvPr id="4" name="Text Placeholder 16">
            <a:extLst>
              <a:ext uri="{FF2B5EF4-FFF2-40B4-BE49-F238E27FC236}">
                <a16:creationId xmlns:a16="http://schemas.microsoft.com/office/drawing/2014/main" id="{B8A96BB6-D77D-0798-8513-73E2AB5973FB}"/>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604422133"/>
      </p:ext>
    </p:extLst>
  </p:cSld>
  <p:clrMapOvr>
    <a:masterClrMapping/>
  </p:clrMapOvr>
  <p:extLst>
    <p:ext uri="{DCECCB84-F9BA-43D5-87BE-67443E8EF086}">
      <p15:sldGuideLst xmlns:p15="http://schemas.microsoft.com/office/powerpoint/2012/main"/>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60/40 Content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70104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943600" cy="1142999"/>
          </a:xfrm>
          <a:prstGeom prst="rect">
            <a:avLst/>
          </a:prstGeom>
        </p:spPr>
        <p:txBody>
          <a:bodyPr anchor="b">
            <a:noAutofit/>
          </a:bodyPr>
          <a:lstStyle>
            <a:lvl1pPr>
              <a:defRPr sz="3200">
                <a:solidFill>
                  <a:srgbClr val="FFFFFF"/>
                </a:solidFill>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9436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59436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3BBCDB36-94CC-DA2F-862C-791EFBCA0D35}"/>
              </a:ext>
            </a:extLst>
          </p:cNvPr>
          <p:cNvSpPr>
            <a:spLocks noGrp="1"/>
          </p:cNvSpPr>
          <p:nvPr>
            <p:ph type="pic" sz="quarter" idx="10"/>
          </p:nvPr>
        </p:nvSpPr>
        <p:spPr>
          <a:xfrm>
            <a:off x="7010400" y="0"/>
            <a:ext cx="5181600" cy="6400800"/>
          </a:xfrm>
          <a:solidFill>
            <a:schemeClr val="tx1"/>
          </a:solidFill>
        </p:spPr>
        <p:txBody>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372435079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60/40 Conten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7010399" y="685799"/>
            <a:ext cx="5181601" cy="3886201"/>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685800"/>
            <a:ext cx="5943600" cy="1143000"/>
          </a:xfrm>
          <a:prstGeom prst="rect">
            <a:avLst/>
          </a:prstGeom>
        </p:spPr>
        <p:txBody>
          <a:bodyPr rIns="0" anchor="b">
            <a:noAutofit/>
          </a:bodyPr>
          <a:lstStyle>
            <a:lvl1pPr>
              <a:defRPr sz="3200">
                <a:solidFill>
                  <a:srgbClr val="311E57"/>
                </a:solidFill>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0"/>
            <a:ext cx="5943600" cy="2743200"/>
          </a:xfrm>
        </p:spPr>
        <p:txBody>
          <a:bodyPr tIns="182880" rIns="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E28DDB66-B2C6-826A-55D1-054DF47903DC}"/>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159542103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60/40 Content 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65532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486400" cy="1143000"/>
          </a:xfrm>
          <a:prstGeom prst="rect">
            <a:avLst/>
          </a:prstGeom>
        </p:spPr>
        <p:txBody>
          <a:bodyPr anchor="b">
            <a:noAutofit/>
          </a:bodyPr>
          <a:lstStyle>
            <a:lvl1pPr>
              <a:defRPr sz="3200">
                <a:solidFill>
                  <a:srgbClr val="FFFFFF"/>
                </a:solidFill>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4864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ext Placeholder 13">
            <a:extLst>
              <a:ext uri="{FF2B5EF4-FFF2-40B4-BE49-F238E27FC236}">
                <a16:creationId xmlns:a16="http://schemas.microsoft.com/office/drawing/2014/main" id="{8C48F8E6-A7E4-55CA-6B6F-876BF36D5D36}"/>
              </a:ext>
            </a:extLst>
          </p:cNvPr>
          <p:cNvSpPr>
            <a:spLocks noGrp="1"/>
          </p:cNvSpPr>
          <p:nvPr>
            <p:ph type="body" sz="quarter" idx="30" hasCustomPrompt="1"/>
          </p:nvPr>
        </p:nvSpPr>
        <p:spPr>
          <a:xfrm>
            <a:off x="8381999" y="2057400"/>
            <a:ext cx="3200401"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7" name="Text Placeholder 13">
            <a:extLst>
              <a:ext uri="{FF2B5EF4-FFF2-40B4-BE49-F238E27FC236}">
                <a16:creationId xmlns:a16="http://schemas.microsoft.com/office/drawing/2014/main" id="{3ABF309C-C44B-0596-3C66-B3FE3D54B7B4}"/>
              </a:ext>
            </a:extLst>
          </p:cNvPr>
          <p:cNvSpPr>
            <a:spLocks noGrp="1"/>
          </p:cNvSpPr>
          <p:nvPr>
            <p:ph type="body" sz="quarter" idx="31" hasCustomPrompt="1"/>
          </p:nvPr>
        </p:nvSpPr>
        <p:spPr>
          <a:xfrm>
            <a:off x="8382000" y="3428999"/>
            <a:ext cx="3200400"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8" name="Text Placeholder 13">
            <a:extLst>
              <a:ext uri="{FF2B5EF4-FFF2-40B4-BE49-F238E27FC236}">
                <a16:creationId xmlns:a16="http://schemas.microsoft.com/office/drawing/2014/main" id="{61E100D7-DFD9-D233-F3FC-2F4CFC18E79D}"/>
              </a:ext>
            </a:extLst>
          </p:cNvPr>
          <p:cNvSpPr>
            <a:spLocks noGrp="1"/>
          </p:cNvSpPr>
          <p:nvPr>
            <p:ph type="body" sz="quarter" idx="32" hasCustomPrompt="1"/>
          </p:nvPr>
        </p:nvSpPr>
        <p:spPr>
          <a:xfrm>
            <a:off x="8382000" y="4800600"/>
            <a:ext cx="3200400" cy="914400"/>
          </a:xfrm>
        </p:spPr>
        <p:txBody>
          <a:bodyPr tIns="0" bIns="0" anchor="t" anchorCtr="0">
            <a:noAutofit/>
          </a:bodyPr>
          <a:lstStyle>
            <a:lvl1pPr marL="0" indent="0" algn="l">
              <a:buNone/>
              <a:defRPr sz="2000" b="1" u="none">
                <a:solidFill>
                  <a:srgbClr val="311E57"/>
                </a:solidFill>
              </a:defRPr>
            </a:lvl1pPr>
          </a:lstStyle>
          <a:p>
            <a:pPr lvl="0"/>
            <a:r>
              <a:rPr lang="en-US"/>
              <a:t>Heading</a:t>
            </a:r>
          </a:p>
        </p:txBody>
      </p:sp>
      <p:sp>
        <p:nvSpPr>
          <p:cNvPr id="9" name="Picture Placeholder 8">
            <a:extLst>
              <a:ext uri="{FF2B5EF4-FFF2-40B4-BE49-F238E27FC236}">
                <a16:creationId xmlns:a16="http://schemas.microsoft.com/office/drawing/2014/main" id="{5DF399E4-A87B-A4CA-8308-B517DB2154C8}"/>
              </a:ext>
            </a:extLst>
          </p:cNvPr>
          <p:cNvSpPr>
            <a:spLocks noGrp="1"/>
          </p:cNvSpPr>
          <p:nvPr>
            <p:ph type="pic" sz="quarter" idx="33" hasCustomPrompt="1"/>
          </p:nvPr>
        </p:nvSpPr>
        <p:spPr>
          <a:xfrm>
            <a:off x="7010400" y="2060249"/>
            <a:ext cx="914400" cy="914400"/>
          </a:xfrm>
        </p:spPr>
        <p:txBody>
          <a:bodyPr anchor="t">
            <a:normAutofit/>
          </a:bodyPr>
          <a:lstStyle>
            <a:lvl1pPr marL="0" indent="0" algn="ctr">
              <a:buNone/>
              <a:defRPr sz="1800"/>
            </a:lvl1pPr>
          </a:lstStyle>
          <a:p>
            <a:r>
              <a:rPr lang="en-US"/>
              <a:t>Icon</a:t>
            </a:r>
          </a:p>
        </p:txBody>
      </p:sp>
      <p:sp>
        <p:nvSpPr>
          <p:cNvPr id="10" name="Picture Placeholder 8">
            <a:extLst>
              <a:ext uri="{FF2B5EF4-FFF2-40B4-BE49-F238E27FC236}">
                <a16:creationId xmlns:a16="http://schemas.microsoft.com/office/drawing/2014/main" id="{EB296075-E49D-06F2-3F94-D01743A13C60}"/>
              </a:ext>
            </a:extLst>
          </p:cNvPr>
          <p:cNvSpPr>
            <a:spLocks noGrp="1"/>
          </p:cNvSpPr>
          <p:nvPr>
            <p:ph type="pic" sz="quarter" idx="34" hasCustomPrompt="1"/>
          </p:nvPr>
        </p:nvSpPr>
        <p:spPr>
          <a:xfrm>
            <a:off x="7010400" y="3432965"/>
            <a:ext cx="914400" cy="9144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DAA82BE4-1624-D722-B0D2-B26557F8B993}"/>
              </a:ext>
            </a:extLst>
          </p:cNvPr>
          <p:cNvSpPr>
            <a:spLocks noGrp="1"/>
          </p:cNvSpPr>
          <p:nvPr>
            <p:ph type="pic" sz="quarter" idx="35" hasCustomPrompt="1"/>
          </p:nvPr>
        </p:nvSpPr>
        <p:spPr>
          <a:xfrm>
            <a:off x="7010400" y="4805680"/>
            <a:ext cx="914400" cy="9144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385699002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60/40 Content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70104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943600" cy="1142999"/>
          </a:xfrm>
          <a:prstGeom prst="rect">
            <a:avLst/>
          </a:prstGeom>
        </p:spPr>
        <p:txBody>
          <a:bodyPr anchor="b">
            <a:noAutofit/>
          </a:bodyPr>
          <a:lstStyle>
            <a:lvl1pPr>
              <a:defRPr sz="3200">
                <a:solidFill>
                  <a:srgbClr val="FFFFFF"/>
                </a:solidFill>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9436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59436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3BBCDB36-94CC-DA2F-862C-791EFBCA0D35}"/>
              </a:ext>
            </a:extLst>
          </p:cNvPr>
          <p:cNvSpPr>
            <a:spLocks noGrp="1"/>
          </p:cNvSpPr>
          <p:nvPr>
            <p:ph type="pic" sz="quarter" idx="10"/>
          </p:nvPr>
        </p:nvSpPr>
        <p:spPr>
          <a:xfrm>
            <a:off x="7010400" y="0"/>
            <a:ext cx="5181600" cy="6400800"/>
          </a:xfrm>
          <a:solidFill>
            <a:schemeClr val="tx1"/>
          </a:solidFill>
        </p:spPr>
        <p:txBody>
          <a:bodyPr/>
          <a:lstStyle>
            <a:lvl1pPr marL="0" indent="0" algn="ctr">
              <a:buNone/>
              <a:defRPr>
                <a:solidFill>
                  <a:schemeClr val="bg1"/>
                </a:solidFill>
              </a:defRPr>
            </a:lvl1pPr>
          </a:lstStyle>
          <a:p>
            <a:endParaRPr lang="en-US"/>
          </a:p>
        </p:txBody>
      </p:sp>
      <p:grpSp>
        <p:nvGrpSpPr>
          <p:cNvPr id="9" name="Google Shape;57;p1">
            <a:extLst>
              <a:ext uri="{FF2B5EF4-FFF2-40B4-BE49-F238E27FC236}">
                <a16:creationId xmlns:a16="http://schemas.microsoft.com/office/drawing/2014/main" id="{068D8C2C-1408-8AB8-73E4-BB64D769F5D9}"/>
              </a:ext>
            </a:extLst>
          </p:cNvPr>
          <p:cNvGrpSpPr/>
          <p:nvPr userDrawn="1"/>
        </p:nvGrpSpPr>
        <p:grpSpPr>
          <a:xfrm rot="16200000" flipH="1">
            <a:off x="-3163188" y="3160994"/>
            <a:ext cx="6400800" cy="74423"/>
            <a:chOff x="-600" y="0"/>
            <a:chExt cx="7289973" cy="267900"/>
          </a:xfrm>
        </p:grpSpPr>
        <p:sp>
          <p:nvSpPr>
            <p:cNvPr id="10" name="Google Shape;58;p1">
              <a:extLst>
                <a:ext uri="{FF2B5EF4-FFF2-40B4-BE49-F238E27FC236}">
                  <a16:creationId xmlns:a16="http://schemas.microsoft.com/office/drawing/2014/main" id="{7BFC9885-E731-8BE2-1DDB-754B029008F9}"/>
                </a:ext>
              </a:extLst>
            </p:cNvPr>
            <p:cNvSpPr/>
            <p:nvPr/>
          </p:nvSpPr>
          <p:spPr>
            <a:xfrm>
              <a:off x="-600" y="0"/>
              <a:ext cx="1220400" cy="267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59;p1">
              <a:extLst>
                <a:ext uri="{FF2B5EF4-FFF2-40B4-BE49-F238E27FC236}">
                  <a16:creationId xmlns:a16="http://schemas.microsoft.com/office/drawing/2014/main" id="{61B369D2-FC0C-0592-AD8D-CB19D911E969}"/>
                </a:ext>
              </a:extLst>
            </p:cNvPr>
            <p:cNvSpPr/>
            <p:nvPr/>
          </p:nvSpPr>
          <p:spPr>
            <a:xfrm>
              <a:off x="1219800" y="0"/>
              <a:ext cx="1220400" cy="267900"/>
            </a:xfrm>
            <a:prstGeom prst="rect">
              <a:avLst/>
            </a:prstGeom>
            <a:solidFill>
              <a:srgbClr val="E646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60;p1">
              <a:extLst>
                <a:ext uri="{FF2B5EF4-FFF2-40B4-BE49-F238E27FC236}">
                  <a16:creationId xmlns:a16="http://schemas.microsoft.com/office/drawing/2014/main" id="{30048D2C-37D9-23C2-68A4-13CED38FF1F7}"/>
                </a:ext>
              </a:extLst>
            </p:cNvPr>
            <p:cNvSpPr/>
            <p:nvPr/>
          </p:nvSpPr>
          <p:spPr>
            <a:xfrm>
              <a:off x="2438400" y="0"/>
              <a:ext cx="1220400" cy="267900"/>
            </a:xfrm>
            <a:prstGeom prst="rect">
              <a:avLst/>
            </a:prstGeom>
            <a:solidFill>
              <a:srgbClr val="1EA3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61;p1">
              <a:extLst>
                <a:ext uri="{FF2B5EF4-FFF2-40B4-BE49-F238E27FC236}">
                  <a16:creationId xmlns:a16="http://schemas.microsoft.com/office/drawing/2014/main" id="{27559BAA-B783-9BBB-6951-A58024C2CAD1}"/>
                </a:ext>
              </a:extLst>
            </p:cNvPr>
            <p:cNvSpPr/>
            <p:nvPr/>
          </p:nvSpPr>
          <p:spPr>
            <a:xfrm>
              <a:off x="3658800" y="0"/>
              <a:ext cx="1220400" cy="267900"/>
            </a:xfrm>
            <a:prstGeom prst="rect">
              <a:avLst/>
            </a:prstGeom>
            <a:solidFill>
              <a:srgbClr val="FFB7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62;p1">
              <a:extLst>
                <a:ext uri="{FF2B5EF4-FFF2-40B4-BE49-F238E27FC236}">
                  <a16:creationId xmlns:a16="http://schemas.microsoft.com/office/drawing/2014/main" id="{EBD3712F-3780-5BF3-D45C-3436BC9CFC68}"/>
                </a:ext>
              </a:extLst>
            </p:cNvPr>
            <p:cNvSpPr/>
            <p:nvPr/>
          </p:nvSpPr>
          <p:spPr>
            <a:xfrm>
              <a:off x="4868975" y="0"/>
              <a:ext cx="1220400" cy="267900"/>
            </a:xfrm>
            <a:prstGeom prst="rect">
              <a:avLst/>
            </a:prstGeom>
            <a:solidFill>
              <a:srgbClr val="BC93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63;p1">
              <a:extLst>
                <a:ext uri="{FF2B5EF4-FFF2-40B4-BE49-F238E27FC236}">
                  <a16:creationId xmlns:a16="http://schemas.microsoft.com/office/drawing/2014/main" id="{8B49BF71-CE33-A817-5175-47F811A76FDB}"/>
                </a:ext>
              </a:extLst>
            </p:cNvPr>
            <p:cNvSpPr/>
            <p:nvPr/>
          </p:nvSpPr>
          <p:spPr>
            <a:xfrm>
              <a:off x="6089373" y="0"/>
              <a:ext cx="1200000" cy="2679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90847242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50/5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828800"/>
            <a:ext cx="5029200" cy="1375954"/>
          </a:xfrm>
          <a:prstGeom prst="rect">
            <a:avLst/>
          </a:prstGeom>
        </p:spPr>
        <p:txBody>
          <a:bodyPr wrap="square" tIns="0"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599" y="3200400"/>
            <a:ext cx="5029199" cy="29718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6553200" y="3200401"/>
            <a:ext cx="5029200" cy="2971799"/>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6553200" y="1828800"/>
            <a:ext cx="5029200" cy="1371600"/>
          </a:xfrm>
        </p:spPr>
        <p:txBody>
          <a:bodyPr wrap="square" tIns="0" bIns="91440" anchor="b">
            <a:noAutofit/>
          </a:bodyPr>
          <a:lstStyle>
            <a:lvl1pPr marL="0" indent="0">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cxnSp>
        <p:nvCxnSpPr>
          <p:cNvPr id="5" name="Straight Connector 4">
            <a:extLst>
              <a:ext uri="{FF2B5EF4-FFF2-40B4-BE49-F238E27FC236}">
                <a16:creationId xmlns:a16="http://schemas.microsoft.com/office/drawing/2014/main" id="{B063AAA1-E823-E20A-4263-75BBD0B97197}"/>
              </a:ext>
            </a:extLst>
          </p:cNvPr>
          <p:cNvCxnSpPr/>
          <p:nvPr userDrawn="1"/>
        </p:nvCxnSpPr>
        <p:spPr>
          <a:xfrm>
            <a:off x="6096000"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488007"/>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50/50 Content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5029200" cy="1143000"/>
          </a:xfrm>
          <a:prstGeom prst="rect">
            <a:avLst/>
          </a:prstGeom>
        </p:spPr>
        <p:txBody>
          <a:bodyPr wrap="square"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1828800"/>
            <a:ext cx="5029200" cy="43434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6553200" y="1828800"/>
            <a:ext cx="5029200" cy="43434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6553200" y="685800"/>
            <a:ext cx="5029200" cy="1143000"/>
          </a:xfrm>
        </p:spPr>
        <p:txBody>
          <a:bodyPr wrap="square" bIns="91440" anchor="b">
            <a:noAutofit/>
          </a:bodyPr>
          <a:lstStyle>
            <a:lvl1pPr marL="0" indent="0">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1"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7" name="Straight Connector 6">
            <a:extLst>
              <a:ext uri="{FF2B5EF4-FFF2-40B4-BE49-F238E27FC236}">
                <a16:creationId xmlns:a16="http://schemas.microsoft.com/office/drawing/2014/main" id="{5E32184F-638C-2F92-B522-30AA69D9EC25}"/>
              </a:ext>
            </a:extLst>
          </p:cNvPr>
          <p:cNvCxnSpPr/>
          <p:nvPr userDrawn="1"/>
        </p:nvCxnSpPr>
        <p:spPr>
          <a:xfrm>
            <a:off x="6096000"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66859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50/50 Conten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4991100" cy="1143000"/>
          </a:xfrm>
          <a:prstGeom prst="rect">
            <a:avLst/>
          </a:prstGeom>
        </p:spPr>
        <p:txBody>
          <a:bodyPr wrap="square" bIns="91440" anchor="b">
            <a:noAutofit/>
          </a:bodyPr>
          <a:lstStyle>
            <a:lvl1pPr>
              <a:defRPr sz="3200">
                <a:solidFill>
                  <a:srgbClr val="311E57"/>
                </a:solidFill>
              </a:defRPr>
            </a:lvl1pPr>
          </a:lstStyle>
          <a:p>
            <a:r>
              <a:rPr lang="en-US"/>
              <a:t>Headline</a:t>
            </a:r>
          </a:p>
        </p:txBody>
      </p:sp>
      <p:sp>
        <p:nvSpPr>
          <p:cNvPr id="7" name="Content Placeholder 2">
            <a:extLst>
              <a:ext uri="{FF2B5EF4-FFF2-40B4-BE49-F238E27FC236}">
                <a16:creationId xmlns:a16="http://schemas.microsoft.com/office/drawing/2014/main" id="{2E92C7AA-ED4F-33C0-11F1-95380F354890}"/>
              </a:ext>
            </a:extLst>
          </p:cNvPr>
          <p:cNvSpPr>
            <a:spLocks noGrp="1"/>
          </p:cNvSpPr>
          <p:nvPr>
            <p:ph idx="1" hasCustomPrompt="1"/>
          </p:nvPr>
        </p:nvSpPr>
        <p:spPr>
          <a:xfrm>
            <a:off x="6553200" y="685801"/>
            <a:ext cx="5029200" cy="5486400"/>
          </a:xfrm>
        </p:spPr>
        <p:txBody>
          <a:bodyPr wrap="square">
            <a:normAutofit/>
          </a:bodyPr>
          <a:lstStyle>
            <a:lvl1pPr marL="0" indent="0">
              <a:lnSpc>
                <a:spcPct val="150000"/>
              </a:lnSpc>
              <a:buNone/>
              <a:defRPr sz="2200">
                <a:solidFill>
                  <a:srgbClr val="6C7986"/>
                </a:solidFill>
              </a:defRPr>
            </a:lvl1pPr>
            <a:lvl2pPr>
              <a:lnSpc>
                <a:spcPct val="150000"/>
              </a:lnSpc>
              <a:buClr>
                <a:schemeClr val="tx1"/>
              </a:buClr>
              <a:defRPr sz="2200">
                <a:solidFill>
                  <a:srgbClr val="6C7986"/>
                </a:solidFill>
              </a:defRPr>
            </a:lvl2pPr>
            <a:lvl3pPr>
              <a:lnSpc>
                <a:spcPct val="150000"/>
              </a:lnSpc>
              <a:buClr>
                <a:schemeClr val="tx1"/>
              </a:buClr>
              <a:defRPr sz="2200">
                <a:solidFill>
                  <a:srgbClr val="6C7986"/>
                </a:solidFill>
              </a:defRPr>
            </a:lvl3pPr>
            <a:lvl4pPr>
              <a:lnSpc>
                <a:spcPct val="150000"/>
              </a:lnSpc>
              <a:defRPr sz="2200">
                <a:solidFill>
                  <a:srgbClr val="6C7986"/>
                </a:solidFill>
              </a:defRPr>
            </a:lvl4pPr>
            <a:lvl5pPr>
              <a:lnSpc>
                <a:spcPct val="150000"/>
              </a:lnSpc>
              <a:defRPr sz="22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1828800"/>
            <a:ext cx="4991099" cy="4343400"/>
          </a:xfrm>
        </p:spPr>
        <p:txBody>
          <a:bodyPr wrap="square" tIns="182880"/>
          <a:lstStyle>
            <a:lvl1pPr marL="0" indent="0">
              <a:lnSpc>
                <a:spcPct val="150000"/>
              </a:lnSpc>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077B24D2-C3E0-00E7-847B-A18F23362076}"/>
              </a:ext>
            </a:extLst>
          </p:cNvPr>
          <p:cNvSpPr>
            <a:spLocks noGrp="1"/>
          </p:cNvSpPr>
          <p:nvPr>
            <p:ph type="body" sz="quarter" idx="18" hasCustomPrompt="1"/>
          </p:nvPr>
        </p:nvSpPr>
        <p:spPr>
          <a:xfrm>
            <a:off x="609601"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4191981270"/>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50/50 Content 4">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0" y="0"/>
            <a:ext cx="60960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Picture Placeholder 8">
            <a:extLst>
              <a:ext uri="{FF2B5EF4-FFF2-40B4-BE49-F238E27FC236}">
                <a16:creationId xmlns:a16="http://schemas.microsoft.com/office/drawing/2014/main" id="{84680600-C2EF-029D-8D52-64FEB6A56A85}"/>
              </a:ext>
            </a:extLst>
          </p:cNvPr>
          <p:cNvSpPr>
            <a:spLocks noGrp="1"/>
          </p:cNvSpPr>
          <p:nvPr>
            <p:ph type="pic" sz="quarter" idx="10"/>
          </p:nvPr>
        </p:nvSpPr>
        <p:spPr>
          <a:xfrm>
            <a:off x="6096000" y="0"/>
            <a:ext cx="6096000" cy="6400800"/>
          </a:xfrm>
          <a:solidFill>
            <a:schemeClr val="tx1"/>
          </a:solidFill>
        </p:spPr>
        <p:txBody>
          <a:bodyPr/>
          <a:lstStyle>
            <a:lvl1pPr marL="0" indent="0" algn="ctr">
              <a:buNone/>
              <a:defRPr>
                <a:solidFill>
                  <a:schemeClr val="bg1"/>
                </a:solidFill>
              </a:defRPr>
            </a:lvl1pPr>
          </a:lstStyle>
          <a:p>
            <a:endParaRPr lang="en-US"/>
          </a:p>
        </p:txBody>
      </p:sp>
      <p:sp>
        <p:nvSpPr>
          <p:cNvPr id="3" name="Title 2">
            <a:extLst>
              <a:ext uri="{FF2B5EF4-FFF2-40B4-BE49-F238E27FC236}">
                <a16:creationId xmlns:a16="http://schemas.microsoft.com/office/drawing/2014/main" id="{55B58D19-FBE9-AFEF-BE83-06978CF8F9E0}"/>
              </a:ext>
            </a:extLst>
          </p:cNvPr>
          <p:cNvSpPr>
            <a:spLocks noGrp="1"/>
          </p:cNvSpPr>
          <p:nvPr>
            <p:ph type="title" hasCustomPrompt="1"/>
          </p:nvPr>
        </p:nvSpPr>
        <p:spPr>
          <a:xfrm>
            <a:off x="609600" y="-1"/>
            <a:ext cx="5029200" cy="6400799"/>
          </a:xfrm>
          <a:prstGeom prst="rect">
            <a:avLst/>
          </a:prstGeom>
        </p:spPr>
        <p:txBody>
          <a:bodyPr/>
          <a:lstStyle>
            <a:lvl1pPr>
              <a:defRPr>
                <a:solidFill>
                  <a:schemeClr val="bg1"/>
                </a:solidFill>
              </a:defRPr>
            </a:lvl1pPr>
          </a:lstStyle>
          <a:p>
            <a:r>
              <a:rPr lang="en-US"/>
              <a:t>Headline</a:t>
            </a:r>
          </a:p>
        </p:txBody>
      </p:sp>
    </p:spTree>
    <p:extLst>
      <p:ext uri="{BB962C8B-B14F-4D97-AF65-F5344CB8AC3E}">
        <p14:creationId xmlns:p14="http://schemas.microsoft.com/office/powerpoint/2010/main" val="137170069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50/50 Content 5">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0" y="1828801"/>
            <a:ext cx="5486400" cy="4343400"/>
          </a:xfrm>
        </p:spPr>
        <p:txBody>
          <a:bodyPr tIns="182880"/>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sz="2000">
                <a:solidFill>
                  <a:srgbClr val="6C7986"/>
                </a:solidFill>
              </a:defRPr>
            </a:lvl4pPr>
            <a:lvl5pPr>
              <a:lnSpc>
                <a:spcPct val="150000"/>
              </a:lnSpc>
              <a:defRPr sz="2000">
                <a:solidFill>
                  <a:srgbClr val="6C7986"/>
                </a:solidFill>
              </a:defRPr>
            </a:lvl5pPr>
          </a:lstStyle>
          <a:p>
            <a:pPr lvl="0"/>
            <a:r>
              <a:rPr lang="en-US"/>
              <a:t>First level</a:t>
            </a:r>
          </a:p>
          <a:p>
            <a:pPr lvl="1"/>
            <a:r>
              <a:rPr lang="en-US"/>
              <a:t>Second level</a:t>
            </a:r>
          </a:p>
          <a:p>
            <a:pPr lvl="2"/>
            <a:r>
              <a:rPr lang="en-US"/>
              <a:t>Third level</a:t>
            </a:r>
          </a:p>
        </p:txBody>
      </p:sp>
      <p:sp>
        <p:nvSpPr>
          <p:cNvPr id="10" name="Title Placeholder 1">
            <a:extLst>
              <a:ext uri="{FF2B5EF4-FFF2-40B4-BE49-F238E27FC236}">
                <a16:creationId xmlns:a16="http://schemas.microsoft.com/office/drawing/2014/main" id="{A31E6A69-0A0F-C60B-2AB6-7626B9AC3C66}"/>
              </a:ext>
            </a:extLst>
          </p:cNvPr>
          <p:cNvSpPr>
            <a:spLocks noGrp="1"/>
          </p:cNvSpPr>
          <p:nvPr>
            <p:ph type="title" hasCustomPrompt="1"/>
          </p:nvPr>
        </p:nvSpPr>
        <p:spPr>
          <a:xfrm>
            <a:off x="609600" y="685800"/>
            <a:ext cx="10972800" cy="1143000"/>
          </a:xfrm>
          <a:prstGeom prst="rect">
            <a:avLst/>
          </a:prstGeom>
        </p:spPr>
        <p:txBody>
          <a:bodyPr vert="horz" wrap="square" lIns="0" tIns="45720" rIns="0" bIns="45720" rtlCol="0" anchor="ctr">
            <a:normAutofit/>
          </a:bodyPr>
          <a:lstStyle>
            <a:lvl1pPr>
              <a:defRPr sz="3200">
                <a:solidFill>
                  <a:srgbClr val="311E57"/>
                </a:solidFill>
              </a:defRPr>
            </a:lvl1pPr>
          </a:lstStyle>
          <a:p>
            <a:r>
              <a:rPr lang="en-US"/>
              <a:t>Headline</a:t>
            </a:r>
          </a:p>
        </p:txBody>
      </p:sp>
      <p:sp>
        <p:nvSpPr>
          <p:cNvPr id="3" name="Text Placeholder 16">
            <a:extLst>
              <a:ext uri="{FF2B5EF4-FFF2-40B4-BE49-F238E27FC236}">
                <a16:creationId xmlns:a16="http://schemas.microsoft.com/office/drawing/2014/main" id="{F4CF3DD3-B9B3-D3C2-F912-5796446CD041}"/>
              </a:ext>
            </a:extLst>
          </p:cNvPr>
          <p:cNvSpPr>
            <a:spLocks noGrp="1"/>
          </p:cNvSpPr>
          <p:nvPr>
            <p:ph type="body" sz="quarter" idx="18" hasCustomPrompt="1"/>
          </p:nvPr>
        </p:nvSpPr>
        <p:spPr>
          <a:xfrm>
            <a:off x="609600" y="-1"/>
            <a:ext cx="4572000" cy="685799"/>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9649759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50/50 Content 6">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8F912BE-977A-652A-9F27-40074DF9BF0E}"/>
              </a:ext>
            </a:extLst>
          </p:cNvPr>
          <p:cNvSpPr>
            <a:spLocks noGrp="1"/>
          </p:cNvSpPr>
          <p:nvPr>
            <p:ph type="body" idx="1" hasCustomPrompt="1"/>
          </p:nvPr>
        </p:nvSpPr>
        <p:spPr>
          <a:xfrm>
            <a:off x="609600" y="1828800"/>
            <a:ext cx="5486400" cy="457200"/>
          </a:xfrm>
        </p:spPr>
        <p:txBody>
          <a:bodyPr anchor="b"/>
          <a:lstStyle>
            <a:lvl1pPr marL="0" indent="0">
              <a:lnSpc>
                <a:spcPct val="100000"/>
              </a:lnSpc>
              <a:buNone/>
              <a:defRPr sz="2400" b="1">
                <a:solidFill>
                  <a:srgbClr val="311E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0" y="2286000"/>
            <a:ext cx="5486400" cy="3813142"/>
          </a:xfrm>
        </p:spPr>
        <p:txBody>
          <a:bodyPr tIns="182880">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sz="2000">
                <a:solidFill>
                  <a:srgbClr val="6C7986"/>
                </a:solidFill>
              </a:defRPr>
            </a:lvl4pPr>
            <a:lvl5pPr>
              <a:lnSpc>
                <a:spcPct val="150000"/>
              </a:lnSpc>
              <a:defRPr sz="2000">
                <a:solidFill>
                  <a:srgbClr val="6C7986"/>
                </a:solidFill>
              </a:defRPr>
            </a:lvl5pPr>
          </a:lstStyle>
          <a:p>
            <a:pPr lvl="0"/>
            <a:r>
              <a:rPr lang="en-US"/>
              <a:t>First level</a:t>
            </a:r>
          </a:p>
          <a:p>
            <a:pPr lvl="1"/>
            <a:r>
              <a:rPr lang="en-US"/>
              <a:t>Second level</a:t>
            </a:r>
          </a:p>
          <a:p>
            <a:pPr lvl="2"/>
            <a:r>
              <a:rPr lang="en-US"/>
              <a:t>Third level</a:t>
            </a:r>
          </a:p>
        </p:txBody>
      </p:sp>
      <p:sp>
        <p:nvSpPr>
          <p:cNvPr id="5" name="Text Placeholder 16">
            <a:extLst>
              <a:ext uri="{FF2B5EF4-FFF2-40B4-BE49-F238E27FC236}">
                <a16:creationId xmlns:a16="http://schemas.microsoft.com/office/drawing/2014/main" id="{15B9FED8-73F6-08F2-1E04-F6661387B8A3}"/>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Placeholder 1">
            <a:extLst>
              <a:ext uri="{FF2B5EF4-FFF2-40B4-BE49-F238E27FC236}">
                <a16:creationId xmlns:a16="http://schemas.microsoft.com/office/drawing/2014/main" id="{86A8CB21-8582-6B5E-1E4B-CDEC7BFDFCC0}"/>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Tree>
    <p:extLst>
      <p:ext uri="{BB962C8B-B14F-4D97-AF65-F5344CB8AC3E}">
        <p14:creationId xmlns:p14="http://schemas.microsoft.com/office/powerpoint/2010/main" val="375170394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50/50 Content 7">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2" y="1828397"/>
            <a:ext cx="5029198" cy="4343400"/>
          </a:xfrm>
        </p:spPr>
        <p:txBody>
          <a:bodyPr rIns="457200">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6" name="Content Placeholder 5">
            <a:extLst>
              <a:ext uri="{FF2B5EF4-FFF2-40B4-BE49-F238E27FC236}">
                <a16:creationId xmlns:a16="http://schemas.microsoft.com/office/drawing/2014/main" id="{7D4ECC34-7ECD-4AB3-D7FE-2A5776FF43BB}"/>
              </a:ext>
            </a:extLst>
          </p:cNvPr>
          <p:cNvSpPr>
            <a:spLocks noGrp="1"/>
          </p:cNvSpPr>
          <p:nvPr>
            <p:ph sz="quarter" idx="4" hasCustomPrompt="1"/>
          </p:nvPr>
        </p:nvSpPr>
        <p:spPr>
          <a:xfrm>
            <a:off x="6096001" y="1828397"/>
            <a:ext cx="5029200" cy="4343401"/>
          </a:xfrm>
        </p:spPr>
        <p:txBody>
          <a:bodyPr lIns="0" rIns="457200">
            <a:normAutofit/>
          </a:bodyPr>
          <a:lstStyle>
            <a:lvl1pPr marL="0" indent="0">
              <a:lnSpc>
                <a:spcPct val="150000"/>
              </a:lnSpc>
              <a:buNone/>
              <a:defRPr sz="2000">
                <a:solidFill>
                  <a:srgbClr val="6C7986"/>
                </a:solidFill>
              </a:defRPr>
            </a:lvl1pPr>
            <a:lvl2pPr>
              <a:lnSpc>
                <a:spcPct val="150000"/>
              </a:lnSpc>
              <a:buClr>
                <a:schemeClr val="tx1"/>
              </a:buClr>
              <a:defRPr sz="2000">
                <a:solidFill>
                  <a:srgbClr val="6C7986"/>
                </a:solidFill>
              </a:defRPr>
            </a:lvl2pPr>
            <a:lvl3pPr>
              <a:lnSpc>
                <a:spcPct val="150000"/>
              </a:lnSpc>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3" name="Text Placeholder 16">
            <a:extLst>
              <a:ext uri="{FF2B5EF4-FFF2-40B4-BE49-F238E27FC236}">
                <a16:creationId xmlns:a16="http://schemas.microsoft.com/office/drawing/2014/main" id="{81E5D2FE-953C-0A7B-0A52-FBF71473B2D7}"/>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Placeholder 1">
            <a:extLst>
              <a:ext uri="{FF2B5EF4-FFF2-40B4-BE49-F238E27FC236}">
                <a16:creationId xmlns:a16="http://schemas.microsoft.com/office/drawing/2014/main" id="{1A85E091-FF7D-40E3-D009-34E5398CA4C4}"/>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defRPr>
            </a:lvl1pPr>
          </a:lstStyle>
          <a:p>
            <a:r>
              <a:rPr lang="en-US"/>
              <a:t>Headline</a:t>
            </a:r>
          </a:p>
        </p:txBody>
      </p:sp>
    </p:spTree>
    <p:extLst>
      <p:ext uri="{BB962C8B-B14F-4D97-AF65-F5344CB8AC3E}">
        <p14:creationId xmlns:p14="http://schemas.microsoft.com/office/powerpoint/2010/main" val="176971884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50/50 Content 8">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8F912BE-977A-652A-9F27-40074DF9BF0E}"/>
              </a:ext>
            </a:extLst>
          </p:cNvPr>
          <p:cNvSpPr>
            <a:spLocks noGrp="1"/>
          </p:cNvSpPr>
          <p:nvPr>
            <p:ph type="body" idx="1" hasCustomPrompt="1"/>
          </p:nvPr>
        </p:nvSpPr>
        <p:spPr>
          <a:xfrm>
            <a:off x="609600" y="1828800"/>
            <a:ext cx="5486400" cy="455579"/>
          </a:xfrm>
        </p:spPr>
        <p:txBody>
          <a:bodyPr rIns="457200" anchor="b"/>
          <a:lstStyle>
            <a:lvl1pPr marL="0" indent="0">
              <a:lnSpc>
                <a:spcPct val="100000"/>
              </a:lnSpc>
              <a:buNone/>
              <a:defRPr sz="2400" b="1">
                <a:solidFill>
                  <a:srgbClr val="311E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Column heading</a:t>
            </a:r>
          </a:p>
        </p:txBody>
      </p:sp>
      <p:sp>
        <p:nvSpPr>
          <p:cNvPr id="4" name="Content Placeholder 3">
            <a:extLst>
              <a:ext uri="{FF2B5EF4-FFF2-40B4-BE49-F238E27FC236}">
                <a16:creationId xmlns:a16="http://schemas.microsoft.com/office/drawing/2014/main" id="{96BA6B3D-C364-1FE9-236F-E4AEAA9D549A}"/>
              </a:ext>
            </a:extLst>
          </p:cNvPr>
          <p:cNvSpPr>
            <a:spLocks noGrp="1"/>
          </p:cNvSpPr>
          <p:nvPr>
            <p:ph sz="half" idx="2" hasCustomPrompt="1"/>
          </p:nvPr>
        </p:nvSpPr>
        <p:spPr>
          <a:xfrm>
            <a:off x="609600" y="2286000"/>
            <a:ext cx="5029200" cy="3886200"/>
          </a:xfrm>
        </p:spPr>
        <p:txBody>
          <a:bodyPr tIns="182880" rIns="457200">
            <a:normAutofit/>
          </a:bodyPr>
          <a:lstStyle>
            <a:lvl1pPr marL="0" indent="0">
              <a:lnSpc>
                <a:spcPct val="150000"/>
              </a:lnSpc>
              <a:spcAft>
                <a:spcPts val="0"/>
              </a:spcAft>
              <a:buNone/>
              <a:defRPr sz="2000">
                <a:solidFill>
                  <a:srgbClr val="6C7986"/>
                </a:solidFill>
              </a:defRPr>
            </a:lvl1pPr>
            <a:lvl2pPr>
              <a:lnSpc>
                <a:spcPct val="150000"/>
              </a:lnSpc>
              <a:spcAft>
                <a:spcPts val="0"/>
              </a:spcAft>
              <a:buClr>
                <a:schemeClr val="tx1"/>
              </a:buClr>
              <a:defRPr sz="2000">
                <a:solidFill>
                  <a:srgbClr val="6C7986"/>
                </a:solidFill>
              </a:defRPr>
            </a:lvl2pPr>
            <a:lvl3pPr>
              <a:lnSpc>
                <a:spcPct val="150000"/>
              </a:lnSpc>
              <a:spcAft>
                <a:spcPts val="0"/>
              </a:spcAft>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FBDD970D-8E05-D046-0C8C-072B2A313AF7}"/>
              </a:ext>
            </a:extLst>
          </p:cNvPr>
          <p:cNvSpPr>
            <a:spLocks noGrp="1"/>
          </p:cNvSpPr>
          <p:nvPr>
            <p:ph type="body" sz="quarter" idx="3" hasCustomPrompt="1"/>
          </p:nvPr>
        </p:nvSpPr>
        <p:spPr>
          <a:xfrm>
            <a:off x="6096000" y="1828800"/>
            <a:ext cx="5486400" cy="457200"/>
          </a:xfrm>
        </p:spPr>
        <p:txBody>
          <a:bodyPr lIns="0" rIns="457200" anchor="b"/>
          <a:lstStyle>
            <a:lvl1pPr marL="0" indent="0">
              <a:lnSpc>
                <a:spcPct val="100000"/>
              </a:lnSpc>
              <a:buNone/>
              <a:defRPr sz="2400" b="1">
                <a:solidFill>
                  <a:srgbClr val="311E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Column heading</a:t>
            </a:r>
          </a:p>
        </p:txBody>
      </p:sp>
      <p:sp>
        <p:nvSpPr>
          <p:cNvPr id="6" name="Content Placeholder 5">
            <a:extLst>
              <a:ext uri="{FF2B5EF4-FFF2-40B4-BE49-F238E27FC236}">
                <a16:creationId xmlns:a16="http://schemas.microsoft.com/office/drawing/2014/main" id="{7D4ECC34-7ECD-4AB3-D7FE-2A5776FF43BB}"/>
              </a:ext>
            </a:extLst>
          </p:cNvPr>
          <p:cNvSpPr>
            <a:spLocks noGrp="1"/>
          </p:cNvSpPr>
          <p:nvPr>
            <p:ph sz="quarter" idx="4" hasCustomPrompt="1"/>
          </p:nvPr>
        </p:nvSpPr>
        <p:spPr>
          <a:xfrm>
            <a:off x="6096000" y="2286000"/>
            <a:ext cx="5486400" cy="3886200"/>
          </a:xfrm>
        </p:spPr>
        <p:txBody>
          <a:bodyPr lIns="0" tIns="182880" rIns="457200">
            <a:normAutofit/>
          </a:bodyPr>
          <a:lstStyle>
            <a:lvl1pPr marL="0" indent="0">
              <a:lnSpc>
                <a:spcPct val="150000"/>
              </a:lnSpc>
              <a:spcAft>
                <a:spcPts val="0"/>
              </a:spcAft>
              <a:buNone/>
              <a:defRPr sz="2000">
                <a:solidFill>
                  <a:srgbClr val="6C7986"/>
                </a:solidFill>
              </a:defRPr>
            </a:lvl1pPr>
            <a:lvl2pPr>
              <a:lnSpc>
                <a:spcPct val="150000"/>
              </a:lnSpc>
              <a:spcAft>
                <a:spcPts val="0"/>
              </a:spcAft>
              <a:buClr>
                <a:schemeClr val="tx1"/>
              </a:buClr>
              <a:defRPr sz="2000">
                <a:solidFill>
                  <a:srgbClr val="6C7986"/>
                </a:solidFill>
              </a:defRPr>
            </a:lvl2pPr>
            <a:lvl3pPr>
              <a:lnSpc>
                <a:spcPct val="150000"/>
              </a:lnSpc>
              <a:spcAft>
                <a:spcPts val="0"/>
              </a:spcAft>
              <a:buClr>
                <a:schemeClr val="tx1"/>
              </a:buClr>
              <a:defRPr sz="2000">
                <a:solidFill>
                  <a:srgbClr val="6C7986"/>
                </a:solidFill>
              </a:defRPr>
            </a:lvl3pPr>
            <a:lvl4pPr>
              <a:lnSpc>
                <a:spcPct val="150000"/>
              </a:lnSpc>
              <a:defRPr>
                <a:solidFill>
                  <a:srgbClr val="6C7986"/>
                </a:solidFill>
              </a:defRPr>
            </a:lvl4pPr>
            <a:lvl5pPr>
              <a:lnSpc>
                <a:spcPct val="150000"/>
              </a:lnSpc>
              <a:defRPr>
                <a:solidFill>
                  <a:srgbClr val="6C7986"/>
                </a:solidFill>
              </a:defRPr>
            </a:lvl5pPr>
          </a:lstStyle>
          <a:p>
            <a:pPr lvl="0"/>
            <a:r>
              <a:rPr lang="en-US"/>
              <a:t>First level</a:t>
            </a:r>
          </a:p>
          <a:p>
            <a:pPr lvl="1"/>
            <a:r>
              <a:rPr lang="en-US"/>
              <a:t>Second level</a:t>
            </a:r>
          </a:p>
          <a:p>
            <a:pPr lvl="2"/>
            <a:r>
              <a:rPr lang="en-US"/>
              <a:t>Third level</a:t>
            </a:r>
          </a:p>
        </p:txBody>
      </p:sp>
      <p:sp>
        <p:nvSpPr>
          <p:cNvPr id="7" name="Text Placeholder 16">
            <a:extLst>
              <a:ext uri="{FF2B5EF4-FFF2-40B4-BE49-F238E27FC236}">
                <a16:creationId xmlns:a16="http://schemas.microsoft.com/office/drawing/2014/main" id="{40CF27D9-C4AD-CD11-1522-B0C2065040BC}"/>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Placeholder 1">
            <a:extLst>
              <a:ext uri="{FF2B5EF4-FFF2-40B4-BE49-F238E27FC236}">
                <a16:creationId xmlns:a16="http://schemas.microsoft.com/office/drawing/2014/main" id="{2064455F-B3E1-548E-2250-66B12267B722}"/>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Tree>
    <p:extLst>
      <p:ext uri="{BB962C8B-B14F-4D97-AF65-F5344CB8AC3E}">
        <p14:creationId xmlns:p14="http://schemas.microsoft.com/office/powerpoint/2010/main" val="241541159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50/50 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1" y="685800"/>
            <a:ext cx="4572000" cy="1143000"/>
          </a:xfrm>
          <a:prstGeom prst="rect">
            <a:avLst/>
          </a:prstGeom>
        </p:spPr>
        <p:txBody>
          <a:bodyPr anchor="b">
            <a:noAutofit/>
          </a:bodyPr>
          <a:lstStyle>
            <a:lvl1pPr>
              <a:defRPr sz="3200">
                <a:solidFill>
                  <a:srgbClr val="311E57"/>
                </a:solidFill>
                <a:latin typeface="+mj-lt"/>
              </a:defRPr>
            </a:lvl1pPr>
          </a:lstStyle>
          <a:p>
            <a:r>
              <a:rPr lang="en-US"/>
              <a:t>Headline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5638800" y="685800"/>
            <a:ext cx="5943600" cy="5486400"/>
          </a:xfrm>
        </p:spPr>
        <p:txBody>
          <a:bodyPr anchor="ctr">
            <a:normAutofit/>
          </a:bodyPr>
          <a:lstStyle>
            <a:lvl1pPr marL="0" indent="0">
              <a:lnSpc>
                <a:spcPct val="150000"/>
              </a:lnSpc>
              <a:buNone/>
              <a:defRPr sz="2200">
                <a:solidFill>
                  <a:srgbClr val="6C7986"/>
                </a:solidFill>
              </a:defRPr>
            </a:lvl1pPr>
            <a:lvl2pPr>
              <a:lnSpc>
                <a:spcPct val="150000"/>
              </a:lnSpc>
              <a:buClr>
                <a:schemeClr val="tx1"/>
              </a:buClr>
              <a:defRPr sz="2200">
                <a:solidFill>
                  <a:srgbClr val="6C7986"/>
                </a:solidFill>
              </a:defRPr>
            </a:lvl2pPr>
            <a:lvl3pPr>
              <a:lnSpc>
                <a:spcPct val="150000"/>
              </a:lnSpc>
              <a:buClr>
                <a:schemeClr val="tx1"/>
              </a:buClr>
              <a:defRPr sz="2200">
                <a:solidFill>
                  <a:srgbClr val="6C7986"/>
                </a:solidFill>
              </a:defRPr>
            </a:lvl3pPr>
            <a:lvl4pPr>
              <a:lnSpc>
                <a:spcPct val="150000"/>
              </a:lnSpc>
              <a:defRPr sz="1800">
                <a:solidFill>
                  <a:srgbClr val="6C7986"/>
                </a:solidFill>
              </a:defRPr>
            </a:lvl4pPr>
            <a:lvl5pPr>
              <a:lnSpc>
                <a:spcPct val="150000"/>
              </a:lnSpc>
              <a:defRPr sz="1800">
                <a:solidFill>
                  <a:srgbClr val="6C7986"/>
                </a:solidFill>
              </a:defRPr>
            </a:lvl5pPr>
            <a:lvl6pPr>
              <a:defRPr sz="2000"/>
            </a:lvl6pPr>
            <a:lvl7pPr>
              <a:defRPr sz="2000"/>
            </a:lvl7pPr>
            <a:lvl8pPr>
              <a:defRPr sz="2000"/>
            </a:lvl8pPr>
            <a:lvl9pPr>
              <a:defRPr sz="2000"/>
            </a:lvl9pPr>
          </a:lstStyle>
          <a:p>
            <a:pPr lvl="0"/>
            <a:r>
              <a:rPr lang="en-US"/>
              <a:t>First level</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5720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193407113"/>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50/50 Content 10">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1"/>
            <a:ext cx="4563045" cy="685801"/>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12">
            <a:extLst>
              <a:ext uri="{FF2B5EF4-FFF2-40B4-BE49-F238E27FC236}">
                <a16:creationId xmlns:a16="http://schemas.microsoft.com/office/drawing/2014/main" id="{79E2F793-BD77-661D-8075-E70B9CA8E78A}"/>
              </a:ext>
            </a:extLst>
          </p:cNvPr>
          <p:cNvSpPr>
            <a:spLocks noGrp="1"/>
          </p:cNvSpPr>
          <p:nvPr>
            <p:ph type="title" hasCustomPrompt="1"/>
          </p:nvPr>
        </p:nvSpPr>
        <p:spPr>
          <a:xfrm>
            <a:off x="609600" y="685801"/>
            <a:ext cx="4563028" cy="1143000"/>
          </a:xfrm>
          <a:prstGeom prst="rect">
            <a:avLst/>
          </a:prstGeom>
        </p:spPr>
        <p:txBody>
          <a:bodyPr anchor="t"/>
          <a:lstStyle>
            <a:lvl1pPr>
              <a:defRPr>
                <a:solidFill>
                  <a:srgbClr val="311E57"/>
                </a:solidFill>
                <a:latin typeface="+mj-lt"/>
              </a:defRPr>
            </a:lvl1pPr>
          </a:lstStyle>
          <a:p>
            <a:r>
              <a:rPr lang="en-US"/>
              <a:t>Headline</a:t>
            </a:r>
            <a:endParaRPr lang="en-US" sz="1600"/>
          </a:p>
        </p:txBody>
      </p:sp>
      <p:sp>
        <p:nvSpPr>
          <p:cNvPr id="7" name="Text Placeholder 14">
            <a:extLst>
              <a:ext uri="{FF2B5EF4-FFF2-40B4-BE49-F238E27FC236}">
                <a16:creationId xmlns:a16="http://schemas.microsoft.com/office/drawing/2014/main" id="{F19FE15C-C3BB-E4F5-940F-3A3B42F5D2A4}"/>
              </a:ext>
            </a:extLst>
          </p:cNvPr>
          <p:cNvSpPr>
            <a:spLocks noGrp="1"/>
          </p:cNvSpPr>
          <p:nvPr>
            <p:ph type="body" sz="half" idx="2" hasCustomPrompt="1"/>
          </p:nvPr>
        </p:nvSpPr>
        <p:spPr>
          <a:xfrm>
            <a:off x="618565" y="1828800"/>
            <a:ext cx="4554080" cy="4343399"/>
          </a:xfrm>
        </p:spPr>
        <p:txBody>
          <a:bodyPr lIns="0" tIns="182880" rIns="0" bIns="0">
            <a:normAutofit lnSpcReduction="10000"/>
          </a:bodyPr>
          <a:lstStyle>
            <a:lvl1pPr marL="0" indent="0">
              <a:lnSpc>
                <a:spcPct val="160000"/>
              </a:lnSpc>
              <a:buNone/>
              <a:defRPr sz="1600">
                <a:solidFill>
                  <a:srgbClr val="6C7986"/>
                </a:solidFill>
              </a:defRPr>
            </a:lvl1pPr>
          </a:lstStyle>
          <a:p>
            <a:pPr algn="l"/>
            <a:r>
              <a:rPr lang="en-US" sz="2000"/>
              <a:t>Content</a:t>
            </a:r>
            <a:endParaRPr lang="en-US" sz="1600">
              <a:solidFill>
                <a:schemeClr val="bg1"/>
              </a:solidFill>
            </a:endParaRPr>
          </a:p>
          <a:p>
            <a:endParaRPr lang="en-US">
              <a:solidFill>
                <a:schemeClr val="bg1"/>
              </a:solidFill>
            </a:endParaRPr>
          </a:p>
        </p:txBody>
      </p:sp>
      <p:sp>
        <p:nvSpPr>
          <p:cNvPr id="24" name="Picture Placeholder 8">
            <a:extLst>
              <a:ext uri="{FF2B5EF4-FFF2-40B4-BE49-F238E27FC236}">
                <a16:creationId xmlns:a16="http://schemas.microsoft.com/office/drawing/2014/main" id="{C1E340BE-0209-BD80-329E-6DA9BD3BF6E9}"/>
              </a:ext>
            </a:extLst>
          </p:cNvPr>
          <p:cNvSpPr>
            <a:spLocks noGrp="1"/>
          </p:cNvSpPr>
          <p:nvPr>
            <p:ph type="pic" sz="quarter" idx="15" hasCustomPrompt="1"/>
          </p:nvPr>
        </p:nvSpPr>
        <p:spPr>
          <a:xfrm>
            <a:off x="5638800" y="893997"/>
            <a:ext cx="685800" cy="685800"/>
          </a:xfrm>
        </p:spPr>
        <p:txBody>
          <a:bodyPr anchor="t">
            <a:normAutofit/>
          </a:bodyPr>
          <a:lstStyle>
            <a:lvl1pPr marL="0" indent="0" algn="ctr">
              <a:buNone/>
              <a:defRPr sz="1800"/>
            </a:lvl1pPr>
          </a:lstStyle>
          <a:p>
            <a:r>
              <a:rPr lang="en-US"/>
              <a:t>Icon</a:t>
            </a:r>
          </a:p>
        </p:txBody>
      </p:sp>
      <p:sp>
        <p:nvSpPr>
          <p:cNvPr id="25" name="Picture Placeholder 8">
            <a:extLst>
              <a:ext uri="{FF2B5EF4-FFF2-40B4-BE49-F238E27FC236}">
                <a16:creationId xmlns:a16="http://schemas.microsoft.com/office/drawing/2014/main" id="{6804D52E-D66A-BE09-73EA-C12FC152F984}"/>
              </a:ext>
            </a:extLst>
          </p:cNvPr>
          <p:cNvSpPr>
            <a:spLocks noGrp="1"/>
          </p:cNvSpPr>
          <p:nvPr>
            <p:ph type="pic" sz="quarter" idx="21" hasCustomPrompt="1"/>
          </p:nvPr>
        </p:nvSpPr>
        <p:spPr>
          <a:xfrm>
            <a:off x="8848174" y="893997"/>
            <a:ext cx="685800" cy="685800"/>
          </a:xfrm>
        </p:spPr>
        <p:txBody>
          <a:bodyPr anchor="t">
            <a:normAutofit/>
          </a:bodyPr>
          <a:lstStyle>
            <a:lvl1pPr marL="0" indent="0" algn="ctr">
              <a:buNone/>
              <a:defRPr sz="1800"/>
            </a:lvl1pPr>
          </a:lstStyle>
          <a:p>
            <a:r>
              <a:rPr lang="en-US"/>
              <a:t>Icon</a:t>
            </a:r>
          </a:p>
        </p:txBody>
      </p:sp>
      <p:sp>
        <p:nvSpPr>
          <p:cNvPr id="26" name="Picture Placeholder 8">
            <a:extLst>
              <a:ext uri="{FF2B5EF4-FFF2-40B4-BE49-F238E27FC236}">
                <a16:creationId xmlns:a16="http://schemas.microsoft.com/office/drawing/2014/main" id="{A590413B-58D0-53BA-0E00-B7CCF6B57599}"/>
              </a:ext>
            </a:extLst>
          </p:cNvPr>
          <p:cNvSpPr>
            <a:spLocks noGrp="1"/>
          </p:cNvSpPr>
          <p:nvPr>
            <p:ph type="pic" sz="quarter" idx="24" hasCustomPrompt="1"/>
          </p:nvPr>
        </p:nvSpPr>
        <p:spPr>
          <a:xfrm>
            <a:off x="5638800" y="3673567"/>
            <a:ext cx="685800" cy="685800"/>
          </a:xfrm>
        </p:spPr>
        <p:txBody>
          <a:bodyPr anchor="t">
            <a:normAutofit/>
          </a:bodyPr>
          <a:lstStyle>
            <a:lvl1pPr marL="0" indent="0" algn="ctr">
              <a:buNone/>
              <a:defRPr sz="1800"/>
            </a:lvl1pPr>
          </a:lstStyle>
          <a:p>
            <a:r>
              <a:rPr lang="en-US"/>
              <a:t>Icon</a:t>
            </a:r>
          </a:p>
        </p:txBody>
      </p:sp>
      <p:sp>
        <p:nvSpPr>
          <p:cNvPr id="27" name="Picture Placeholder 8">
            <a:extLst>
              <a:ext uri="{FF2B5EF4-FFF2-40B4-BE49-F238E27FC236}">
                <a16:creationId xmlns:a16="http://schemas.microsoft.com/office/drawing/2014/main" id="{0EF1FBE4-A345-67DF-8C9A-3D1C464BBCE8}"/>
              </a:ext>
            </a:extLst>
          </p:cNvPr>
          <p:cNvSpPr>
            <a:spLocks noGrp="1"/>
          </p:cNvSpPr>
          <p:nvPr>
            <p:ph type="pic" sz="quarter" idx="27" hasCustomPrompt="1"/>
          </p:nvPr>
        </p:nvSpPr>
        <p:spPr>
          <a:xfrm>
            <a:off x="8848174" y="3673567"/>
            <a:ext cx="685800" cy="685800"/>
          </a:xfrm>
        </p:spPr>
        <p:txBody>
          <a:bodyPr anchor="t">
            <a:normAutofit/>
          </a:bodyPr>
          <a:lstStyle>
            <a:lvl1pPr marL="0" indent="0" algn="ctr">
              <a:buNone/>
              <a:defRPr sz="1800"/>
            </a:lvl1pPr>
          </a:lstStyle>
          <a:p>
            <a:r>
              <a:rPr lang="en-US"/>
              <a:t>Icon</a:t>
            </a:r>
          </a:p>
        </p:txBody>
      </p:sp>
      <p:sp>
        <p:nvSpPr>
          <p:cNvPr id="4" name="Text Placeholder 3">
            <a:extLst>
              <a:ext uri="{FF2B5EF4-FFF2-40B4-BE49-F238E27FC236}">
                <a16:creationId xmlns:a16="http://schemas.microsoft.com/office/drawing/2014/main" id="{40A88C51-A409-121A-BD9E-04014DC5E338}"/>
              </a:ext>
            </a:extLst>
          </p:cNvPr>
          <p:cNvSpPr>
            <a:spLocks noGrp="1"/>
          </p:cNvSpPr>
          <p:nvPr>
            <p:ph type="body" sz="quarter" idx="28" hasCustomPrompt="1"/>
          </p:nvPr>
        </p:nvSpPr>
        <p:spPr>
          <a:xfrm>
            <a:off x="5638800" y="1604963"/>
            <a:ext cx="2743200" cy="1824037"/>
          </a:xfrm>
        </p:spPr>
        <p:txBody>
          <a:bodyPr>
            <a:normAutofit/>
          </a:bodyPr>
          <a:lstStyle>
            <a:lvl1pPr marL="0" indent="0">
              <a:buNone/>
              <a:defRPr sz="1300"/>
            </a:lvl1pPr>
          </a:lstStyle>
          <a:p>
            <a:pPr lvl="0"/>
            <a:r>
              <a:rPr lang="en-US"/>
              <a:t>Content</a:t>
            </a:r>
          </a:p>
        </p:txBody>
      </p:sp>
      <p:sp>
        <p:nvSpPr>
          <p:cNvPr id="5" name="Text Placeholder 3">
            <a:extLst>
              <a:ext uri="{FF2B5EF4-FFF2-40B4-BE49-F238E27FC236}">
                <a16:creationId xmlns:a16="http://schemas.microsoft.com/office/drawing/2014/main" id="{F44D5D74-0DE2-069C-A954-1FC444899D91}"/>
              </a:ext>
            </a:extLst>
          </p:cNvPr>
          <p:cNvSpPr>
            <a:spLocks noGrp="1"/>
          </p:cNvSpPr>
          <p:nvPr>
            <p:ph type="body" sz="quarter" idx="29" hasCustomPrompt="1"/>
          </p:nvPr>
        </p:nvSpPr>
        <p:spPr>
          <a:xfrm>
            <a:off x="8848155" y="1604963"/>
            <a:ext cx="2743200" cy="1824037"/>
          </a:xfrm>
        </p:spPr>
        <p:txBody>
          <a:bodyPr>
            <a:normAutofit/>
          </a:bodyPr>
          <a:lstStyle>
            <a:lvl1pPr marL="0" indent="0">
              <a:buNone/>
              <a:defRPr sz="1300"/>
            </a:lvl1pPr>
          </a:lstStyle>
          <a:p>
            <a:pPr lvl="0"/>
            <a:r>
              <a:rPr lang="en-US"/>
              <a:t>Content</a:t>
            </a:r>
          </a:p>
        </p:txBody>
      </p:sp>
      <p:sp>
        <p:nvSpPr>
          <p:cNvPr id="8" name="Text Placeholder 3">
            <a:extLst>
              <a:ext uri="{FF2B5EF4-FFF2-40B4-BE49-F238E27FC236}">
                <a16:creationId xmlns:a16="http://schemas.microsoft.com/office/drawing/2014/main" id="{D0B71012-1FCA-069A-CB4C-83A28049CADC}"/>
              </a:ext>
            </a:extLst>
          </p:cNvPr>
          <p:cNvSpPr>
            <a:spLocks noGrp="1"/>
          </p:cNvSpPr>
          <p:nvPr>
            <p:ph type="body" sz="quarter" idx="30" hasCustomPrompt="1"/>
          </p:nvPr>
        </p:nvSpPr>
        <p:spPr>
          <a:xfrm>
            <a:off x="5638800" y="4348163"/>
            <a:ext cx="2743200" cy="1824037"/>
          </a:xfrm>
        </p:spPr>
        <p:txBody>
          <a:bodyPr>
            <a:normAutofit/>
          </a:bodyPr>
          <a:lstStyle>
            <a:lvl1pPr marL="0" indent="0">
              <a:buNone/>
              <a:defRPr sz="1300"/>
            </a:lvl1pPr>
          </a:lstStyle>
          <a:p>
            <a:pPr lvl="0"/>
            <a:r>
              <a:rPr lang="en-US"/>
              <a:t>Content</a:t>
            </a:r>
          </a:p>
        </p:txBody>
      </p:sp>
      <p:sp>
        <p:nvSpPr>
          <p:cNvPr id="11" name="Text Placeholder 3">
            <a:extLst>
              <a:ext uri="{FF2B5EF4-FFF2-40B4-BE49-F238E27FC236}">
                <a16:creationId xmlns:a16="http://schemas.microsoft.com/office/drawing/2014/main" id="{10A07FF7-5582-5477-EA14-E3655413D923}"/>
              </a:ext>
            </a:extLst>
          </p:cNvPr>
          <p:cNvSpPr>
            <a:spLocks noGrp="1"/>
          </p:cNvSpPr>
          <p:nvPr>
            <p:ph type="body" sz="quarter" idx="31" hasCustomPrompt="1"/>
          </p:nvPr>
        </p:nvSpPr>
        <p:spPr>
          <a:xfrm>
            <a:off x="8830235" y="4341018"/>
            <a:ext cx="2743200" cy="1824037"/>
          </a:xfrm>
        </p:spPr>
        <p:txBody>
          <a:bodyPr>
            <a:normAutofit/>
          </a:bodyPr>
          <a:lstStyle>
            <a:lvl1pPr marL="0" indent="0">
              <a:buNone/>
              <a:defRPr sz="1300"/>
            </a:lvl1pPr>
          </a:lstStyle>
          <a:p>
            <a:pPr lvl="0"/>
            <a:r>
              <a:rPr lang="en-US"/>
              <a:t>Content</a:t>
            </a:r>
          </a:p>
        </p:txBody>
      </p:sp>
    </p:spTree>
    <p:extLst>
      <p:ext uri="{BB962C8B-B14F-4D97-AF65-F5344CB8AC3E}">
        <p14:creationId xmlns:p14="http://schemas.microsoft.com/office/powerpoint/2010/main" val="376821128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50/50 Content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572000" cy="1142999"/>
          </a:xfrm>
          <a:prstGeom prst="rect">
            <a:avLst/>
          </a:prstGeom>
        </p:spPr>
        <p:txBody>
          <a:bodyPr anchor="b">
            <a:noAutofit/>
          </a:bodyPr>
          <a:lstStyle>
            <a:lvl1pPr>
              <a:defRPr sz="3200">
                <a:solidFill>
                  <a:srgbClr val="311E57"/>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2057400"/>
            <a:ext cx="4572000" cy="41148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Picture Placeholder 8">
            <a:extLst>
              <a:ext uri="{FF2B5EF4-FFF2-40B4-BE49-F238E27FC236}">
                <a16:creationId xmlns:a16="http://schemas.microsoft.com/office/drawing/2014/main" id="{185C8769-0CC1-200E-8EE0-01C124B213D7}"/>
              </a:ext>
            </a:extLst>
          </p:cNvPr>
          <p:cNvSpPr>
            <a:spLocks noGrp="1"/>
          </p:cNvSpPr>
          <p:nvPr>
            <p:ph type="pic" sz="quarter" idx="25" hasCustomPrompt="1"/>
          </p:nvPr>
        </p:nvSpPr>
        <p:spPr>
          <a:xfrm>
            <a:off x="5638801" y="685800"/>
            <a:ext cx="685800" cy="685800"/>
          </a:xfrm>
        </p:spPr>
        <p:txBody>
          <a:bodyPr anchor="t">
            <a:normAutofit/>
          </a:bodyPr>
          <a:lstStyle>
            <a:lvl1pPr marL="0" indent="0" algn="ctr">
              <a:buNone/>
              <a:defRPr sz="1800"/>
            </a:lvl1pPr>
          </a:lstStyle>
          <a:p>
            <a:r>
              <a:rPr lang="en-US"/>
              <a:t>Icon</a:t>
            </a:r>
          </a:p>
        </p:txBody>
      </p:sp>
      <p:sp>
        <p:nvSpPr>
          <p:cNvPr id="12" name="Picture Placeholder 8">
            <a:extLst>
              <a:ext uri="{FF2B5EF4-FFF2-40B4-BE49-F238E27FC236}">
                <a16:creationId xmlns:a16="http://schemas.microsoft.com/office/drawing/2014/main" id="{FF89A342-5DFB-1316-D93A-857AF944E231}"/>
              </a:ext>
            </a:extLst>
          </p:cNvPr>
          <p:cNvSpPr>
            <a:spLocks noGrp="1"/>
          </p:cNvSpPr>
          <p:nvPr>
            <p:ph type="pic" sz="quarter" idx="26" hasCustomPrompt="1"/>
          </p:nvPr>
        </p:nvSpPr>
        <p:spPr>
          <a:xfrm>
            <a:off x="5638800" y="2133600"/>
            <a:ext cx="685800" cy="6858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DC6633A0-8222-3817-AF6B-D183D8CD041E}"/>
              </a:ext>
            </a:extLst>
          </p:cNvPr>
          <p:cNvSpPr>
            <a:spLocks noGrp="1"/>
          </p:cNvSpPr>
          <p:nvPr>
            <p:ph type="pic" sz="quarter" idx="27" hasCustomPrompt="1"/>
          </p:nvPr>
        </p:nvSpPr>
        <p:spPr>
          <a:xfrm>
            <a:off x="5638800" y="3581400"/>
            <a:ext cx="685800" cy="685800"/>
          </a:xfrm>
        </p:spPr>
        <p:txBody>
          <a:bodyPr anchor="t">
            <a:normAutofit/>
          </a:bodyPr>
          <a:lstStyle>
            <a:lvl1pPr marL="0" indent="0" algn="ctr">
              <a:buNone/>
              <a:defRPr sz="1800"/>
            </a:lvl1pPr>
          </a:lstStyle>
          <a:p>
            <a:r>
              <a:rPr lang="en-US"/>
              <a:t>Icon</a:t>
            </a:r>
          </a:p>
        </p:txBody>
      </p:sp>
      <p:sp>
        <p:nvSpPr>
          <p:cNvPr id="16" name="Picture Placeholder 8">
            <a:extLst>
              <a:ext uri="{FF2B5EF4-FFF2-40B4-BE49-F238E27FC236}">
                <a16:creationId xmlns:a16="http://schemas.microsoft.com/office/drawing/2014/main" id="{15CFB68B-4ADF-C401-2C5F-5BF22CDB4131}"/>
              </a:ext>
            </a:extLst>
          </p:cNvPr>
          <p:cNvSpPr>
            <a:spLocks noGrp="1"/>
          </p:cNvSpPr>
          <p:nvPr>
            <p:ph type="pic" sz="quarter" idx="28" hasCustomPrompt="1"/>
          </p:nvPr>
        </p:nvSpPr>
        <p:spPr>
          <a:xfrm>
            <a:off x="5638801" y="5029200"/>
            <a:ext cx="685800" cy="685800"/>
          </a:xfrm>
        </p:spPr>
        <p:txBody>
          <a:bodyPr anchor="t">
            <a:normAutofit/>
          </a:bodyPr>
          <a:lstStyle>
            <a:lvl1pPr marL="0" indent="0" algn="ctr">
              <a:buNone/>
              <a:defRPr sz="1800"/>
            </a:lvl1pPr>
          </a:lstStyle>
          <a:p>
            <a:r>
              <a:rPr lang="en-US"/>
              <a:t>Icon</a:t>
            </a:r>
          </a:p>
        </p:txBody>
      </p:sp>
      <p:sp>
        <p:nvSpPr>
          <p:cNvPr id="6" name="Text Placeholder 3">
            <a:extLst>
              <a:ext uri="{FF2B5EF4-FFF2-40B4-BE49-F238E27FC236}">
                <a16:creationId xmlns:a16="http://schemas.microsoft.com/office/drawing/2014/main" id="{885359F9-3847-28EF-C073-D42294D6FBE1}"/>
              </a:ext>
            </a:extLst>
          </p:cNvPr>
          <p:cNvSpPr>
            <a:spLocks noGrp="1"/>
          </p:cNvSpPr>
          <p:nvPr>
            <p:ph type="body" sz="half" idx="10" hasCustomPrompt="1"/>
          </p:nvPr>
        </p:nvSpPr>
        <p:spPr>
          <a:xfrm>
            <a:off x="6553200" y="690464"/>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8" name="Text Placeholder 3">
            <a:extLst>
              <a:ext uri="{FF2B5EF4-FFF2-40B4-BE49-F238E27FC236}">
                <a16:creationId xmlns:a16="http://schemas.microsoft.com/office/drawing/2014/main" id="{6C67CF30-C8A7-6D81-E874-8DDA7A96FEFE}"/>
              </a:ext>
            </a:extLst>
          </p:cNvPr>
          <p:cNvSpPr>
            <a:spLocks noGrp="1"/>
          </p:cNvSpPr>
          <p:nvPr>
            <p:ph type="body" sz="half" idx="29" hasCustomPrompt="1"/>
          </p:nvPr>
        </p:nvSpPr>
        <p:spPr>
          <a:xfrm>
            <a:off x="6553200" y="21336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9" name="Text Placeholder 3">
            <a:extLst>
              <a:ext uri="{FF2B5EF4-FFF2-40B4-BE49-F238E27FC236}">
                <a16:creationId xmlns:a16="http://schemas.microsoft.com/office/drawing/2014/main" id="{65769C79-6EDB-61DA-7ADA-0295FCFE152E}"/>
              </a:ext>
            </a:extLst>
          </p:cNvPr>
          <p:cNvSpPr>
            <a:spLocks noGrp="1"/>
          </p:cNvSpPr>
          <p:nvPr>
            <p:ph type="body" sz="half" idx="30" hasCustomPrompt="1"/>
          </p:nvPr>
        </p:nvSpPr>
        <p:spPr>
          <a:xfrm>
            <a:off x="6553200" y="35814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1" name="Text Placeholder 3">
            <a:extLst>
              <a:ext uri="{FF2B5EF4-FFF2-40B4-BE49-F238E27FC236}">
                <a16:creationId xmlns:a16="http://schemas.microsoft.com/office/drawing/2014/main" id="{90C6977F-A995-36B5-1633-137ADA3D7B82}"/>
              </a:ext>
            </a:extLst>
          </p:cNvPr>
          <p:cNvSpPr>
            <a:spLocks noGrp="1"/>
          </p:cNvSpPr>
          <p:nvPr>
            <p:ph type="body" sz="half" idx="31" hasCustomPrompt="1"/>
          </p:nvPr>
        </p:nvSpPr>
        <p:spPr>
          <a:xfrm>
            <a:off x="6553200" y="50292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1321058342"/>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50/50 Content 1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a:stretch>
            <a:fillRect/>
          </a:stretch>
        </p:blipFill>
        <p:spPr>
          <a:xfrm>
            <a:off x="0" y="0"/>
            <a:ext cx="60960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5029200" cy="1142999"/>
          </a:xfrm>
          <a:prstGeom prst="rect">
            <a:avLst/>
          </a:prstGeom>
        </p:spPr>
        <p:txBody>
          <a:bodyPr anchor="b">
            <a:noAutofit/>
          </a:bodyPr>
          <a:lstStyle>
            <a:lvl1pPr>
              <a:defRPr sz="3200">
                <a:solidFill>
                  <a:srgbClr val="FFFFFF"/>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50292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BA57567A-7343-1D9A-A350-3F938C40D49E}"/>
              </a:ext>
            </a:extLst>
          </p:cNvPr>
          <p:cNvSpPr>
            <a:spLocks noGrp="1"/>
          </p:cNvSpPr>
          <p:nvPr>
            <p:ph type="pic" sz="quarter" idx="10"/>
          </p:nvPr>
        </p:nvSpPr>
        <p:spPr>
          <a:xfrm>
            <a:off x="6096000" y="-555"/>
            <a:ext cx="6096000" cy="6401355"/>
          </a:xfrm>
          <a:solidFill>
            <a:schemeClr val="tx1"/>
          </a:solidFill>
        </p:spPr>
        <p:txBody>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158660894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50/50 Content 13">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7467600" y="0"/>
            <a:ext cx="4724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Picture Placeholder 8">
            <a:extLst>
              <a:ext uri="{FF2B5EF4-FFF2-40B4-BE49-F238E27FC236}">
                <a16:creationId xmlns:a16="http://schemas.microsoft.com/office/drawing/2014/main" id="{BDB37403-7760-26A2-9FF5-240791BEF057}"/>
              </a:ext>
            </a:extLst>
          </p:cNvPr>
          <p:cNvSpPr>
            <a:spLocks noGrp="1"/>
          </p:cNvSpPr>
          <p:nvPr>
            <p:ph type="pic" sz="quarter" idx="10"/>
          </p:nvPr>
        </p:nvSpPr>
        <p:spPr>
          <a:xfrm>
            <a:off x="5638800" y="1143000"/>
            <a:ext cx="5029200" cy="4114800"/>
          </a:xfrm>
          <a:solidFill>
            <a:schemeClr val="tx1"/>
          </a:solidFill>
        </p:spPr>
        <p:txBody>
          <a:bodyPr/>
          <a:lstStyle>
            <a:lvl1pPr marL="0" indent="0" algn="ctr">
              <a:buNone/>
              <a:defRPr>
                <a:solidFill>
                  <a:schemeClr val="bg1"/>
                </a:solidFill>
              </a:defRPr>
            </a:lvl1pPr>
          </a:lstStyle>
          <a:p>
            <a:endParaRPr lang="en-US"/>
          </a:p>
        </p:txBody>
      </p:sp>
      <p:sp>
        <p:nvSpPr>
          <p:cNvPr id="14" name="Text Placeholder 3">
            <a:extLst>
              <a:ext uri="{FF2B5EF4-FFF2-40B4-BE49-F238E27FC236}">
                <a16:creationId xmlns:a16="http://schemas.microsoft.com/office/drawing/2014/main" id="{CEE72130-D8EB-B7DE-E56A-D53A3C930ED4}"/>
              </a:ext>
            </a:extLst>
          </p:cNvPr>
          <p:cNvSpPr>
            <a:spLocks noGrp="1"/>
          </p:cNvSpPr>
          <p:nvPr>
            <p:ph type="body" sz="half" idx="2" hasCustomPrompt="1"/>
          </p:nvPr>
        </p:nvSpPr>
        <p:spPr>
          <a:xfrm>
            <a:off x="609599" y="1828800"/>
            <a:ext cx="4572000" cy="4343399"/>
          </a:xfrm>
        </p:spPr>
        <p:txBody>
          <a:bodyPr tIns="182880" rIns="0"/>
          <a:lstStyle>
            <a:lvl1pPr marL="0" indent="0">
              <a:lnSpc>
                <a:spcPct val="150000"/>
              </a:lnSpc>
              <a:buNone/>
              <a:defRPr sz="1600" b="0" i="0">
                <a:solidFill>
                  <a:srgbClr val="6C7986"/>
                </a:solidFill>
                <a:latin typeface="+mn-lt"/>
                <a:ea typeface="Inter" panose="02000503000000020004"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5" name="Text Placeholder 16">
            <a:extLst>
              <a:ext uri="{FF2B5EF4-FFF2-40B4-BE49-F238E27FC236}">
                <a16:creationId xmlns:a16="http://schemas.microsoft.com/office/drawing/2014/main" id="{CB738A95-C852-D7F5-9618-BED8E828C487}"/>
              </a:ext>
            </a:extLst>
          </p:cNvPr>
          <p:cNvSpPr>
            <a:spLocks noGrp="1"/>
          </p:cNvSpPr>
          <p:nvPr>
            <p:ph type="body" sz="quarter" idx="18" hasCustomPrompt="1"/>
          </p:nvPr>
        </p:nvSpPr>
        <p:spPr>
          <a:xfrm>
            <a:off x="609599"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itle 1">
            <a:extLst>
              <a:ext uri="{FF2B5EF4-FFF2-40B4-BE49-F238E27FC236}">
                <a16:creationId xmlns:a16="http://schemas.microsoft.com/office/drawing/2014/main" id="{3FFFD9D0-2BA4-88D2-79BC-3F5D4E88F0AF}"/>
              </a:ext>
            </a:extLst>
          </p:cNvPr>
          <p:cNvSpPr>
            <a:spLocks noGrp="1"/>
          </p:cNvSpPr>
          <p:nvPr>
            <p:ph type="title" hasCustomPrompt="1"/>
          </p:nvPr>
        </p:nvSpPr>
        <p:spPr>
          <a:xfrm>
            <a:off x="609599" y="685800"/>
            <a:ext cx="4571999" cy="1143000"/>
          </a:xfrm>
          <a:prstGeom prst="rect">
            <a:avLst/>
          </a:prstGeom>
        </p:spPr>
        <p:txBody>
          <a:bodyPr lIns="0" tIns="0" rIns="0" bIns="0"/>
          <a:lstStyle>
            <a:lvl1pPr>
              <a:defRPr>
                <a:latin typeface="+mj-lt"/>
              </a:defRPr>
            </a:lvl1pPr>
          </a:lstStyle>
          <a:p>
            <a:r>
              <a:rPr lang="en-US"/>
              <a:t>Headline</a:t>
            </a:r>
          </a:p>
        </p:txBody>
      </p:sp>
    </p:spTree>
    <p:extLst>
      <p:ext uri="{BB962C8B-B14F-4D97-AF65-F5344CB8AC3E}">
        <p14:creationId xmlns:p14="http://schemas.microsoft.com/office/powerpoint/2010/main" val="3831387653"/>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50/50 Content 1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51816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114800" cy="1142999"/>
          </a:xfrm>
          <a:prstGeom prst="rect">
            <a:avLst/>
          </a:prstGeom>
        </p:spPr>
        <p:txBody>
          <a:bodyPr lIns="0" tIns="0" rIns="0" bIns="0" anchor="b">
            <a:noAutofit/>
          </a:bodyPr>
          <a:lstStyle>
            <a:lvl1pPr>
              <a:defRPr sz="3200">
                <a:solidFill>
                  <a:srgbClr val="FFFFFF"/>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1148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1148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0" name="Text Placeholder 13">
            <a:extLst>
              <a:ext uri="{FF2B5EF4-FFF2-40B4-BE49-F238E27FC236}">
                <a16:creationId xmlns:a16="http://schemas.microsoft.com/office/drawing/2014/main" id="{B8FE058D-60E4-DA21-7A78-02279314D691}"/>
              </a:ext>
            </a:extLst>
          </p:cNvPr>
          <p:cNvSpPr>
            <a:spLocks noGrp="1"/>
          </p:cNvSpPr>
          <p:nvPr>
            <p:ph type="body" sz="quarter" idx="30" hasCustomPrompt="1"/>
          </p:nvPr>
        </p:nvSpPr>
        <p:spPr>
          <a:xfrm>
            <a:off x="7010399" y="2057400"/>
            <a:ext cx="4572001"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21" name="Text Placeholder 13">
            <a:extLst>
              <a:ext uri="{FF2B5EF4-FFF2-40B4-BE49-F238E27FC236}">
                <a16:creationId xmlns:a16="http://schemas.microsoft.com/office/drawing/2014/main" id="{8595308D-25DE-9585-F844-E1ED04DB29B4}"/>
              </a:ext>
            </a:extLst>
          </p:cNvPr>
          <p:cNvSpPr>
            <a:spLocks noGrp="1"/>
          </p:cNvSpPr>
          <p:nvPr>
            <p:ph type="body" sz="quarter" idx="31" hasCustomPrompt="1"/>
          </p:nvPr>
        </p:nvSpPr>
        <p:spPr>
          <a:xfrm>
            <a:off x="7010400" y="3428999"/>
            <a:ext cx="4572000"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22" name="Text Placeholder 13">
            <a:extLst>
              <a:ext uri="{FF2B5EF4-FFF2-40B4-BE49-F238E27FC236}">
                <a16:creationId xmlns:a16="http://schemas.microsoft.com/office/drawing/2014/main" id="{8429C98D-2CB4-4119-C84C-7E4F58E62ED7}"/>
              </a:ext>
            </a:extLst>
          </p:cNvPr>
          <p:cNvSpPr>
            <a:spLocks noGrp="1"/>
          </p:cNvSpPr>
          <p:nvPr>
            <p:ph type="body" sz="quarter" idx="32" hasCustomPrompt="1"/>
          </p:nvPr>
        </p:nvSpPr>
        <p:spPr>
          <a:xfrm>
            <a:off x="7010400" y="4800600"/>
            <a:ext cx="4572000" cy="914400"/>
          </a:xfrm>
        </p:spPr>
        <p:txBody>
          <a:bodyPr tIns="0" bIns="0" anchor="t" anchorCtr="0">
            <a:noAutofit/>
          </a:bodyPr>
          <a:lstStyle>
            <a:lvl1pPr marL="0" indent="0" algn="l">
              <a:buNone/>
              <a:defRPr sz="2000" b="1" u="none">
                <a:solidFill>
                  <a:srgbClr val="311E57"/>
                </a:solidFill>
              </a:defRPr>
            </a:lvl1pPr>
          </a:lstStyle>
          <a:p>
            <a:pPr lvl="0"/>
            <a:r>
              <a:rPr lang="en-US"/>
              <a:t>Heading</a:t>
            </a:r>
          </a:p>
        </p:txBody>
      </p:sp>
      <p:sp>
        <p:nvSpPr>
          <p:cNvPr id="23" name="Picture Placeholder 8">
            <a:extLst>
              <a:ext uri="{FF2B5EF4-FFF2-40B4-BE49-F238E27FC236}">
                <a16:creationId xmlns:a16="http://schemas.microsoft.com/office/drawing/2014/main" id="{D270913B-616A-136B-7F73-CD0CDA3DC416}"/>
              </a:ext>
            </a:extLst>
          </p:cNvPr>
          <p:cNvSpPr>
            <a:spLocks noGrp="1"/>
          </p:cNvSpPr>
          <p:nvPr>
            <p:ph type="pic" sz="quarter" idx="33" hasCustomPrompt="1"/>
          </p:nvPr>
        </p:nvSpPr>
        <p:spPr>
          <a:xfrm>
            <a:off x="5638800" y="2060249"/>
            <a:ext cx="914400" cy="914400"/>
          </a:xfrm>
        </p:spPr>
        <p:txBody>
          <a:bodyPr anchor="t">
            <a:normAutofit/>
          </a:bodyPr>
          <a:lstStyle>
            <a:lvl1pPr marL="0" indent="0" algn="ctr">
              <a:buNone/>
              <a:defRPr sz="1800"/>
            </a:lvl1pPr>
          </a:lstStyle>
          <a:p>
            <a:r>
              <a:rPr lang="en-US"/>
              <a:t>Icon</a:t>
            </a:r>
          </a:p>
        </p:txBody>
      </p:sp>
      <p:sp>
        <p:nvSpPr>
          <p:cNvPr id="24" name="Picture Placeholder 8">
            <a:extLst>
              <a:ext uri="{FF2B5EF4-FFF2-40B4-BE49-F238E27FC236}">
                <a16:creationId xmlns:a16="http://schemas.microsoft.com/office/drawing/2014/main" id="{8BE0DEC5-DB38-4FAD-EDF5-76A69006DC05}"/>
              </a:ext>
            </a:extLst>
          </p:cNvPr>
          <p:cNvSpPr>
            <a:spLocks noGrp="1"/>
          </p:cNvSpPr>
          <p:nvPr>
            <p:ph type="pic" sz="quarter" idx="34" hasCustomPrompt="1"/>
          </p:nvPr>
        </p:nvSpPr>
        <p:spPr>
          <a:xfrm>
            <a:off x="5638800" y="3432965"/>
            <a:ext cx="914400" cy="914400"/>
          </a:xfrm>
        </p:spPr>
        <p:txBody>
          <a:bodyPr anchor="t">
            <a:normAutofit/>
          </a:bodyPr>
          <a:lstStyle>
            <a:lvl1pPr marL="0" indent="0" algn="ctr">
              <a:buNone/>
              <a:defRPr sz="1800"/>
            </a:lvl1pPr>
          </a:lstStyle>
          <a:p>
            <a:r>
              <a:rPr lang="en-US"/>
              <a:t>Icon</a:t>
            </a:r>
          </a:p>
        </p:txBody>
      </p:sp>
      <p:sp>
        <p:nvSpPr>
          <p:cNvPr id="25" name="Picture Placeholder 8">
            <a:extLst>
              <a:ext uri="{FF2B5EF4-FFF2-40B4-BE49-F238E27FC236}">
                <a16:creationId xmlns:a16="http://schemas.microsoft.com/office/drawing/2014/main" id="{D0F6E784-018A-EE68-BF4E-8A2B94A1ABA4}"/>
              </a:ext>
            </a:extLst>
          </p:cNvPr>
          <p:cNvSpPr>
            <a:spLocks noGrp="1"/>
          </p:cNvSpPr>
          <p:nvPr>
            <p:ph type="pic" sz="quarter" idx="35" hasCustomPrompt="1"/>
          </p:nvPr>
        </p:nvSpPr>
        <p:spPr>
          <a:xfrm>
            <a:off x="5638800" y="4805680"/>
            <a:ext cx="914400" cy="9144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55224479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50/50 Content 1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DF1D0-97B8-6469-1322-3AD7A966AE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5181600" cy="6401355"/>
          </a:xfrm>
          <a:prstGeom prst="rect">
            <a:avLst/>
          </a:prstGeom>
        </p:spPr>
      </p:pic>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114800" cy="1142999"/>
          </a:xfrm>
          <a:prstGeom prst="rect">
            <a:avLst/>
          </a:prstGeom>
        </p:spPr>
        <p:txBody>
          <a:bodyPr lIns="0" tIns="0" rIns="0" bIns="0" anchor="b">
            <a:noAutofit/>
          </a:bodyPr>
          <a:lstStyle>
            <a:lvl1pPr>
              <a:defRPr sz="3200">
                <a:solidFill>
                  <a:srgbClr val="FFFFFF"/>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114800" cy="4343400"/>
          </a:xfrm>
        </p:spPr>
        <p:txBody>
          <a:bodyPr tIns="182880"/>
          <a:lstStyle>
            <a:lvl1pPr marL="0" indent="0">
              <a:buNone/>
              <a:defRPr sz="16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114800" cy="685800"/>
          </a:xfrm>
        </p:spPr>
        <p:txBody>
          <a:bodyPr anchor="ctr">
            <a:noAutofit/>
          </a:bodyPr>
          <a:lstStyle>
            <a:lvl1pPr marL="0" indent="0">
              <a:buNone/>
              <a:defRPr sz="1800" b="1">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31" name="Picture Placeholder 8">
            <a:extLst>
              <a:ext uri="{FF2B5EF4-FFF2-40B4-BE49-F238E27FC236}">
                <a16:creationId xmlns:a16="http://schemas.microsoft.com/office/drawing/2014/main" id="{EBE3F550-5D07-2C00-3C99-156B0667B585}"/>
              </a:ext>
            </a:extLst>
          </p:cNvPr>
          <p:cNvSpPr>
            <a:spLocks noGrp="1"/>
          </p:cNvSpPr>
          <p:nvPr>
            <p:ph type="pic" sz="quarter" idx="25" hasCustomPrompt="1"/>
          </p:nvPr>
        </p:nvSpPr>
        <p:spPr>
          <a:xfrm>
            <a:off x="5638801" y="685800"/>
            <a:ext cx="685800" cy="685800"/>
          </a:xfrm>
        </p:spPr>
        <p:txBody>
          <a:bodyPr anchor="t">
            <a:normAutofit/>
          </a:bodyPr>
          <a:lstStyle>
            <a:lvl1pPr marL="0" indent="0" algn="ctr">
              <a:buNone/>
              <a:defRPr sz="1800"/>
            </a:lvl1pPr>
          </a:lstStyle>
          <a:p>
            <a:r>
              <a:rPr lang="en-US"/>
              <a:t>Icon</a:t>
            </a:r>
          </a:p>
        </p:txBody>
      </p:sp>
      <p:sp>
        <p:nvSpPr>
          <p:cNvPr id="32" name="Picture Placeholder 8">
            <a:extLst>
              <a:ext uri="{FF2B5EF4-FFF2-40B4-BE49-F238E27FC236}">
                <a16:creationId xmlns:a16="http://schemas.microsoft.com/office/drawing/2014/main" id="{2D5B0615-A368-B2A4-BE74-FECB6CE514DC}"/>
              </a:ext>
            </a:extLst>
          </p:cNvPr>
          <p:cNvSpPr>
            <a:spLocks noGrp="1"/>
          </p:cNvSpPr>
          <p:nvPr>
            <p:ph type="pic" sz="quarter" idx="26" hasCustomPrompt="1"/>
          </p:nvPr>
        </p:nvSpPr>
        <p:spPr>
          <a:xfrm>
            <a:off x="5638800" y="2133600"/>
            <a:ext cx="685800" cy="685800"/>
          </a:xfrm>
        </p:spPr>
        <p:txBody>
          <a:bodyPr anchor="t">
            <a:normAutofit/>
          </a:bodyPr>
          <a:lstStyle>
            <a:lvl1pPr marL="0" indent="0" algn="ctr">
              <a:buNone/>
              <a:defRPr sz="1800"/>
            </a:lvl1pPr>
          </a:lstStyle>
          <a:p>
            <a:r>
              <a:rPr lang="en-US"/>
              <a:t>Icon</a:t>
            </a:r>
          </a:p>
        </p:txBody>
      </p:sp>
      <p:sp>
        <p:nvSpPr>
          <p:cNvPr id="34" name="Picture Placeholder 8">
            <a:extLst>
              <a:ext uri="{FF2B5EF4-FFF2-40B4-BE49-F238E27FC236}">
                <a16:creationId xmlns:a16="http://schemas.microsoft.com/office/drawing/2014/main" id="{452B91E8-FA31-6B11-D8B2-DF176B49C96E}"/>
              </a:ext>
            </a:extLst>
          </p:cNvPr>
          <p:cNvSpPr>
            <a:spLocks noGrp="1"/>
          </p:cNvSpPr>
          <p:nvPr>
            <p:ph type="pic" sz="quarter" idx="27" hasCustomPrompt="1"/>
          </p:nvPr>
        </p:nvSpPr>
        <p:spPr>
          <a:xfrm>
            <a:off x="5638800" y="3581400"/>
            <a:ext cx="685800" cy="685800"/>
          </a:xfrm>
        </p:spPr>
        <p:txBody>
          <a:bodyPr anchor="t">
            <a:normAutofit/>
          </a:bodyPr>
          <a:lstStyle>
            <a:lvl1pPr marL="0" indent="0" algn="ctr">
              <a:buNone/>
              <a:defRPr sz="1800"/>
            </a:lvl1pPr>
          </a:lstStyle>
          <a:p>
            <a:r>
              <a:rPr lang="en-US"/>
              <a:t>Icon</a:t>
            </a:r>
          </a:p>
        </p:txBody>
      </p:sp>
      <p:sp>
        <p:nvSpPr>
          <p:cNvPr id="35" name="Picture Placeholder 8">
            <a:extLst>
              <a:ext uri="{FF2B5EF4-FFF2-40B4-BE49-F238E27FC236}">
                <a16:creationId xmlns:a16="http://schemas.microsoft.com/office/drawing/2014/main" id="{30C49245-0DA4-E8DB-7A61-8944B0C822F5}"/>
              </a:ext>
            </a:extLst>
          </p:cNvPr>
          <p:cNvSpPr>
            <a:spLocks noGrp="1"/>
          </p:cNvSpPr>
          <p:nvPr>
            <p:ph type="pic" sz="quarter" idx="28" hasCustomPrompt="1"/>
          </p:nvPr>
        </p:nvSpPr>
        <p:spPr>
          <a:xfrm>
            <a:off x="5638801" y="5029200"/>
            <a:ext cx="685800" cy="685800"/>
          </a:xfrm>
        </p:spPr>
        <p:txBody>
          <a:bodyPr anchor="t">
            <a:normAutofit/>
          </a:bodyPr>
          <a:lstStyle>
            <a:lvl1pPr marL="0" indent="0" algn="ctr">
              <a:buNone/>
              <a:defRPr sz="1800"/>
            </a:lvl1pPr>
          </a:lstStyle>
          <a:p>
            <a:r>
              <a:rPr lang="en-US"/>
              <a:t>Icon</a:t>
            </a:r>
          </a:p>
        </p:txBody>
      </p:sp>
      <p:sp>
        <p:nvSpPr>
          <p:cNvPr id="6" name="Text Placeholder 3">
            <a:extLst>
              <a:ext uri="{FF2B5EF4-FFF2-40B4-BE49-F238E27FC236}">
                <a16:creationId xmlns:a16="http://schemas.microsoft.com/office/drawing/2014/main" id="{215F3F19-1717-3CAA-0B30-DF82E8B6FAE3}"/>
              </a:ext>
            </a:extLst>
          </p:cNvPr>
          <p:cNvSpPr>
            <a:spLocks noGrp="1"/>
          </p:cNvSpPr>
          <p:nvPr>
            <p:ph type="body" sz="half" idx="10" hasCustomPrompt="1"/>
          </p:nvPr>
        </p:nvSpPr>
        <p:spPr>
          <a:xfrm>
            <a:off x="6553200" y="690464"/>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7" name="Text Placeholder 3">
            <a:extLst>
              <a:ext uri="{FF2B5EF4-FFF2-40B4-BE49-F238E27FC236}">
                <a16:creationId xmlns:a16="http://schemas.microsoft.com/office/drawing/2014/main" id="{41B9D324-53C3-1D08-8D6B-4EFB088AF758}"/>
              </a:ext>
            </a:extLst>
          </p:cNvPr>
          <p:cNvSpPr>
            <a:spLocks noGrp="1"/>
          </p:cNvSpPr>
          <p:nvPr>
            <p:ph type="body" sz="half" idx="29" hasCustomPrompt="1"/>
          </p:nvPr>
        </p:nvSpPr>
        <p:spPr>
          <a:xfrm>
            <a:off x="6553200" y="21336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8" name="Text Placeholder 3">
            <a:extLst>
              <a:ext uri="{FF2B5EF4-FFF2-40B4-BE49-F238E27FC236}">
                <a16:creationId xmlns:a16="http://schemas.microsoft.com/office/drawing/2014/main" id="{7D09CA17-3B1A-B8A7-EBA6-D9B4B550162C}"/>
              </a:ext>
            </a:extLst>
          </p:cNvPr>
          <p:cNvSpPr>
            <a:spLocks noGrp="1"/>
          </p:cNvSpPr>
          <p:nvPr>
            <p:ph type="body" sz="half" idx="30" hasCustomPrompt="1"/>
          </p:nvPr>
        </p:nvSpPr>
        <p:spPr>
          <a:xfrm>
            <a:off x="6553200" y="35814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9" name="Text Placeholder 3">
            <a:extLst>
              <a:ext uri="{FF2B5EF4-FFF2-40B4-BE49-F238E27FC236}">
                <a16:creationId xmlns:a16="http://schemas.microsoft.com/office/drawing/2014/main" id="{9F248488-9E55-C7FE-67CE-18B06805CCD1}"/>
              </a:ext>
            </a:extLst>
          </p:cNvPr>
          <p:cNvSpPr>
            <a:spLocks noGrp="1"/>
          </p:cNvSpPr>
          <p:nvPr>
            <p:ph type="body" sz="half" idx="31" hasCustomPrompt="1"/>
          </p:nvPr>
        </p:nvSpPr>
        <p:spPr>
          <a:xfrm>
            <a:off x="6553200" y="5029200"/>
            <a:ext cx="5029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53064895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50/50 Content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572000" cy="1142999"/>
          </a:xfrm>
          <a:prstGeom prst="rect">
            <a:avLst/>
          </a:prstGeom>
        </p:spPr>
        <p:txBody>
          <a:bodyPr lIns="0" tIns="0" rIns="0" bIns="0" anchor="b">
            <a:noAutofit/>
          </a:bodyPr>
          <a:lstStyle>
            <a:lvl1pPr>
              <a:defRPr sz="3200">
                <a:solidFill>
                  <a:srgbClr val="311E57"/>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2057400"/>
            <a:ext cx="4572000" cy="41148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5" name="Text Placeholder 13">
            <a:extLst>
              <a:ext uri="{FF2B5EF4-FFF2-40B4-BE49-F238E27FC236}">
                <a16:creationId xmlns:a16="http://schemas.microsoft.com/office/drawing/2014/main" id="{2DCC36EB-81BD-BBAC-24FA-2A6033863BD8}"/>
              </a:ext>
            </a:extLst>
          </p:cNvPr>
          <p:cNvSpPr>
            <a:spLocks noGrp="1"/>
          </p:cNvSpPr>
          <p:nvPr>
            <p:ph type="body" sz="quarter" idx="30" hasCustomPrompt="1"/>
          </p:nvPr>
        </p:nvSpPr>
        <p:spPr>
          <a:xfrm>
            <a:off x="7010399" y="2057400"/>
            <a:ext cx="4572001"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6" name="Text Placeholder 13">
            <a:extLst>
              <a:ext uri="{FF2B5EF4-FFF2-40B4-BE49-F238E27FC236}">
                <a16:creationId xmlns:a16="http://schemas.microsoft.com/office/drawing/2014/main" id="{6653FAD4-C2C5-5C6E-F748-7D9545928565}"/>
              </a:ext>
            </a:extLst>
          </p:cNvPr>
          <p:cNvSpPr>
            <a:spLocks noGrp="1"/>
          </p:cNvSpPr>
          <p:nvPr>
            <p:ph type="body" sz="quarter" idx="31" hasCustomPrompt="1"/>
          </p:nvPr>
        </p:nvSpPr>
        <p:spPr>
          <a:xfrm>
            <a:off x="7010400" y="3428999"/>
            <a:ext cx="4572000" cy="914400"/>
          </a:xfrm>
        </p:spPr>
        <p:txBody>
          <a:bodyPr tIns="0" bIns="0" anchor="t" anchorCtr="0">
            <a:noAutofit/>
          </a:bodyPr>
          <a:lstStyle>
            <a:lvl1pPr marL="0" indent="0" algn="l">
              <a:buNone/>
              <a:defRPr sz="2000" b="1">
                <a:solidFill>
                  <a:srgbClr val="311E57"/>
                </a:solidFill>
              </a:defRPr>
            </a:lvl1pPr>
          </a:lstStyle>
          <a:p>
            <a:pPr lvl="0"/>
            <a:r>
              <a:rPr lang="en-US"/>
              <a:t>Heading</a:t>
            </a:r>
          </a:p>
        </p:txBody>
      </p:sp>
      <p:sp>
        <p:nvSpPr>
          <p:cNvPr id="7" name="Text Placeholder 13">
            <a:extLst>
              <a:ext uri="{FF2B5EF4-FFF2-40B4-BE49-F238E27FC236}">
                <a16:creationId xmlns:a16="http://schemas.microsoft.com/office/drawing/2014/main" id="{6AA23D92-98E2-AA2A-D321-DC79F942DAA2}"/>
              </a:ext>
            </a:extLst>
          </p:cNvPr>
          <p:cNvSpPr>
            <a:spLocks noGrp="1"/>
          </p:cNvSpPr>
          <p:nvPr>
            <p:ph type="body" sz="quarter" idx="32" hasCustomPrompt="1"/>
          </p:nvPr>
        </p:nvSpPr>
        <p:spPr>
          <a:xfrm>
            <a:off x="7010400" y="4800600"/>
            <a:ext cx="4572000" cy="914400"/>
          </a:xfrm>
        </p:spPr>
        <p:txBody>
          <a:bodyPr tIns="0" bIns="0" anchor="t" anchorCtr="0">
            <a:noAutofit/>
          </a:bodyPr>
          <a:lstStyle>
            <a:lvl1pPr marL="0" indent="0" algn="l">
              <a:buNone/>
              <a:defRPr sz="2000" b="1" u="none">
                <a:solidFill>
                  <a:srgbClr val="311E57"/>
                </a:solidFill>
              </a:defRPr>
            </a:lvl1pPr>
          </a:lstStyle>
          <a:p>
            <a:pPr lvl="0"/>
            <a:r>
              <a:rPr lang="en-US"/>
              <a:t>Heading</a:t>
            </a:r>
          </a:p>
        </p:txBody>
      </p:sp>
      <p:sp>
        <p:nvSpPr>
          <p:cNvPr id="9" name="Picture Placeholder 8">
            <a:extLst>
              <a:ext uri="{FF2B5EF4-FFF2-40B4-BE49-F238E27FC236}">
                <a16:creationId xmlns:a16="http://schemas.microsoft.com/office/drawing/2014/main" id="{7347EE72-A647-B6DA-A6A1-8C54DCBA0C62}"/>
              </a:ext>
            </a:extLst>
          </p:cNvPr>
          <p:cNvSpPr>
            <a:spLocks noGrp="1"/>
          </p:cNvSpPr>
          <p:nvPr>
            <p:ph type="pic" sz="quarter" idx="33" hasCustomPrompt="1"/>
          </p:nvPr>
        </p:nvSpPr>
        <p:spPr>
          <a:xfrm>
            <a:off x="5638800" y="2060249"/>
            <a:ext cx="914400" cy="914400"/>
          </a:xfrm>
        </p:spPr>
        <p:txBody>
          <a:bodyPr anchor="t">
            <a:normAutofit/>
          </a:bodyPr>
          <a:lstStyle>
            <a:lvl1pPr marL="0" indent="0" algn="ctr">
              <a:buNone/>
              <a:defRPr sz="1800"/>
            </a:lvl1pPr>
          </a:lstStyle>
          <a:p>
            <a:r>
              <a:rPr lang="en-US"/>
              <a:t>Icon</a:t>
            </a:r>
          </a:p>
        </p:txBody>
      </p:sp>
      <p:sp>
        <p:nvSpPr>
          <p:cNvPr id="12" name="Picture Placeholder 8">
            <a:extLst>
              <a:ext uri="{FF2B5EF4-FFF2-40B4-BE49-F238E27FC236}">
                <a16:creationId xmlns:a16="http://schemas.microsoft.com/office/drawing/2014/main" id="{E5A9A6E8-690B-80A2-33F6-C9136F038276}"/>
              </a:ext>
            </a:extLst>
          </p:cNvPr>
          <p:cNvSpPr>
            <a:spLocks noGrp="1"/>
          </p:cNvSpPr>
          <p:nvPr>
            <p:ph type="pic" sz="quarter" idx="34" hasCustomPrompt="1"/>
          </p:nvPr>
        </p:nvSpPr>
        <p:spPr>
          <a:xfrm>
            <a:off x="5638800" y="3432965"/>
            <a:ext cx="914400" cy="9144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FA51E9A6-4798-2925-9A18-43A4C73FEB59}"/>
              </a:ext>
            </a:extLst>
          </p:cNvPr>
          <p:cNvSpPr>
            <a:spLocks noGrp="1"/>
          </p:cNvSpPr>
          <p:nvPr>
            <p:ph type="pic" sz="quarter" idx="35" hasCustomPrompt="1"/>
          </p:nvPr>
        </p:nvSpPr>
        <p:spPr>
          <a:xfrm>
            <a:off x="5638800" y="4805680"/>
            <a:ext cx="914400" cy="9144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93235971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50/50 Content 17">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423D0B8-FDB4-9AF6-D47A-6DB9B771F28A}"/>
              </a:ext>
            </a:extLst>
          </p:cNvPr>
          <p:cNvSpPr/>
          <p:nvPr userDrawn="1"/>
        </p:nvSpPr>
        <p:spPr>
          <a:xfrm>
            <a:off x="5648694" y="0"/>
            <a:ext cx="6543305"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1"/>
            <a:ext cx="4572000" cy="1142999"/>
          </a:xfrm>
          <a:prstGeom prst="rect">
            <a:avLst/>
          </a:prstGeom>
        </p:spPr>
        <p:txBody>
          <a:bodyPr lIns="0" tIns="0" rIns="0" bIns="0" anchor="b">
            <a:noAutofit/>
          </a:bodyPr>
          <a:lstStyle>
            <a:lvl1pPr>
              <a:defRPr sz="3200">
                <a:solidFill>
                  <a:srgbClr val="311E57"/>
                </a:solidFill>
                <a:latin typeface="+mj-lt"/>
              </a:defRPr>
            </a:lvl1pPr>
          </a:lstStyle>
          <a:p>
            <a:r>
              <a:rPr lang="en-US"/>
              <a:t>Headline</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2057400"/>
            <a:ext cx="4572000" cy="4114800"/>
          </a:xfrm>
        </p:spPr>
        <p:txBody>
          <a:bodyPr tIns="182880"/>
          <a:lstStyle>
            <a:lvl1pPr marL="0" indent="0">
              <a:lnSpc>
                <a:spcPct val="12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16">
            <a:extLst>
              <a:ext uri="{FF2B5EF4-FFF2-40B4-BE49-F238E27FC236}">
                <a16:creationId xmlns:a16="http://schemas.microsoft.com/office/drawing/2014/main" id="{EA860576-5291-FCFB-F0B3-BD5522B9E7DA}"/>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4" name="Oval 13">
            <a:extLst>
              <a:ext uri="{FF2B5EF4-FFF2-40B4-BE49-F238E27FC236}">
                <a16:creationId xmlns:a16="http://schemas.microsoft.com/office/drawing/2014/main" id="{323B88FF-4DB8-CEEA-A20C-D7938CF42DD0}"/>
              </a:ext>
            </a:extLst>
          </p:cNvPr>
          <p:cNvSpPr/>
          <p:nvPr userDrawn="1"/>
        </p:nvSpPr>
        <p:spPr>
          <a:xfrm>
            <a:off x="6096000" y="1334623"/>
            <a:ext cx="1005840" cy="100584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8">
            <a:extLst>
              <a:ext uri="{FF2B5EF4-FFF2-40B4-BE49-F238E27FC236}">
                <a16:creationId xmlns:a16="http://schemas.microsoft.com/office/drawing/2014/main" id="{447D6349-E8C1-E6A8-48EC-420881B4F82B}"/>
              </a:ext>
            </a:extLst>
          </p:cNvPr>
          <p:cNvSpPr>
            <a:spLocks noGrp="1"/>
          </p:cNvSpPr>
          <p:nvPr>
            <p:ph type="pic" sz="quarter" idx="15" hasCustomPrompt="1"/>
          </p:nvPr>
        </p:nvSpPr>
        <p:spPr>
          <a:xfrm>
            <a:off x="6256020" y="1494643"/>
            <a:ext cx="685800" cy="685800"/>
          </a:xfrm>
        </p:spPr>
        <p:txBody>
          <a:bodyPr anchor="t">
            <a:normAutofit/>
          </a:bodyPr>
          <a:lstStyle>
            <a:lvl1pPr marL="0" indent="0" algn="ctr">
              <a:buNone/>
              <a:defRPr sz="1800"/>
            </a:lvl1pPr>
          </a:lstStyle>
          <a:p>
            <a:r>
              <a:rPr lang="en-US"/>
              <a:t>Icon</a:t>
            </a:r>
          </a:p>
        </p:txBody>
      </p:sp>
      <p:sp>
        <p:nvSpPr>
          <p:cNvPr id="6" name="Text Placeholder 13">
            <a:extLst>
              <a:ext uri="{FF2B5EF4-FFF2-40B4-BE49-F238E27FC236}">
                <a16:creationId xmlns:a16="http://schemas.microsoft.com/office/drawing/2014/main" id="{BE01DE33-5B21-D97D-5E33-D1126C94B84F}"/>
              </a:ext>
            </a:extLst>
          </p:cNvPr>
          <p:cNvSpPr>
            <a:spLocks noGrp="1"/>
          </p:cNvSpPr>
          <p:nvPr>
            <p:ph type="body" sz="quarter" idx="32" hasCustomPrompt="1"/>
          </p:nvPr>
        </p:nvSpPr>
        <p:spPr>
          <a:xfrm>
            <a:off x="7467601" y="1324463"/>
            <a:ext cx="4114800" cy="914400"/>
          </a:xfrm>
        </p:spPr>
        <p:txBody>
          <a:bodyPr tIns="0" bIns="0" anchor="t" anchorCtr="0">
            <a:noAutofit/>
          </a:bodyPr>
          <a:lstStyle>
            <a:lvl1pPr marL="0" indent="0" algn="l">
              <a:buNone/>
              <a:defRPr sz="2000" b="1">
                <a:solidFill>
                  <a:srgbClr val="311E57"/>
                </a:solidFill>
                <a:latin typeface="+mn-lt"/>
              </a:defRPr>
            </a:lvl1pPr>
          </a:lstStyle>
          <a:p>
            <a:pPr lvl="0"/>
            <a:r>
              <a:rPr lang="en-US"/>
              <a:t>Heading</a:t>
            </a:r>
          </a:p>
        </p:txBody>
      </p:sp>
      <p:sp>
        <p:nvSpPr>
          <p:cNvPr id="7" name="Text Placeholder 13">
            <a:extLst>
              <a:ext uri="{FF2B5EF4-FFF2-40B4-BE49-F238E27FC236}">
                <a16:creationId xmlns:a16="http://schemas.microsoft.com/office/drawing/2014/main" id="{9AD5EA28-F0ED-0E62-C77E-2BF4D963F34E}"/>
              </a:ext>
            </a:extLst>
          </p:cNvPr>
          <p:cNvSpPr>
            <a:spLocks noGrp="1"/>
          </p:cNvSpPr>
          <p:nvPr>
            <p:ph type="body" sz="quarter" idx="33" hasCustomPrompt="1"/>
          </p:nvPr>
        </p:nvSpPr>
        <p:spPr>
          <a:xfrm>
            <a:off x="7467600" y="2697480"/>
            <a:ext cx="4114799" cy="914400"/>
          </a:xfrm>
        </p:spPr>
        <p:txBody>
          <a:bodyPr tIns="0" bIns="0" anchor="t" anchorCtr="0">
            <a:noAutofit/>
          </a:bodyPr>
          <a:lstStyle>
            <a:lvl1pPr marL="0" indent="0" algn="l">
              <a:buNone/>
              <a:defRPr sz="2000" b="1">
                <a:solidFill>
                  <a:srgbClr val="311E57"/>
                </a:solidFill>
                <a:latin typeface="+mn-lt"/>
              </a:defRPr>
            </a:lvl1pPr>
          </a:lstStyle>
          <a:p>
            <a:pPr lvl="0"/>
            <a:r>
              <a:rPr lang="en-US"/>
              <a:t>Heading</a:t>
            </a:r>
          </a:p>
        </p:txBody>
      </p:sp>
      <p:sp>
        <p:nvSpPr>
          <p:cNvPr id="8" name="Text Placeholder 13">
            <a:extLst>
              <a:ext uri="{FF2B5EF4-FFF2-40B4-BE49-F238E27FC236}">
                <a16:creationId xmlns:a16="http://schemas.microsoft.com/office/drawing/2014/main" id="{5110C1F6-059A-3C02-1481-7DE486A6FC5C}"/>
              </a:ext>
            </a:extLst>
          </p:cNvPr>
          <p:cNvSpPr>
            <a:spLocks noGrp="1"/>
          </p:cNvSpPr>
          <p:nvPr>
            <p:ph type="body" sz="quarter" idx="34" hasCustomPrompt="1"/>
          </p:nvPr>
        </p:nvSpPr>
        <p:spPr>
          <a:xfrm>
            <a:off x="7467600" y="4067663"/>
            <a:ext cx="4114799" cy="914400"/>
          </a:xfrm>
        </p:spPr>
        <p:txBody>
          <a:bodyPr tIns="0" bIns="0" anchor="t" anchorCtr="0">
            <a:noAutofit/>
          </a:bodyPr>
          <a:lstStyle>
            <a:lvl1pPr marL="0" indent="0" algn="l">
              <a:buNone/>
              <a:defRPr sz="2000" b="1" u="none">
                <a:solidFill>
                  <a:srgbClr val="311E57"/>
                </a:solidFill>
                <a:latin typeface="+mn-lt"/>
              </a:defRPr>
            </a:lvl1pPr>
          </a:lstStyle>
          <a:p>
            <a:pPr lvl="0"/>
            <a:r>
              <a:rPr lang="en-US"/>
              <a:t>Heading</a:t>
            </a:r>
          </a:p>
        </p:txBody>
      </p:sp>
      <p:sp>
        <p:nvSpPr>
          <p:cNvPr id="9" name="Oval 8">
            <a:extLst>
              <a:ext uri="{FF2B5EF4-FFF2-40B4-BE49-F238E27FC236}">
                <a16:creationId xmlns:a16="http://schemas.microsoft.com/office/drawing/2014/main" id="{654D661D-D68A-37D5-1149-2894466F7EA3}"/>
              </a:ext>
            </a:extLst>
          </p:cNvPr>
          <p:cNvSpPr/>
          <p:nvPr userDrawn="1"/>
        </p:nvSpPr>
        <p:spPr>
          <a:xfrm>
            <a:off x="6096000" y="2697480"/>
            <a:ext cx="1005840" cy="100584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8">
            <a:extLst>
              <a:ext uri="{FF2B5EF4-FFF2-40B4-BE49-F238E27FC236}">
                <a16:creationId xmlns:a16="http://schemas.microsoft.com/office/drawing/2014/main" id="{FF0CEFF6-8059-E0EC-7EEF-A095EE30E594}"/>
              </a:ext>
            </a:extLst>
          </p:cNvPr>
          <p:cNvSpPr>
            <a:spLocks noGrp="1"/>
          </p:cNvSpPr>
          <p:nvPr>
            <p:ph type="pic" sz="quarter" idx="35" hasCustomPrompt="1"/>
          </p:nvPr>
        </p:nvSpPr>
        <p:spPr>
          <a:xfrm>
            <a:off x="6256020" y="2857500"/>
            <a:ext cx="685800" cy="685800"/>
          </a:xfrm>
        </p:spPr>
        <p:txBody>
          <a:bodyPr anchor="t">
            <a:normAutofit/>
          </a:bodyPr>
          <a:lstStyle>
            <a:lvl1pPr marL="0" indent="0" algn="ctr">
              <a:buNone/>
              <a:defRPr sz="1800"/>
            </a:lvl1pPr>
          </a:lstStyle>
          <a:p>
            <a:r>
              <a:rPr lang="en-US"/>
              <a:t>Icon</a:t>
            </a:r>
          </a:p>
        </p:txBody>
      </p:sp>
      <p:sp>
        <p:nvSpPr>
          <p:cNvPr id="12" name="Oval 11">
            <a:extLst>
              <a:ext uri="{FF2B5EF4-FFF2-40B4-BE49-F238E27FC236}">
                <a16:creationId xmlns:a16="http://schemas.microsoft.com/office/drawing/2014/main" id="{12884DE7-CE48-996E-AA61-B283BD225603}"/>
              </a:ext>
            </a:extLst>
          </p:cNvPr>
          <p:cNvSpPr/>
          <p:nvPr userDrawn="1"/>
        </p:nvSpPr>
        <p:spPr>
          <a:xfrm>
            <a:off x="6087753" y="4067663"/>
            <a:ext cx="1005840" cy="100584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8">
            <a:extLst>
              <a:ext uri="{FF2B5EF4-FFF2-40B4-BE49-F238E27FC236}">
                <a16:creationId xmlns:a16="http://schemas.microsoft.com/office/drawing/2014/main" id="{D5759A6B-E3F1-9088-54F4-3953F78376DA}"/>
              </a:ext>
            </a:extLst>
          </p:cNvPr>
          <p:cNvSpPr>
            <a:spLocks noGrp="1"/>
          </p:cNvSpPr>
          <p:nvPr>
            <p:ph type="pic" sz="quarter" idx="36" hasCustomPrompt="1"/>
          </p:nvPr>
        </p:nvSpPr>
        <p:spPr>
          <a:xfrm>
            <a:off x="6247773" y="4227683"/>
            <a:ext cx="685800" cy="685800"/>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1783290780"/>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50/50 Content 18">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6096000" y="1"/>
            <a:ext cx="6096000" cy="6400799"/>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12" name="Title 1">
            <a:extLst>
              <a:ext uri="{FF2B5EF4-FFF2-40B4-BE49-F238E27FC236}">
                <a16:creationId xmlns:a16="http://schemas.microsoft.com/office/drawing/2014/main" id="{EFDEED65-4EDE-6954-748A-1B67109D2AEF}"/>
              </a:ext>
            </a:extLst>
          </p:cNvPr>
          <p:cNvSpPr>
            <a:spLocks noGrp="1"/>
          </p:cNvSpPr>
          <p:nvPr>
            <p:ph type="title" hasCustomPrompt="1"/>
          </p:nvPr>
        </p:nvSpPr>
        <p:spPr>
          <a:xfrm>
            <a:off x="609600" y="685800"/>
            <a:ext cx="5029200" cy="914400"/>
          </a:xfrm>
          <a:prstGeom prst="rect">
            <a:avLst/>
          </a:prstGeom>
        </p:spPr>
        <p:txBody>
          <a:bodyPr wrap="square" rIns="0" bIns="91440" anchor="t">
            <a:noAutofit/>
          </a:bodyPr>
          <a:lstStyle>
            <a:lvl1pPr>
              <a:defRPr sz="2400">
                <a:solidFill>
                  <a:srgbClr val="311E57"/>
                </a:solidFill>
                <a:latin typeface="+mj-lt"/>
              </a:defRPr>
            </a:lvl1pPr>
          </a:lstStyle>
          <a:p>
            <a:r>
              <a:rPr lang="en-US"/>
              <a:t>Headline</a:t>
            </a:r>
          </a:p>
        </p:txBody>
      </p:sp>
      <p:sp>
        <p:nvSpPr>
          <p:cNvPr id="13" name="Text Placeholder 16">
            <a:extLst>
              <a:ext uri="{FF2B5EF4-FFF2-40B4-BE49-F238E27FC236}">
                <a16:creationId xmlns:a16="http://schemas.microsoft.com/office/drawing/2014/main" id="{FBC2F897-8256-248A-5442-5BDB9CF34CFF}"/>
              </a:ext>
            </a:extLst>
          </p:cNvPr>
          <p:cNvSpPr>
            <a:spLocks noGrp="1"/>
          </p:cNvSpPr>
          <p:nvPr>
            <p:ph type="body" sz="quarter" idx="18" hasCustomPrompt="1"/>
          </p:nvPr>
        </p:nvSpPr>
        <p:spPr>
          <a:xfrm>
            <a:off x="609600" y="0"/>
            <a:ext cx="50292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4" name="Text Placeholder 3">
            <a:extLst>
              <a:ext uri="{FF2B5EF4-FFF2-40B4-BE49-F238E27FC236}">
                <a16:creationId xmlns:a16="http://schemas.microsoft.com/office/drawing/2014/main" id="{3B31651C-324D-D40D-1E11-FA367353A2DC}"/>
              </a:ext>
            </a:extLst>
          </p:cNvPr>
          <p:cNvSpPr>
            <a:spLocks noGrp="1"/>
          </p:cNvSpPr>
          <p:nvPr>
            <p:ph type="body" sz="half" idx="2" hasCustomPrompt="1"/>
          </p:nvPr>
        </p:nvSpPr>
        <p:spPr>
          <a:xfrm>
            <a:off x="609600" y="1600201"/>
            <a:ext cx="5029200" cy="1371600"/>
          </a:xfrm>
        </p:spPr>
        <p:txBody>
          <a:bodyPr tIns="182880" rIns="0">
            <a:normAutofit/>
          </a:bodyPr>
          <a:lstStyle>
            <a:lvl1pPr marL="0" indent="0">
              <a:lnSpc>
                <a:spcPct val="150000"/>
              </a:lnSpc>
              <a:buNone/>
              <a:defRPr sz="14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8" name="Picture Placeholder 8">
            <a:extLst>
              <a:ext uri="{FF2B5EF4-FFF2-40B4-BE49-F238E27FC236}">
                <a16:creationId xmlns:a16="http://schemas.microsoft.com/office/drawing/2014/main" id="{F9809A5A-25E3-3F6F-477F-27F0593939C4}"/>
              </a:ext>
            </a:extLst>
          </p:cNvPr>
          <p:cNvSpPr>
            <a:spLocks noGrp="1"/>
          </p:cNvSpPr>
          <p:nvPr>
            <p:ph type="pic" sz="quarter" idx="25" hasCustomPrompt="1"/>
          </p:nvPr>
        </p:nvSpPr>
        <p:spPr>
          <a:xfrm>
            <a:off x="609600" y="3434080"/>
            <a:ext cx="685800" cy="685800"/>
          </a:xfrm>
        </p:spPr>
        <p:txBody>
          <a:bodyPr anchor="t">
            <a:normAutofit/>
          </a:bodyPr>
          <a:lstStyle>
            <a:lvl1pPr marL="0" indent="0" algn="ctr">
              <a:buNone/>
              <a:defRPr sz="1800"/>
            </a:lvl1pPr>
          </a:lstStyle>
          <a:p>
            <a:r>
              <a:rPr lang="en-US"/>
              <a:t>Icon</a:t>
            </a:r>
          </a:p>
        </p:txBody>
      </p:sp>
      <p:sp>
        <p:nvSpPr>
          <p:cNvPr id="19" name="Picture Placeholder 8">
            <a:extLst>
              <a:ext uri="{FF2B5EF4-FFF2-40B4-BE49-F238E27FC236}">
                <a16:creationId xmlns:a16="http://schemas.microsoft.com/office/drawing/2014/main" id="{8614C75B-542A-190C-31A0-3689B4C6F696}"/>
              </a:ext>
            </a:extLst>
          </p:cNvPr>
          <p:cNvSpPr>
            <a:spLocks noGrp="1"/>
          </p:cNvSpPr>
          <p:nvPr>
            <p:ph type="pic" sz="quarter" idx="26" hasCustomPrompt="1"/>
          </p:nvPr>
        </p:nvSpPr>
        <p:spPr>
          <a:xfrm>
            <a:off x="609600" y="4343400"/>
            <a:ext cx="685800" cy="685800"/>
          </a:xfrm>
        </p:spPr>
        <p:txBody>
          <a:bodyPr anchor="t">
            <a:normAutofit/>
          </a:bodyPr>
          <a:lstStyle>
            <a:lvl1pPr marL="0" indent="0" algn="ctr">
              <a:buNone/>
              <a:defRPr sz="1800"/>
            </a:lvl1pPr>
          </a:lstStyle>
          <a:p>
            <a:r>
              <a:rPr lang="en-US"/>
              <a:t>Icon</a:t>
            </a:r>
          </a:p>
        </p:txBody>
      </p:sp>
      <p:sp>
        <p:nvSpPr>
          <p:cNvPr id="20" name="Picture Placeholder 8">
            <a:extLst>
              <a:ext uri="{FF2B5EF4-FFF2-40B4-BE49-F238E27FC236}">
                <a16:creationId xmlns:a16="http://schemas.microsoft.com/office/drawing/2014/main" id="{9E21A8C5-C06D-BF7B-F923-BA3881148C4F}"/>
              </a:ext>
            </a:extLst>
          </p:cNvPr>
          <p:cNvSpPr>
            <a:spLocks noGrp="1"/>
          </p:cNvSpPr>
          <p:nvPr>
            <p:ph type="pic" sz="quarter" idx="27" hasCustomPrompt="1"/>
          </p:nvPr>
        </p:nvSpPr>
        <p:spPr>
          <a:xfrm>
            <a:off x="609600" y="5257800"/>
            <a:ext cx="685800" cy="685800"/>
          </a:xfrm>
        </p:spPr>
        <p:txBody>
          <a:bodyPr anchor="t">
            <a:normAutofit/>
          </a:bodyPr>
          <a:lstStyle>
            <a:lvl1pPr marL="0" indent="0" algn="ctr">
              <a:buNone/>
              <a:defRPr sz="1800"/>
            </a:lvl1pPr>
          </a:lstStyle>
          <a:p>
            <a:r>
              <a:rPr lang="en-US"/>
              <a:t>Icon</a:t>
            </a:r>
          </a:p>
        </p:txBody>
      </p:sp>
      <p:sp>
        <p:nvSpPr>
          <p:cNvPr id="2" name="Text Placeholder 3">
            <a:extLst>
              <a:ext uri="{FF2B5EF4-FFF2-40B4-BE49-F238E27FC236}">
                <a16:creationId xmlns:a16="http://schemas.microsoft.com/office/drawing/2014/main" id="{05BA3348-AD7D-2D7B-6F6F-BCC7D0B6FDF6}"/>
              </a:ext>
            </a:extLst>
          </p:cNvPr>
          <p:cNvSpPr>
            <a:spLocks noGrp="1"/>
          </p:cNvSpPr>
          <p:nvPr>
            <p:ph type="body" sz="half" idx="10" hasCustomPrompt="1"/>
          </p:nvPr>
        </p:nvSpPr>
        <p:spPr>
          <a:xfrm>
            <a:off x="1524000" y="3434080"/>
            <a:ext cx="4114800" cy="685800"/>
          </a:xfrm>
        </p:spPr>
        <p:txBody>
          <a:bodyPr wrap="square" tIns="0">
            <a:normAutofit/>
          </a:bodyPr>
          <a:lstStyle>
            <a:lvl1pPr marL="0" indent="0">
              <a:lnSpc>
                <a:spcPct val="150000"/>
              </a:lnSpc>
              <a:buNone/>
              <a:defRPr sz="2000" b="1">
                <a:solidFill>
                  <a:schemeClr val="tx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4EE7A630-C8C7-F4D5-561C-D082B9899F9B}"/>
              </a:ext>
            </a:extLst>
          </p:cNvPr>
          <p:cNvSpPr>
            <a:spLocks noGrp="1"/>
          </p:cNvSpPr>
          <p:nvPr>
            <p:ph type="body" sz="half" idx="29" hasCustomPrompt="1"/>
          </p:nvPr>
        </p:nvSpPr>
        <p:spPr>
          <a:xfrm>
            <a:off x="1524000" y="4343400"/>
            <a:ext cx="4114800" cy="685800"/>
          </a:xfrm>
        </p:spPr>
        <p:txBody>
          <a:bodyPr wrap="square" tIns="0">
            <a:normAutofit/>
          </a:bodyPr>
          <a:lstStyle>
            <a:lvl1pPr marL="0" indent="0">
              <a:lnSpc>
                <a:spcPct val="150000"/>
              </a:lnSpc>
              <a:buNone/>
              <a:defRPr sz="2000" b="1">
                <a:solidFill>
                  <a:schemeClr val="tx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3">
            <a:extLst>
              <a:ext uri="{FF2B5EF4-FFF2-40B4-BE49-F238E27FC236}">
                <a16:creationId xmlns:a16="http://schemas.microsoft.com/office/drawing/2014/main" id="{FF867B34-1BF4-72F6-5D67-50B093BB7D95}"/>
              </a:ext>
            </a:extLst>
          </p:cNvPr>
          <p:cNvSpPr>
            <a:spLocks noGrp="1"/>
          </p:cNvSpPr>
          <p:nvPr>
            <p:ph type="body" sz="half" idx="30" hasCustomPrompt="1"/>
          </p:nvPr>
        </p:nvSpPr>
        <p:spPr>
          <a:xfrm>
            <a:off x="1524000" y="5257800"/>
            <a:ext cx="4114800" cy="685800"/>
          </a:xfrm>
        </p:spPr>
        <p:txBody>
          <a:bodyPr wrap="square" tIns="0">
            <a:normAutofit/>
          </a:bodyPr>
          <a:lstStyle>
            <a:lvl1pPr marL="0" indent="0">
              <a:lnSpc>
                <a:spcPct val="150000"/>
              </a:lnSpc>
              <a:buNone/>
              <a:defRPr sz="2000" b="1">
                <a:solidFill>
                  <a:schemeClr val="tx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2211049512"/>
      </p:ext>
    </p:extLst>
  </p:cSld>
  <p:clrMapOvr>
    <a:masterClrMapping/>
  </p:clrMapOvr>
  <p:extLst>
    <p:ext uri="{DCECCB84-F9BA-43D5-87BE-67443E8EF086}">
      <p15:sldGuideLst xmlns:p15="http://schemas.microsoft.com/office/powerpoint/2012/main"/>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50/50 Content 19">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0" y="0"/>
            <a:ext cx="70104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Title 1">
            <a:extLst>
              <a:ext uri="{FF2B5EF4-FFF2-40B4-BE49-F238E27FC236}">
                <a16:creationId xmlns:a16="http://schemas.microsoft.com/office/drawing/2014/main" id="{8FF4043E-7F7A-D59D-E5A9-F1E401C95122}"/>
              </a:ext>
            </a:extLst>
          </p:cNvPr>
          <p:cNvSpPr>
            <a:spLocks noGrp="1"/>
          </p:cNvSpPr>
          <p:nvPr>
            <p:ph type="title" hasCustomPrompt="1"/>
          </p:nvPr>
        </p:nvSpPr>
        <p:spPr>
          <a:xfrm>
            <a:off x="609600" y="1142999"/>
            <a:ext cx="4114800" cy="4114799"/>
          </a:xfrm>
          <a:prstGeom prst="rect">
            <a:avLst/>
          </a:prstGeom>
        </p:spPr>
        <p:txBody>
          <a:bodyPr rIns="0" anchor="ctr">
            <a:noAutofit/>
          </a:bodyPr>
          <a:lstStyle>
            <a:lvl1pPr>
              <a:lnSpc>
                <a:spcPct val="100000"/>
              </a:lnSpc>
              <a:defRPr sz="3200" b="1" i="0">
                <a:solidFill>
                  <a:schemeClr val="bg1"/>
                </a:solidFill>
                <a:latin typeface="+mj-lt"/>
                <a:ea typeface="Inter" panose="02000503000000020004" pitchFamily="2" charset="0"/>
                <a:cs typeface="Arial" panose="020B0604020202020204" pitchFamily="34" charset="0"/>
              </a:defRPr>
            </a:lvl1pPr>
          </a:lstStyle>
          <a:p>
            <a:r>
              <a:rPr lang="en-US"/>
              <a:t>Headline</a:t>
            </a:r>
          </a:p>
        </p:txBody>
      </p:sp>
      <p:sp>
        <p:nvSpPr>
          <p:cNvPr id="5" name="Text Placeholder 3">
            <a:extLst>
              <a:ext uri="{FF2B5EF4-FFF2-40B4-BE49-F238E27FC236}">
                <a16:creationId xmlns:a16="http://schemas.microsoft.com/office/drawing/2014/main" id="{B300B305-04F2-7B14-F0EA-5C243D380EDD}"/>
              </a:ext>
            </a:extLst>
          </p:cNvPr>
          <p:cNvSpPr>
            <a:spLocks noGrp="1"/>
          </p:cNvSpPr>
          <p:nvPr>
            <p:ph type="body" sz="half" idx="12" hasCustomPrompt="1"/>
          </p:nvPr>
        </p:nvSpPr>
        <p:spPr>
          <a:xfrm>
            <a:off x="8944708" y="2743200"/>
            <a:ext cx="2637692" cy="914400"/>
          </a:xfrm>
          <a:solidFill>
            <a:schemeClr val="accent1"/>
          </a:solidFill>
        </p:spPr>
        <p:txBody>
          <a:bodyPr lIns="182880" tIns="0" rIns="182880" bIns="0" anchor="t">
            <a:normAutofit/>
          </a:bodyPr>
          <a:lstStyle>
            <a:lvl1pPr marL="0" indent="0" algn="l">
              <a:lnSpc>
                <a:spcPct val="150000"/>
              </a:lnSpc>
              <a:buNone/>
              <a:defRPr sz="2000" b="1">
                <a:solidFill>
                  <a:schemeClr val="bg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Meet…</a:t>
            </a:r>
          </a:p>
        </p:txBody>
      </p:sp>
      <p:sp>
        <p:nvSpPr>
          <p:cNvPr id="6" name="Text Placeholder 3">
            <a:extLst>
              <a:ext uri="{FF2B5EF4-FFF2-40B4-BE49-F238E27FC236}">
                <a16:creationId xmlns:a16="http://schemas.microsoft.com/office/drawing/2014/main" id="{07CF2EB9-C831-9EEC-54AD-7BE7BF1E6CB0}"/>
              </a:ext>
            </a:extLst>
          </p:cNvPr>
          <p:cNvSpPr>
            <a:spLocks noGrp="1"/>
          </p:cNvSpPr>
          <p:nvPr>
            <p:ph type="body" sz="half" idx="13" hasCustomPrompt="1"/>
          </p:nvPr>
        </p:nvSpPr>
        <p:spPr>
          <a:xfrm>
            <a:off x="8944708" y="3200399"/>
            <a:ext cx="2637692" cy="457201"/>
          </a:xfrm>
          <a:noFill/>
        </p:spPr>
        <p:txBody>
          <a:bodyPr lIns="182880" tIns="0" rIns="182880" bIns="0" anchor="t">
            <a:normAutofit/>
          </a:bodyPr>
          <a:lstStyle>
            <a:lvl1pPr marL="0" indent="0" algn="l">
              <a:lnSpc>
                <a:spcPct val="150000"/>
              </a:lnSpc>
              <a:buNone/>
              <a:defRPr sz="1400" b="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Title</a:t>
            </a:r>
          </a:p>
        </p:txBody>
      </p:sp>
      <p:sp>
        <p:nvSpPr>
          <p:cNvPr id="15" name="Picture Placeholder 14">
            <a:extLst>
              <a:ext uri="{FF2B5EF4-FFF2-40B4-BE49-F238E27FC236}">
                <a16:creationId xmlns:a16="http://schemas.microsoft.com/office/drawing/2014/main" id="{F7147668-E6FC-DAF1-D8DF-36E863A6010B}"/>
              </a:ext>
            </a:extLst>
          </p:cNvPr>
          <p:cNvSpPr>
            <a:spLocks noGrp="1"/>
          </p:cNvSpPr>
          <p:nvPr>
            <p:ph type="pic" sz="quarter" idx="14"/>
          </p:nvPr>
        </p:nvSpPr>
        <p:spPr>
          <a:xfrm>
            <a:off x="5181600" y="1143000"/>
            <a:ext cx="5029200" cy="4114798"/>
          </a:xfrm>
          <a:custGeom>
            <a:avLst/>
            <a:gdLst>
              <a:gd name="connsiteX0" fmla="*/ 0 w 5029200"/>
              <a:gd name="connsiteY0" fmla="*/ 0 h 4114798"/>
              <a:gd name="connsiteX1" fmla="*/ 5029200 w 5029200"/>
              <a:gd name="connsiteY1" fmla="*/ 0 h 4114798"/>
              <a:gd name="connsiteX2" fmla="*/ 5029200 w 5029200"/>
              <a:gd name="connsiteY2" fmla="*/ 1600200 h 4114798"/>
              <a:gd name="connsiteX3" fmla="*/ 3763108 w 5029200"/>
              <a:gd name="connsiteY3" fmla="*/ 1600200 h 4114798"/>
              <a:gd name="connsiteX4" fmla="*/ 3763108 w 5029200"/>
              <a:gd name="connsiteY4" fmla="*/ 2514600 h 4114798"/>
              <a:gd name="connsiteX5" fmla="*/ 5029200 w 5029200"/>
              <a:gd name="connsiteY5" fmla="*/ 2514600 h 4114798"/>
              <a:gd name="connsiteX6" fmla="*/ 5029200 w 5029200"/>
              <a:gd name="connsiteY6" fmla="*/ 4114798 h 4114798"/>
              <a:gd name="connsiteX7" fmla="*/ 0 w 5029200"/>
              <a:gd name="connsiteY7" fmla="*/ 4114798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9200" h="4114798">
                <a:moveTo>
                  <a:pt x="0" y="0"/>
                </a:moveTo>
                <a:lnTo>
                  <a:pt x="5029200" y="0"/>
                </a:lnTo>
                <a:lnTo>
                  <a:pt x="5029200" y="1600200"/>
                </a:lnTo>
                <a:lnTo>
                  <a:pt x="3763108" y="1600200"/>
                </a:lnTo>
                <a:lnTo>
                  <a:pt x="3763108" y="2514600"/>
                </a:lnTo>
                <a:lnTo>
                  <a:pt x="5029200" y="2514600"/>
                </a:lnTo>
                <a:lnTo>
                  <a:pt x="5029200" y="4114798"/>
                </a:lnTo>
                <a:lnTo>
                  <a:pt x="0" y="4114798"/>
                </a:lnTo>
                <a:close/>
              </a:path>
            </a:pathLst>
          </a:custGeom>
          <a:solidFill>
            <a:schemeClr val="tx1"/>
          </a:solidFill>
        </p:spPr>
        <p:txBody>
          <a:bodyPr wrap="square">
            <a:noAutofit/>
          </a:bodyPr>
          <a:lstStyle>
            <a:lvl1pPr marL="0" indent="0" algn="ctr">
              <a:buNone/>
              <a:defRPr>
                <a:solidFill>
                  <a:schemeClr val="bg1"/>
                </a:solidFill>
              </a:defRPr>
            </a:lvl1pPr>
          </a:lstStyle>
          <a:p>
            <a:endParaRPr lang="en-US"/>
          </a:p>
        </p:txBody>
      </p:sp>
    </p:spTree>
    <p:extLst>
      <p:ext uri="{BB962C8B-B14F-4D97-AF65-F5344CB8AC3E}">
        <p14:creationId xmlns:p14="http://schemas.microsoft.com/office/powerpoint/2010/main" val="1422771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40/6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1828800"/>
            <a:ext cx="3657600" cy="1375954"/>
          </a:xfrm>
          <a:prstGeom prst="rect">
            <a:avLst/>
          </a:prstGeom>
        </p:spPr>
        <p:txBody>
          <a:bodyPr wrap="square"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609600" y="3200400"/>
            <a:ext cx="3657600" cy="2971800"/>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Text Placeholder 3">
            <a:extLst>
              <a:ext uri="{FF2B5EF4-FFF2-40B4-BE49-F238E27FC236}">
                <a16:creationId xmlns:a16="http://schemas.microsoft.com/office/drawing/2014/main" id="{794395D7-8B10-5A42-EBA2-8FC2A56FFC03}"/>
              </a:ext>
            </a:extLst>
          </p:cNvPr>
          <p:cNvSpPr>
            <a:spLocks noGrp="1"/>
          </p:cNvSpPr>
          <p:nvPr>
            <p:ph type="body" sz="half" idx="10" hasCustomPrompt="1"/>
          </p:nvPr>
        </p:nvSpPr>
        <p:spPr>
          <a:xfrm>
            <a:off x="5181600" y="3200401"/>
            <a:ext cx="6400800" cy="2971799"/>
          </a:xfrm>
        </p:spPr>
        <p:txBody>
          <a:bodyPr wrap="square"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11">
            <a:extLst>
              <a:ext uri="{FF2B5EF4-FFF2-40B4-BE49-F238E27FC236}">
                <a16:creationId xmlns:a16="http://schemas.microsoft.com/office/drawing/2014/main" id="{D0BED70B-51D6-025C-A37B-EB786B8416DD}"/>
              </a:ext>
            </a:extLst>
          </p:cNvPr>
          <p:cNvSpPr>
            <a:spLocks noGrp="1"/>
          </p:cNvSpPr>
          <p:nvPr>
            <p:ph type="body" sz="quarter" idx="11" hasCustomPrompt="1"/>
          </p:nvPr>
        </p:nvSpPr>
        <p:spPr>
          <a:xfrm>
            <a:off x="5181600" y="1828800"/>
            <a:ext cx="6400800" cy="1371600"/>
          </a:xfrm>
        </p:spPr>
        <p:txBody>
          <a:bodyPr wrap="square" bIns="91440" anchor="b">
            <a:noAutofit/>
          </a:bodyPr>
          <a:lstStyle>
            <a:lvl1pPr marL="0" indent="0">
              <a:buNone/>
              <a:defRPr sz="3200" b="1" i="0">
                <a:solidFill>
                  <a:srgbClr val="311E57"/>
                </a:solidFill>
                <a:latin typeface="+mj-lt"/>
                <a:ea typeface="Inter" panose="02000503000000020004" pitchFamily="2" charset="0"/>
                <a:cs typeface="Arial" panose="020B0604020202020204" pitchFamily="34" charset="0"/>
              </a:defRPr>
            </a:lvl1pPr>
            <a:lvl2pPr marL="457200" indent="0">
              <a:buNone/>
              <a:defRPr sz="3200"/>
            </a:lvl2pPr>
            <a:lvl3pPr>
              <a:defRPr sz="3200"/>
            </a:lvl3pPr>
            <a:lvl4pPr>
              <a:defRPr sz="3200"/>
            </a:lvl4pPr>
            <a:lvl5pPr>
              <a:defRPr sz="3200"/>
            </a:lvl5pPr>
          </a:lstStyle>
          <a:p>
            <a:pPr lvl="0"/>
            <a:r>
              <a:rPr lang="en-US"/>
              <a:t>Secondary headline</a:t>
            </a:r>
          </a:p>
        </p:txBody>
      </p:sp>
      <p:sp>
        <p:nvSpPr>
          <p:cNvPr id="4" name="Text Placeholder 16">
            <a:extLst>
              <a:ext uri="{FF2B5EF4-FFF2-40B4-BE49-F238E27FC236}">
                <a16:creationId xmlns:a16="http://schemas.microsoft.com/office/drawing/2014/main" id="{E3525D85-367F-F3DE-B5A7-69825AFC2936}"/>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cxnSp>
        <p:nvCxnSpPr>
          <p:cNvPr id="2" name="Straight Connector 1">
            <a:extLst>
              <a:ext uri="{FF2B5EF4-FFF2-40B4-BE49-F238E27FC236}">
                <a16:creationId xmlns:a16="http://schemas.microsoft.com/office/drawing/2014/main" id="{CAB66786-737E-4A31-F590-2F63627FF65A}"/>
              </a:ext>
            </a:extLst>
          </p:cNvPr>
          <p:cNvCxnSpPr/>
          <p:nvPr userDrawn="1"/>
        </p:nvCxnSpPr>
        <p:spPr>
          <a:xfrm>
            <a:off x="4727608" y="0"/>
            <a:ext cx="0" cy="640080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740913"/>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40/60 Conten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B5AF88-9749-7103-9DC5-21C2776DA9EC}"/>
              </a:ext>
            </a:extLst>
          </p:cNvPr>
          <p:cNvSpPr/>
          <p:nvPr userDrawn="1"/>
        </p:nvSpPr>
        <p:spPr>
          <a:xfrm>
            <a:off x="4733040" y="0"/>
            <a:ext cx="7458959"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886935"/>
            <a:ext cx="3648960" cy="914400"/>
          </a:xfrm>
          <a:prstGeom prst="rect">
            <a:avLst/>
          </a:prstGeom>
        </p:spPr>
        <p:txBody>
          <a:bodyPr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1"/>
            <a:ext cx="3657600" cy="4343399"/>
          </a:xfrm>
        </p:spPr>
        <p:txBody>
          <a:bodyPr tIns="91440" rIns="0"/>
          <a:lstStyle>
            <a:lvl1pPr marL="0" inden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5" name="Content Placeholder 2">
            <a:extLst>
              <a:ext uri="{FF2B5EF4-FFF2-40B4-BE49-F238E27FC236}">
                <a16:creationId xmlns:a16="http://schemas.microsoft.com/office/drawing/2014/main" id="{AA89083E-5099-C47B-C280-D0BCD02FC55D}"/>
              </a:ext>
            </a:extLst>
          </p:cNvPr>
          <p:cNvSpPr>
            <a:spLocks noGrp="1"/>
          </p:cNvSpPr>
          <p:nvPr>
            <p:ph sz="half" idx="23" hasCustomPrompt="1"/>
          </p:nvPr>
        </p:nvSpPr>
        <p:spPr>
          <a:xfrm>
            <a:off x="5643880" y="4572000"/>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ext Placeholder 16">
            <a:extLst>
              <a:ext uri="{FF2B5EF4-FFF2-40B4-BE49-F238E27FC236}">
                <a16:creationId xmlns:a16="http://schemas.microsoft.com/office/drawing/2014/main" id="{A6045B56-7370-6E29-9C4C-C8F532D6162C}"/>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3" name="Text Placeholder 7">
            <a:extLst>
              <a:ext uri="{FF2B5EF4-FFF2-40B4-BE49-F238E27FC236}">
                <a16:creationId xmlns:a16="http://schemas.microsoft.com/office/drawing/2014/main" id="{B295C7C5-3B28-4F61-59C0-5D0A3FFA1F85}"/>
              </a:ext>
            </a:extLst>
          </p:cNvPr>
          <p:cNvSpPr>
            <a:spLocks noGrp="1"/>
          </p:cNvSpPr>
          <p:nvPr>
            <p:ph type="body" sz="quarter" idx="28" hasCustomPrompt="1"/>
          </p:nvPr>
        </p:nvSpPr>
        <p:spPr>
          <a:xfrm>
            <a:off x="5643880" y="3879160"/>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2" name="Content Placeholder 2">
            <a:extLst>
              <a:ext uri="{FF2B5EF4-FFF2-40B4-BE49-F238E27FC236}">
                <a16:creationId xmlns:a16="http://schemas.microsoft.com/office/drawing/2014/main" id="{E36A615B-3E5C-0542-7E2C-C451EFA0E5E9}"/>
              </a:ext>
            </a:extLst>
          </p:cNvPr>
          <p:cNvSpPr>
            <a:spLocks noGrp="1"/>
          </p:cNvSpPr>
          <p:nvPr>
            <p:ph sz="half" idx="29" hasCustomPrompt="1"/>
          </p:nvPr>
        </p:nvSpPr>
        <p:spPr>
          <a:xfrm>
            <a:off x="8384902" y="4582064"/>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5" name="Text Placeholder 7">
            <a:extLst>
              <a:ext uri="{FF2B5EF4-FFF2-40B4-BE49-F238E27FC236}">
                <a16:creationId xmlns:a16="http://schemas.microsoft.com/office/drawing/2014/main" id="{00901434-F099-3B83-39FA-FCDFDD83CEFC}"/>
              </a:ext>
            </a:extLst>
          </p:cNvPr>
          <p:cNvSpPr>
            <a:spLocks noGrp="1"/>
          </p:cNvSpPr>
          <p:nvPr>
            <p:ph type="body" sz="quarter" idx="30" hasCustomPrompt="1"/>
          </p:nvPr>
        </p:nvSpPr>
        <p:spPr>
          <a:xfrm>
            <a:off x="8384902" y="3897851"/>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7" name="Content Placeholder 2">
            <a:extLst>
              <a:ext uri="{FF2B5EF4-FFF2-40B4-BE49-F238E27FC236}">
                <a16:creationId xmlns:a16="http://schemas.microsoft.com/office/drawing/2014/main" id="{6585B8D5-5FCB-86AC-17F6-3594CB6B9C04}"/>
              </a:ext>
            </a:extLst>
          </p:cNvPr>
          <p:cNvSpPr>
            <a:spLocks noGrp="1"/>
          </p:cNvSpPr>
          <p:nvPr>
            <p:ph sz="half" idx="31" hasCustomPrompt="1"/>
          </p:nvPr>
        </p:nvSpPr>
        <p:spPr>
          <a:xfrm>
            <a:off x="8384902" y="1827213"/>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8" name="Text Placeholder 7">
            <a:extLst>
              <a:ext uri="{FF2B5EF4-FFF2-40B4-BE49-F238E27FC236}">
                <a16:creationId xmlns:a16="http://schemas.microsoft.com/office/drawing/2014/main" id="{7807EC7F-34E0-BE73-9F5A-6D0B68CC5EAD}"/>
              </a:ext>
            </a:extLst>
          </p:cNvPr>
          <p:cNvSpPr>
            <a:spLocks noGrp="1"/>
          </p:cNvSpPr>
          <p:nvPr>
            <p:ph type="body" sz="quarter" idx="32" hasCustomPrompt="1"/>
          </p:nvPr>
        </p:nvSpPr>
        <p:spPr>
          <a:xfrm>
            <a:off x="8384902" y="1143000"/>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20" name="Content Placeholder 2">
            <a:extLst>
              <a:ext uri="{FF2B5EF4-FFF2-40B4-BE49-F238E27FC236}">
                <a16:creationId xmlns:a16="http://schemas.microsoft.com/office/drawing/2014/main" id="{A1690564-075B-1429-DC2F-083446BF7124}"/>
              </a:ext>
            </a:extLst>
          </p:cNvPr>
          <p:cNvSpPr>
            <a:spLocks noGrp="1"/>
          </p:cNvSpPr>
          <p:nvPr>
            <p:ph sz="half" idx="33" hasCustomPrompt="1"/>
          </p:nvPr>
        </p:nvSpPr>
        <p:spPr>
          <a:xfrm>
            <a:off x="5643880" y="1827213"/>
            <a:ext cx="2286000" cy="1600200"/>
          </a:xfrm>
        </p:spPr>
        <p:txBody>
          <a:bodyPr tIns="91440" rIns="0">
            <a:normAutofit/>
          </a:bodyPr>
          <a:lstStyle>
            <a:lvl1pPr marL="0" indent="0" algn="l">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1" name="Text Placeholder 7">
            <a:extLst>
              <a:ext uri="{FF2B5EF4-FFF2-40B4-BE49-F238E27FC236}">
                <a16:creationId xmlns:a16="http://schemas.microsoft.com/office/drawing/2014/main" id="{F6534364-13C1-6169-B288-59E85D0904BD}"/>
              </a:ext>
            </a:extLst>
          </p:cNvPr>
          <p:cNvSpPr>
            <a:spLocks noGrp="1"/>
          </p:cNvSpPr>
          <p:nvPr>
            <p:ph type="body" sz="quarter" idx="34" hasCustomPrompt="1"/>
          </p:nvPr>
        </p:nvSpPr>
        <p:spPr>
          <a:xfrm>
            <a:off x="5643880" y="1144587"/>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Tree>
    <p:extLst>
      <p:ext uri="{BB962C8B-B14F-4D97-AF65-F5344CB8AC3E}">
        <p14:creationId xmlns:p14="http://schemas.microsoft.com/office/powerpoint/2010/main" val="3116673215"/>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Portfolio Exampl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F4D006-5C88-424D-34FF-5FC9562C8757}"/>
              </a:ext>
            </a:extLst>
          </p:cNvPr>
          <p:cNvSpPr/>
          <p:nvPr userDrawn="1"/>
        </p:nvSpPr>
        <p:spPr>
          <a:xfrm>
            <a:off x="6095999" y="0"/>
            <a:ext cx="6096000"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0" y="685800"/>
            <a:ext cx="5008251" cy="1143000"/>
          </a:xfrm>
          <a:prstGeom prst="rect">
            <a:avLst/>
          </a:prstGeom>
        </p:spPr>
        <p:txBody>
          <a:bodyPr anchor="t">
            <a:noAutofit/>
          </a:bodyPr>
          <a:lstStyle>
            <a:lvl1pPr>
              <a:defRPr sz="3200">
                <a:solidFill>
                  <a:srgbClr val="311E57"/>
                </a:solidFill>
                <a:latin typeface="+mj-lt"/>
              </a:defRPr>
            </a:lvl1pPr>
          </a:lstStyle>
          <a:p>
            <a:r>
              <a:rPr lang="en-US"/>
              <a:t>Solution Name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6553200" y="685800"/>
            <a:ext cx="5029200" cy="5029200"/>
          </a:xfrm>
        </p:spPr>
        <p:txBody>
          <a:bodyPr anchor="t">
            <a:normAutofit/>
          </a:bodyPr>
          <a:lstStyle>
            <a:lvl1pPr marL="0" indent="0" algn="ctr">
              <a:buNone/>
              <a:defRPr sz="2400">
                <a:solidFill>
                  <a:schemeClr val="tx1"/>
                </a:solidFill>
              </a:defRPr>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49911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49911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“Solution”</a:t>
            </a:r>
          </a:p>
        </p:txBody>
      </p:sp>
      <p:sp>
        <p:nvSpPr>
          <p:cNvPr id="5" name="Text Placeholder 3">
            <a:extLst>
              <a:ext uri="{FF2B5EF4-FFF2-40B4-BE49-F238E27FC236}">
                <a16:creationId xmlns:a16="http://schemas.microsoft.com/office/drawing/2014/main" id="{BD0FB232-11D1-B904-47D6-568CFE2D2B23}"/>
              </a:ext>
            </a:extLst>
          </p:cNvPr>
          <p:cNvSpPr>
            <a:spLocks noGrp="1"/>
          </p:cNvSpPr>
          <p:nvPr>
            <p:ph type="body" sz="half" idx="19" hasCustomPrompt="1"/>
          </p:nvPr>
        </p:nvSpPr>
        <p:spPr>
          <a:xfrm>
            <a:off x="6553200" y="5715000"/>
            <a:ext cx="5029200" cy="457200"/>
          </a:xfrm>
        </p:spPr>
        <p:txBody>
          <a:bodyPr tIns="0" bIns="0" anchor="ctr">
            <a:normAutofit/>
          </a:bodyPr>
          <a:lstStyle>
            <a:lvl1pPr marL="0" indent="0" algn="ctr">
              <a:buNone/>
              <a:defRPr sz="1200">
                <a:solidFill>
                  <a:srgbClr val="75839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672322987"/>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Portfolio Examp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A76B085-B3BA-8A85-564E-43CF36F41E32}"/>
              </a:ext>
            </a:extLst>
          </p:cNvPr>
          <p:cNvSpPr/>
          <p:nvPr userDrawn="1"/>
        </p:nvSpPr>
        <p:spPr>
          <a:xfrm>
            <a:off x="4267200" y="0"/>
            <a:ext cx="7924800"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1" y="685800"/>
            <a:ext cx="3211398" cy="1143000"/>
          </a:xfrm>
          <a:prstGeom prst="rect">
            <a:avLst/>
          </a:prstGeom>
        </p:spPr>
        <p:txBody>
          <a:bodyPr anchor="t">
            <a:noAutofit/>
          </a:bodyPr>
          <a:lstStyle>
            <a:lvl1pPr>
              <a:defRPr sz="2400">
                <a:solidFill>
                  <a:srgbClr val="311E57"/>
                </a:solidFill>
                <a:latin typeface="+mj-lt"/>
              </a:defRPr>
            </a:lvl1pPr>
          </a:lstStyle>
          <a:p>
            <a:r>
              <a:rPr lang="en-US"/>
              <a:t>Solution Name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4724400" y="342900"/>
            <a:ext cx="4114800" cy="5029200"/>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32004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32004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“Case Study”</a:t>
            </a:r>
          </a:p>
        </p:txBody>
      </p:sp>
      <p:sp>
        <p:nvSpPr>
          <p:cNvPr id="9" name="Content Placeholder 2">
            <a:extLst>
              <a:ext uri="{FF2B5EF4-FFF2-40B4-BE49-F238E27FC236}">
                <a16:creationId xmlns:a16="http://schemas.microsoft.com/office/drawing/2014/main" id="{7F7811FE-2F23-41D3-BE1A-C162F29CB5EC}"/>
              </a:ext>
            </a:extLst>
          </p:cNvPr>
          <p:cNvSpPr>
            <a:spLocks noGrp="1"/>
          </p:cNvSpPr>
          <p:nvPr>
            <p:ph idx="19" hasCustomPrompt="1"/>
          </p:nvPr>
        </p:nvSpPr>
        <p:spPr>
          <a:xfrm>
            <a:off x="7467599" y="1143000"/>
            <a:ext cx="4114800" cy="5029200"/>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Tree>
    <p:extLst>
      <p:ext uri="{BB962C8B-B14F-4D97-AF65-F5344CB8AC3E}">
        <p14:creationId xmlns:p14="http://schemas.microsoft.com/office/powerpoint/2010/main" val="216851118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Portfolio Examp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A76B085-B3BA-8A85-564E-43CF36F41E32}"/>
              </a:ext>
            </a:extLst>
          </p:cNvPr>
          <p:cNvSpPr/>
          <p:nvPr userDrawn="1"/>
        </p:nvSpPr>
        <p:spPr>
          <a:xfrm>
            <a:off x="4267200" y="0"/>
            <a:ext cx="7924800" cy="640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BD4ED-BD8C-FF18-CB00-882DD8F787B7}"/>
              </a:ext>
            </a:extLst>
          </p:cNvPr>
          <p:cNvSpPr>
            <a:spLocks noGrp="1"/>
          </p:cNvSpPr>
          <p:nvPr>
            <p:ph type="title" hasCustomPrompt="1"/>
          </p:nvPr>
        </p:nvSpPr>
        <p:spPr>
          <a:xfrm>
            <a:off x="609601" y="685800"/>
            <a:ext cx="3211398" cy="1143000"/>
          </a:xfrm>
          <a:prstGeom prst="rect">
            <a:avLst/>
          </a:prstGeom>
        </p:spPr>
        <p:txBody>
          <a:bodyPr anchor="t">
            <a:noAutofit/>
          </a:bodyPr>
          <a:lstStyle>
            <a:lvl1pPr>
              <a:defRPr sz="2400">
                <a:solidFill>
                  <a:srgbClr val="311E57"/>
                </a:solidFill>
                <a:latin typeface="+mj-lt"/>
              </a:defRPr>
            </a:lvl1pPr>
          </a:lstStyle>
          <a:p>
            <a:r>
              <a:rPr lang="en-US"/>
              <a:t>Solution Name</a:t>
            </a:r>
          </a:p>
        </p:txBody>
      </p:sp>
      <p:sp>
        <p:nvSpPr>
          <p:cNvPr id="3" name="Content Placeholder 2">
            <a:extLst>
              <a:ext uri="{FF2B5EF4-FFF2-40B4-BE49-F238E27FC236}">
                <a16:creationId xmlns:a16="http://schemas.microsoft.com/office/drawing/2014/main" id="{8765F95E-B8E3-DFB2-C17E-5E9BDA989193}"/>
              </a:ext>
            </a:extLst>
          </p:cNvPr>
          <p:cNvSpPr>
            <a:spLocks noGrp="1"/>
          </p:cNvSpPr>
          <p:nvPr>
            <p:ph idx="1" hasCustomPrompt="1"/>
          </p:nvPr>
        </p:nvSpPr>
        <p:spPr>
          <a:xfrm>
            <a:off x="4722737" y="416052"/>
            <a:ext cx="3202063" cy="3913632"/>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4" name="Text Placeholder 3">
            <a:extLst>
              <a:ext uri="{FF2B5EF4-FFF2-40B4-BE49-F238E27FC236}">
                <a16:creationId xmlns:a16="http://schemas.microsoft.com/office/drawing/2014/main" id="{E2AB63F6-88C2-FB0D-1529-052323F830BD}"/>
              </a:ext>
            </a:extLst>
          </p:cNvPr>
          <p:cNvSpPr>
            <a:spLocks noGrp="1"/>
          </p:cNvSpPr>
          <p:nvPr>
            <p:ph type="body" sz="half" idx="2" hasCustomPrompt="1"/>
          </p:nvPr>
        </p:nvSpPr>
        <p:spPr>
          <a:xfrm>
            <a:off x="609600" y="1828800"/>
            <a:ext cx="3200400" cy="4343400"/>
          </a:xfrm>
        </p:spPr>
        <p:txBody>
          <a:bodyPr tIns="18288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D20E3B10-03A0-6437-7B5D-3FA6C8375466}"/>
              </a:ext>
            </a:extLst>
          </p:cNvPr>
          <p:cNvSpPr>
            <a:spLocks noGrp="1"/>
          </p:cNvSpPr>
          <p:nvPr>
            <p:ph type="body" sz="quarter" idx="18" hasCustomPrompt="1"/>
          </p:nvPr>
        </p:nvSpPr>
        <p:spPr>
          <a:xfrm>
            <a:off x="609600" y="0"/>
            <a:ext cx="32004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 or “Case Study”</a:t>
            </a:r>
          </a:p>
        </p:txBody>
      </p:sp>
      <p:sp>
        <p:nvSpPr>
          <p:cNvPr id="9" name="Content Placeholder 2">
            <a:extLst>
              <a:ext uri="{FF2B5EF4-FFF2-40B4-BE49-F238E27FC236}">
                <a16:creationId xmlns:a16="http://schemas.microsoft.com/office/drawing/2014/main" id="{7F7811FE-2F23-41D3-BE1A-C162F29CB5EC}"/>
              </a:ext>
            </a:extLst>
          </p:cNvPr>
          <p:cNvSpPr>
            <a:spLocks noGrp="1"/>
          </p:cNvSpPr>
          <p:nvPr>
            <p:ph idx="19" hasCustomPrompt="1"/>
          </p:nvPr>
        </p:nvSpPr>
        <p:spPr>
          <a:xfrm>
            <a:off x="8383663" y="1344168"/>
            <a:ext cx="3202063" cy="3913632"/>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
        <p:nvSpPr>
          <p:cNvPr id="5" name="Content Placeholder 2">
            <a:extLst>
              <a:ext uri="{FF2B5EF4-FFF2-40B4-BE49-F238E27FC236}">
                <a16:creationId xmlns:a16="http://schemas.microsoft.com/office/drawing/2014/main" id="{CB87FC12-2434-E710-FD7D-6E263DE35C3E}"/>
              </a:ext>
            </a:extLst>
          </p:cNvPr>
          <p:cNvSpPr>
            <a:spLocks noGrp="1"/>
          </p:cNvSpPr>
          <p:nvPr>
            <p:ph idx="20" hasCustomPrompt="1"/>
          </p:nvPr>
        </p:nvSpPr>
        <p:spPr>
          <a:xfrm>
            <a:off x="6094337" y="2258568"/>
            <a:ext cx="3202063" cy="3913632"/>
          </a:xfrm>
        </p:spPr>
        <p:txBody>
          <a:bodyPr anchor="t">
            <a:normAutofit/>
          </a:bodyPr>
          <a:lstStyle>
            <a:lvl1pPr marL="0" indent="0" algn="ctr">
              <a:buNone/>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Screenshot</a:t>
            </a:r>
          </a:p>
        </p:txBody>
      </p:sp>
    </p:spTree>
    <p:extLst>
      <p:ext uri="{BB962C8B-B14F-4D97-AF65-F5344CB8AC3E}">
        <p14:creationId xmlns:p14="http://schemas.microsoft.com/office/powerpoint/2010/main" val="74398842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33/33/33 Conten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17127C-721B-CCDA-2023-F8084BA6DBD6}"/>
              </a:ext>
            </a:extLst>
          </p:cNvPr>
          <p:cNvSpPr>
            <a:spLocks noGrp="1"/>
          </p:cNvSpPr>
          <p:nvPr>
            <p:ph sz="half" idx="1" hasCustomPrompt="1"/>
          </p:nvPr>
        </p:nvSpPr>
        <p:spPr>
          <a:xfrm>
            <a:off x="609600" y="1828801"/>
            <a:ext cx="3200400" cy="4343400"/>
          </a:xfrm>
        </p:spPr>
        <p:txBody>
          <a:bodyPr tIns="182880" rIns="457200">
            <a:normAutofit/>
          </a:bodyPr>
          <a:lstStyle>
            <a:lvl1pPr marL="0" indent="0">
              <a:lnSpc>
                <a:spcPct val="150000"/>
              </a:lnSpc>
              <a:buClr>
                <a:schemeClr val="accent1"/>
              </a:buClr>
              <a:buNone/>
              <a:defRPr sz="1800">
                <a:solidFill>
                  <a:srgbClr val="6C7986"/>
                </a:solidFill>
              </a:defRPr>
            </a:lvl1pPr>
            <a:lvl2pPr>
              <a:lnSpc>
                <a:spcPct val="150000"/>
              </a:lnSpc>
              <a:buClr>
                <a:schemeClr val="tx1"/>
              </a:buClr>
              <a:defRPr sz="1800">
                <a:solidFill>
                  <a:srgbClr val="6C7986"/>
                </a:solidFill>
              </a:defRPr>
            </a:lvl2pPr>
            <a:lvl3pPr>
              <a:lnSpc>
                <a:spcPct val="150000"/>
              </a:lnSpc>
              <a:buClr>
                <a:schemeClr val="tx1"/>
              </a:buClr>
              <a:defRPr sz="1800">
                <a:solidFill>
                  <a:srgbClr val="6C7986"/>
                </a:solidFill>
              </a:defRPr>
            </a:lvl3pPr>
            <a:lvl4pPr>
              <a:lnSpc>
                <a:spcPct val="150000"/>
              </a:lnSpc>
              <a:defRPr sz="1600">
                <a:solidFill>
                  <a:srgbClr val="6C7986"/>
                </a:solidFill>
              </a:defRPr>
            </a:lvl4pPr>
            <a:lvl5pPr>
              <a:lnSpc>
                <a:spcPct val="150000"/>
              </a:lnSpc>
              <a:defRPr sz="1600">
                <a:solidFill>
                  <a:srgbClr val="6C7986"/>
                </a:solidFill>
              </a:defRPr>
            </a:lvl5pPr>
          </a:lstStyle>
          <a:p>
            <a:pPr lvl="0"/>
            <a:r>
              <a:rPr lang="en-US"/>
              <a:t>First level</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8AABFA31-2DEE-84C9-2C99-FAC12662D216}"/>
              </a:ext>
            </a:extLst>
          </p:cNvPr>
          <p:cNvSpPr>
            <a:spLocks noGrp="1"/>
          </p:cNvSpPr>
          <p:nvPr>
            <p:ph sz="half" idx="13" hasCustomPrompt="1"/>
          </p:nvPr>
        </p:nvSpPr>
        <p:spPr>
          <a:xfrm>
            <a:off x="4267200" y="1828800"/>
            <a:ext cx="3200400" cy="4343400"/>
          </a:xfrm>
        </p:spPr>
        <p:txBody>
          <a:bodyPr tIns="182880" rIns="457200">
            <a:normAutofit/>
          </a:bodyPr>
          <a:lstStyle>
            <a:lvl1pPr marL="0" indent="0">
              <a:lnSpc>
                <a:spcPct val="150000"/>
              </a:lnSpc>
              <a:buClr>
                <a:schemeClr val="accent1"/>
              </a:buClr>
              <a:buNone/>
              <a:defRPr sz="1800">
                <a:solidFill>
                  <a:srgbClr val="6C7986"/>
                </a:solidFill>
              </a:defRPr>
            </a:lvl1pPr>
            <a:lvl2pPr>
              <a:lnSpc>
                <a:spcPct val="150000"/>
              </a:lnSpc>
              <a:buClr>
                <a:schemeClr val="tx1"/>
              </a:buClr>
              <a:defRPr sz="1800">
                <a:solidFill>
                  <a:srgbClr val="6C7986"/>
                </a:solidFill>
              </a:defRPr>
            </a:lvl2pPr>
            <a:lvl3pPr>
              <a:lnSpc>
                <a:spcPct val="150000"/>
              </a:lnSpc>
              <a:buClr>
                <a:schemeClr val="tx1"/>
              </a:buClr>
              <a:defRPr sz="1800">
                <a:solidFill>
                  <a:srgbClr val="6C7986"/>
                </a:solidFill>
              </a:defRPr>
            </a:lvl3pPr>
            <a:lvl4pPr>
              <a:lnSpc>
                <a:spcPct val="150000"/>
              </a:lnSpc>
              <a:defRPr sz="1600">
                <a:solidFill>
                  <a:srgbClr val="6C7986"/>
                </a:solidFill>
              </a:defRPr>
            </a:lvl4pPr>
            <a:lvl5pPr>
              <a:lnSpc>
                <a:spcPct val="150000"/>
              </a:lnSpc>
              <a:defRPr sz="1600">
                <a:solidFill>
                  <a:srgbClr val="6C7986"/>
                </a:solidFill>
              </a:defRPr>
            </a:lvl5pPr>
          </a:lstStyle>
          <a:p>
            <a:pPr lvl="0"/>
            <a:r>
              <a:rPr lang="en-US"/>
              <a:t>First level</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E6618D14-9371-1751-FBEC-021E37A5109F}"/>
              </a:ext>
            </a:extLst>
          </p:cNvPr>
          <p:cNvSpPr>
            <a:spLocks noGrp="1"/>
          </p:cNvSpPr>
          <p:nvPr>
            <p:ph sz="half" idx="14" hasCustomPrompt="1"/>
          </p:nvPr>
        </p:nvSpPr>
        <p:spPr>
          <a:xfrm>
            <a:off x="7924799" y="1828801"/>
            <a:ext cx="3200401" cy="4343400"/>
          </a:xfrm>
        </p:spPr>
        <p:txBody>
          <a:bodyPr lIns="0" tIns="182880" rIns="457200">
            <a:normAutofit/>
          </a:bodyPr>
          <a:lstStyle>
            <a:lvl1pPr marL="0" indent="0">
              <a:lnSpc>
                <a:spcPct val="150000"/>
              </a:lnSpc>
              <a:buClr>
                <a:schemeClr val="accent1"/>
              </a:buClr>
              <a:buNone/>
              <a:defRPr sz="1800">
                <a:solidFill>
                  <a:srgbClr val="6C7986"/>
                </a:solidFill>
              </a:defRPr>
            </a:lvl1pPr>
            <a:lvl2pPr>
              <a:lnSpc>
                <a:spcPct val="150000"/>
              </a:lnSpc>
              <a:buClr>
                <a:schemeClr val="tx1"/>
              </a:buClr>
              <a:defRPr sz="1800">
                <a:solidFill>
                  <a:srgbClr val="6C7986"/>
                </a:solidFill>
              </a:defRPr>
            </a:lvl2pPr>
            <a:lvl3pPr>
              <a:lnSpc>
                <a:spcPct val="150000"/>
              </a:lnSpc>
              <a:buClr>
                <a:schemeClr val="tx1"/>
              </a:buClr>
              <a:defRPr sz="1800">
                <a:solidFill>
                  <a:srgbClr val="6C7986"/>
                </a:solidFill>
              </a:defRPr>
            </a:lvl3pPr>
            <a:lvl4pPr>
              <a:lnSpc>
                <a:spcPct val="150000"/>
              </a:lnSpc>
              <a:defRPr sz="1600">
                <a:solidFill>
                  <a:srgbClr val="6C7986"/>
                </a:solidFill>
              </a:defRPr>
            </a:lvl4pPr>
            <a:lvl5pPr>
              <a:lnSpc>
                <a:spcPct val="150000"/>
              </a:lnSpc>
              <a:defRPr sz="1600">
                <a:solidFill>
                  <a:srgbClr val="6C7986"/>
                </a:solidFill>
              </a:defRPr>
            </a:lvl5pPr>
          </a:lstStyle>
          <a:p>
            <a:pPr lvl="0"/>
            <a:r>
              <a:rPr lang="en-US"/>
              <a:t>First level</a:t>
            </a:r>
          </a:p>
          <a:p>
            <a:pPr lvl="1"/>
            <a:r>
              <a:rPr lang="en-US"/>
              <a:t>Second level</a:t>
            </a:r>
          </a:p>
          <a:p>
            <a:pPr lvl="2"/>
            <a:r>
              <a:rPr lang="en-US"/>
              <a:t>Third level</a:t>
            </a:r>
          </a:p>
        </p:txBody>
      </p:sp>
      <p:sp>
        <p:nvSpPr>
          <p:cNvPr id="6" name="Text Placeholder 16">
            <a:extLst>
              <a:ext uri="{FF2B5EF4-FFF2-40B4-BE49-F238E27FC236}">
                <a16:creationId xmlns:a16="http://schemas.microsoft.com/office/drawing/2014/main" id="{94308046-261E-9EEE-60E0-ADE7B37B38CB}"/>
              </a:ext>
            </a:extLst>
          </p:cNvPr>
          <p:cNvSpPr>
            <a:spLocks noGrp="1"/>
          </p:cNvSpPr>
          <p:nvPr>
            <p:ph type="body" sz="quarter" idx="18" hasCustomPrompt="1"/>
          </p:nvPr>
        </p:nvSpPr>
        <p:spPr>
          <a:xfrm>
            <a:off x="609600" y="-1"/>
            <a:ext cx="4572000" cy="685801"/>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Title Placeholder 1">
            <a:extLst>
              <a:ext uri="{FF2B5EF4-FFF2-40B4-BE49-F238E27FC236}">
                <a16:creationId xmlns:a16="http://schemas.microsoft.com/office/drawing/2014/main" id="{E2A2BBC9-EBCE-DB4C-0EF0-44D360C1DEDC}"/>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Tree>
    <p:extLst>
      <p:ext uri="{BB962C8B-B14F-4D97-AF65-F5344CB8AC3E}">
        <p14:creationId xmlns:p14="http://schemas.microsoft.com/office/powerpoint/2010/main" val="3173048638"/>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33/33/33 Content 2">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C275FA81-DA84-2DD0-48B8-0A398FE650D8}"/>
              </a:ext>
            </a:extLst>
          </p:cNvPr>
          <p:cNvSpPr>
            <a:spLocks noGrp="1"/>
          </p:cNvSpPr>
          <p:nvPr>
            <p:ph sz="half" idx="19" hasCustomPrompt="1"/>
          </p:nvPr>
        </p:nvSpPr>
        <p:spPr>
          <a:xfrm>
            <a:off x="609601" y="2514597"/>
            <a:ext cx="3200399" cy="3657603"/>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9" name="Content Placeholder 2">
            <a:extLst>
              <a:ext uri="{FF2B5EF4-FFF2-40B4-BE49-F238E27FC236}">
                <a16:creationId xmlns:a16="http://schemas.microsoft.com/office/drawing/2014/main" id="{2E843A2C-3048-C462-DCF5-6EE52656FAEE}"/>
              </a:ext>
            </a:extLst>
          </p:cNvPr>
          <p:cNvSpPr>
            <a:spLocks noGrp="1"/>
          </p:cNvSpPr>
          <p:nvPr>
            <p:ph sz="half" idx="20" hasCustomPrompt="1"/>
          </p:nvPr>
        </p:nvSpPr>
        <p:spPr>
          <a:xfrm>
            <a:off x="4267199" y="2513708"/>
            <a:ext cx="3200402" cy="3658935"/>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0" name="Content Placeholder 2">
            <a:extLst>
              <a:ext uri="{FF2B5EF4-FFF2-40B4-BE49-F238E27FC236}">
                <a16:creationId xmlns:a16="http://schemas.microsoft.com/office/drawing/2014/main" id="{B7023F81-2024-DD4F-5D2B-8E44905721D0}"/>
              </a:ext>
            </a:extLst>
          </p:cNvPr>
          <p:cNvSpPr>
            <a:spLocks noGrp="1"/>
          </p:cNvSpPr>
          <p:nvPr>
            <p:ph sz="half" idx="21" hasCustomPrompt="1"/>
          </p:nvPr>
        </p:nvSpPr>
        <p:spPr>
          <a:xfrm>
            <a:off x="7924799" y="2514152"/>
            <a:ext cx="3200401" cy="3658935"/>
          </a:xfrm>
        </p:spPr>
        <p:txBody>
          <a:bodyPr tIns="91440" rIns="457200">
            <a:normAutofit/>
          </a:bodyPr>
          <a:lstStyle>
            <a:lvl1pPr marL="0" indent="0" algn="l">
              <a:lnSpc>
                <a:spcPct val="150000"/>
              </a:lnSpc>
              <a:buNone/>
              <a:defRPr lang="en-US" sz="1400" b="0" i="0" kern="1200" dirty="0">
                <a:solidFill>
                  <a:srgbClr val="6C7986"/>
                </a:solidFill>
                <a:latin typeface="+mn-lt"/>
                <a:ea typeface="Inter" panose="02000503000000020004" pitchFamily="2"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4" name="Text Placeholder 16">
            <a:extLst>
              <a:ext uri="{FF2B5EF4-FFF2-40B4-BE49-F238E27FC236}">
                <a16:creationId xmlns:a16="http://schemas.microsoft.com/office/drawing/2014/main" id="{54F6E22B-075E-4CDA-4BF8-9A1858B549F5}"/>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94CF8E17-5F19-7BA6-D67E-7F2497F0B9FA}"/>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
        <p:nvSpPr>
          <p:cNvPr id="8" name="Text Placeholder 7">
            <a:extLst>
              <a:ext uri="{FF2B5EF4-FFF2-40B4-BE49-F238E27FC236}">
                <a16:creationId xmlns:a16="http://schemas.microsoft.com/office/drawing/2014/main" id="{93DD8232-105E-5FAB-6092-B93AF758E4CB}"/>
              </a:ext>
            </a:extLst>
          </p:cNvPr>
          <p:cNvSpPr>
            <a:spLocks noGrp="1"/>
          </p:cNvSpPr>
          <p:nvPr>
            <p:ph type="body" sz="quarter" idx="22" hasCustomPrompt="1"/>
          </p:nvPr>
        </p:nvSpPr>
        <p:spPr>
          <a:xfrm>
            <a:off x="609600" y="1830387"/>
            <a:ext cx="3200400" cy="684213"/>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9" name="Text Placeholder 7">
            <a:extLst>
              <a:ext uri="{FF2B5EF4-FFF2-40B4-BE49-F238E27FC236}">
                <a16:creationId xmlns:a16="http://schemas.microsoft.com/office/drawing/2014/main" id="{BE820FD1-2A54-4D7C-6213-00F553F3A9F7}"/>
              </a:ext>
            </a:extLst>
          </p:cNvPr>
          <p:cNvSpPr>
            <a:spLocks noGrp="1"/>
          </p:cNvSpPr>
          <p:nvPr>
            <p:ph type="body" sz="quarter" idx="23" hasCustomPrompt="1"/>
          </p:nvPr>
        </p:nvSpPr>
        <p:spPr>
          <a:xfrm>
            <a:off x="4267201" y="1828800"/>
            <a:ext cx="3200400" cy="684213"/>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0" name="Text Placeholder 7">
            <a:extLst>
              <a:ext uri="{FF2B5EF4-FFF2-40B4-BE49-F238E27FC236}">
                <a16:creationId xmlns:a16="http://schemas.microsoft.com/office/drawing/2014/main" id="{3666DB54-D9FC-761D-06AE-6401E5273D7B}"/>
              </a:ext>
            </a:extLst>
          </p:cNvPr>
          <p:cNvSpPr>
            <a:spLocks noGrp="1"/>
          </p:cNvSpPr>
          <p:nvPr>
            <p:ph type="body" sz="quarter" idx="24" hasCustomPrompt="1"/>
          </p:nvPr>
        </p:nvSpPr>
        <p:spPr>
          <a:xfrm>
            <a:off x="7924799" y="1828799"/>
            <a:ext cx="3200400" cy="684213"/>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Tree>
    <p:extLst>
      <p:ext uri="{BB962C8B-B14F-4D97-AF65-F5344CB8AC3E}">
        <p14:creationId xmlns:p14="http://schemas.microsoft.com/office/powerpoint/2010/main" val="389188681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3/33/33 Content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A9F330-27C0-C87A-D420-CB1EAC8587BD}"/>
              </a:ext>
            </a:extLst>
          </p:cNvPr>
          <p:cNvSpPr>
            <a:spLocks noGrp="1"/>
          </p:cNvSpPr>
          <p:nvPr>
            <p:ph type="pic" sz="quarter" idx="15" hasCustomPrompt="1"/>
          </p:nvPr>
        </p:nvSpPr>
        <p:spPr>
          <a:xfrm>
            <a:off x="609597" y="2057400"/>
            <a:ext cx="685800" cy="685800"/>
          </a:xfrm>
        </p:spPr>
        <p:txBody>
          <a:bodyPr anchor="t">
            <a:normAutofit/>
          </a:bodyPr>
          <a:lstStyle>
            <a:lvl1pPr marL="0" indent="0" algn="ctr">
              <a:buNone/>
              <a:defRPr sz="1800"/>
            </a:lvl1pPr>
          </a:lstStyle>
          <a:p>
            <a:r>
              <a:rPr lang="en-US"/>
              <a:t>Icon</a:t>
            </a:r>
          </a:p>
        </p:txBody>
      </p:sp>
      <p:sp>
        <p:nvSpPr>
          <p:cNvPr id="10" name="Picture Placeholder 8">
            <a:extLst>
              <a:ext uri="{FF2B5EF4-FFF2-40B4-BE49-F238E27FC236}">
                <a16:creationId xmlns:a16="http://schemas.microsoft.com/office/drawing/2014/main" id="{FD93F853-5103-C18D-B882-407EED5EBB35}"/>
              </a:ext>
            </a:extLst>
          </p:cNvPr>
          <p:cNvSpPr>
            <a:spLocks noGrp="1"/>
          </p:cNvSpPr>
          <p:nvPr>
            <p:ph type="pic" sz="quarter" idx="16" hasCustomPrompt="1"/>
          </p:nvPr>
        </p:nvSpPr>
        <p:spPr>
          <a:xfrm>
            <a:off x="4276627" y="2057400"/>
            <a:ext cx="685800" cy="6858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18D89E5A-D22E-B828-B6DB-AC21F14F58A9}"/>
              </a:ext>
            </a:extLst>
          </p:cNvPr>
          <p:cNvSpPr>
            <a:spLocks noGrp="1"/>
          </p:cNvSpPr>
          <p:nvPr>
            <p:ph type="pic" sz="quarter" idx="17" hasCustomPrompt="1"/>
          </p:nvPr>
        </p:nvSpPr>
        <p:spPr>
          <a:xfrm>
            <a:off x="7934227" y="2057400"/>
            <a:ext cx="685800" cy="685800"/>
          </a:xfrm>
        </p:spPr>
        <p:txBody>
          <a:bodyPr anchor="t">
            <a:normAutofit/>
          </a:bodyPr>
          <a:lstStyle>
            <a:lvl1pPr marL="0" indent="0" algn="ctr">
              <a:buNone/>
              <a:defRPr sz="1800"/>
            </a:lvl1pPr>
          </a:lstStyle>
          <a:p>
            <a:r>
              <a:rPr lang="en-US"/>
              <a:t>Icon</a:t>
            </a:r>
          </a:p>
        </p:txBody>
      </p:sp>
      <p:sp>
        <p:nvSpPr>
          <p:cNvPr id="18" name="Content Placeholder 2">
            <a:extLst>
              <a:ext uri="{FF2B5EF4-FFF2-40B4-BE49-F238E27FC236}">
                <a16:creationId xmlns:a16="http://schemas.microsoft.com/office/drawing/2014/main" id="{C275FA81-DA84-2DD0-48B8-0A398FE650D8}"/>
              </a:ext>
            </a:extLst>
          </p:cNvPr>
          <p:cNvSpPr>
            <a:spLocks noGrp="1"/>
          </p:cNvSpPr>
          <p:nvPr>
            <p:ph sz="half" idx="19" hasCustomPrompt="1"/>
          </p:nvPr>
        </p:nvSpPr>
        <p:spPr>
          <a:xfrm>
            <a:off x="609597" y="3429000"/>
            <a:ext cx="3200404" cy="2743738"/>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9" name="Content Placeholder 2">
            <a:extLst>
              <a:ext uri="{FF2B5EF4-FFF2-40B4-BE49-F238E27FC236}">
                <a16:creationId xmlns:a16="http://schemas.microsoft.com/office/drawing/2014/main" id="{2E843A2C-3048-C462-DCF5-6EE52656FAEE}"/>
              </a:ext>
            </a:extLst>
          </p:cNvPr>
          <p:cNvSpPr>
            <a:spLocks noGrp="1"/>
          </p:cNvSpPr>
          <p:nvPr>
            <p:ph sz="half" idx="20" hasCustomPrompt="1"/>
          </p:nvPr>
        </p:nvSpPr>
        <p:spPr>
          <a:xfrm>
            <a:off x="4267200" y="3428462"/>
            <a:ext cx="3200400" cy="2743738"/>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0" name="Content Placeholder 2">
            <a:extLst>
              <a:ext uri="{FF2B5EF4-FFF2-40B4-BE49-F238E27FC236}">
                <a16:creationId xmlns:a16="http://schemas.microsoft.com/office/drawing/2014/main" id="{B7023F81-2024-DD4F-5D2B-8E44905721D0}"/>
              </a:ext>
            </a:extLst>
          </p:cNvPr>
          <p:cNvSpPr>
            <a:spLocks noGrp="1"/>
          </p:cNvSpPr>
          <p:nvPr>
            <p:ph sz="half" idx="21" hasCustomPrompt="1"/>
          </p:nvPr>
        </p:nvSpPr>
        <p:spPr>
          <a:xfrm>
            <a:off x="7924800" y="3429001"/>
            <a:ext cx="3200400" cy="2742688"/>
          </a:xfrm>
        </p:spPr>
        <p:txBody>
          <a:bodyPr tIns="91440" rIns="457200">
            <a:normAutofit/>
          </a:bodyPr>
          <a:lstStyle>
            <a:lvl1pPr marL="0" indent="0" algn="l">
              <a:lnSpc>
                <a:spcPct val="150000"/>
              </a:lnSpc>
              <a:buNone/>
              <a:defRPr sz="1400">
                <a:solidFill>
                  <a:srgbClr val="6C798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7"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
        <p:nvSpPr>
          <p:cNvPr id="7" name="Text Placeholder 7">
            <a:extLst>
              <a:ext uri="{FF2B5EF4-FFF2-40B4-BE49-F238E27FC236}">
                <a16:creationId xmlns:a16="http://schemas.microsoft.com/office/drawing/2014/main" id="{FE05806E-0451-A9DF-3786-ADA221969D40}"/>
              </a:ext>
            </a:extLst>
          </p:cNvPr>
          <p:cNvSpPr>
            <a:spLocks noGrp="1"/>
          </p:cNvSpPr>
          <p:nvPr>
            <p:ph type="body" sz="quarter" idx="22" hasCustomPrompt="1"/>
          </p:nvPr>
        </p:nvSpPr>
        <p:spPr>
          <a:xfrm>
            <a:off x="609597" y="2744249"/>
            <a:ext cx="32004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8" name="Text Placeholder 7">
            <a:extLst>
              <a:ext uri="{FF2B5EF4-FFF2-40B4-BE49-F238E27FC236}">
                <a16:creationId xmlns:a16="http://schemas.microsoft.com/office/drawing/2014/main" id="{0282AC46-72E0-09A1-265D-16D21A8B5CFB}"/>
              </a:ext>
            </a:extLst>
          </p:cNvPr>
          <p:cNvSpPr>
            <a:spLocks noGrp="1"/>
          </p:cNvSpPr>
          <p:nvPr>
            <p:ph type="body" sz="quarter" idx="23" hasCustomPrompt="1"/>
          </p:nvPr>
        </p:nvSpPr>
        <p:spPr>
          <a:xfrm>
            <a:off x="4276628" y="2742662"/>
            <a:ext cx="3190972"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2" name="Text Placeholder 7">
            <a:extLst>
              <a:ext uri="{FF2B5EF4-FFF2-40B4-BE49-F238E27FC236}">
                <a16:creationId xmlns:a16="http://schemas.microsoft.com/office/drawing/2014/main" id="{4F7B65D6-0B92-B76E-2D24-001A3D5F0AE7}"/>
              </a:ext>
            </a:extLst>
          </p:cNvPr>
          <p:cNvSpPr>
            <a:spLocks noGrp="1"/>
          </p:cNvSpPr>
          <p:nvPr>
            <p:ph type="body" sz="quarter" idx="24" hasCustomPrompt="1"/>
          </p:nvPr>
        </p:nvSpPr>
        <p:spPr>
          <a:xfrm>
            <a:off x="7934226" y="2742661"/>
            <a:ext cx="32004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3" name="Text Placeholder 7">
            <a:extLst>
              <a:ext uri="{FF2B5EF4-FFF2-40B4-BE49-F238E27FC236}">
                <a16:creationId xmlns:a16="http://schemas.microsoft.com/office/drawing/2014/main" id="{EFBBEEBD-3510-8F8D-C3FE-F4936205FA27}"/>
              </a:ext>
            </a:extLst>
          </p:cNvPr>
          <p:cNvSpPr>
            <a:spLocks noGrp="1"/>
          </p:cNvSpPr>
          <p:nvPr>
            <p:ph type="body" sz="quarter" idx="25" hasCustomPrompt="1"/>
          </p:nvPr>
        </p:nvSpPr>
        <p:spPr>
          <a:xfrm>
            <a:off x="609597" y="1"/>
            <a:ext cx="4572002" cy="685800"/>
          </a:xfrm>
        </p:spPr>
        <p:txBody>
          <a:bodyPr bIns="0" anchor="ctr">
            <a:noAutofit/>
          </a:bodyPr>
          <a:lstStyle>
            <a:lvl1pPr marL="0" indent="0">
              <a:buNone/>
              <a:defRPr sz="1800" b="1">
                <a:solidFill>
                  <a:schemeClr val="accent1"/>
                </a:solidFill>
                <a:latin typeface="+mj-lt"/>
              </a:defRPr>
            </a:lvl1pPr>
          </a:lstStyle>
          <a:p>
            <a:pPr lvl="0"/>
            <a:r>
              <a:rPr lang="en-US"/>
              <a:t>Topic</a:t>
            </a:r>
          </a:p>
        </p:txBody>
      </p:sp>
    </p:spTree>
    <p:extLst>
      <p:ext uri="{BB962C8B-B14F-4D97-AF65-F5344CB8AC3E}">
        <p14:creationId xmlns:p14="http://schemas.microsoft.com/office/powerpoint/2010/main" val="316882942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33/33/33 Conten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685800"/>
            <a:ext cx="7453009" cy="27432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914400"/>
            <a:ext cx="3657600" cy="914400"/>
          </a:xfrm>
          <a:prstGeom prst="rect">
            <a:avLst/>
          </a:prstGeom>
        </p:spPr>
        <p:txBody>
          <a:bodyPr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1"/>
            <a:ext cx="3657600" cy="1371599"/>
          </a:xfrm>
        </p:spPr>
        <p:txBody>
          <a:bodyPr tIns="91440" rIns="0"/>
          <a:lstStyle>
            <a:lvl1pPr marL="0" inden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0" name="Picture Placeholder 8">
            <a:extLst>
              <a:ext uri="{FF2B5EF4-FFF2-40B4-BE49-F238E27FC236}">
                <a16:creationId xmlns:a16="http://schemas.microsoft.com/office/drawing/2014/main" id="{296E38C9-B8F2-3F12-4113-25D69EC1F33F}"/>
              </a:ext>
            </a:extLst>
          </p:cNvPr>
          <p:cNvSpPr>
            <a:spLocks noGrp="1"/>
          </p:cNvSpPr>
          <p:nvPr>
            <p:ph type="pic" sz="quarter" idx="15" hasCustomPrompt="1"/>
          </p:nvPr>
        </p:nvSpPr>
        <p:spPr>
          <a:xfrm>
            <a:off x="619027" y="3889970"/>
            <a:ext cx="685800" cy="685800"/>
          </a:xfrm>
        </p:spPr>
        <p:txBody>
          <a:bodyPr anchor="t">
            <a:noAutofit/>
          </a:bodyPr>
          <a:lstStyle>
            <a:lvl1pPr marL="0" indent="0" algn="ctr">
              <a:buNone/>
              <a:defRPr sz="1100"/>
            </a:lvl1pPr>
          </a:lstStyle>
          <a:p>
            <a:r>
              <a:rPr lang="en-US"/>
              <a:t>Icon</a:t>
            </a:r>
          </a:p>
        </p:txBody>
      </p:sp>
      <p:sp>
        <p:nvSpPr>
          <p:cNvPr id="11" name="Content Placeholder 2">
            <a:extLst>
              <a:ext uri="{FF2B5EF4-FFF2-40B4-BE49-F238E27FC236}">
                <a16:creationId xmlns:a16="http://schemas.microsoft.com/office/drawing/2014/main" id="{0DC3A462-0743-499C-6950-86D6BEEDB054}"/>
              </a:ext>
            </a:extLst>
          </p:cNvPr>
          <p:cNvSpPr>
            <a:spLocks noGrp="1"/>
          </p:cNvSpPr>
          <p:nvPr>
            <p:ph sz="half" idx="20" hasCustomPrompt="1"/>
          </p:nvPr>
        </p:nvSpPr>
        <p:spPr>
          <a:xfrm>
            <a:off x="1514606" y="4572001"/>
            <a:ext cx="2295394" cy="1600200"/>
          </a:xfrm>
        </p:spPr>
        <p:txBody>
          <a:bodyPr tIns="91440" rIns="0">
            <a:normAutofit/>
          </a:bodyPr>
          <a:lstStyle>
            <a:lvl1pPr marL="0" indent="0" algn="l">
              <a:lnSpc>
                <a:spcPct val="150000"/>
              </a:lnSpc>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34" name="Picture Placeholder 8">
            <a:extLst>
              <a:ext uri="{FF2B5EF4-FFF2-40B4-BE49-F238E27FC236}">
                <a16:creationId xmlns:a16="http://schemas.microsoft.com/office/drawing/2014/main" id="{727E7D8D-4ECA-764D-B171-44B14C81D0E2}"/>
              </a:ext>
            </a:extLst>
          </p:cNvPr>
          <p:cNvSpPr>
            <a:spLocks noGrp="1"/>
          </p:cNvSpPr>
          <p:nvPr>
            <p:ph type="pic" sz="quarter" idx="22" hasCustomPrompt="1"/>
          </p:nvPr>
        </p:nvSpPr>
        <p:spPr>
          <a:xfrm>
            <a:off x="4276627" y="3889970"/>
            <a:ext cx="685800" cy="685800"/>
          </a:xfrm>
        </p:spPr>
        <p:txBody>
          <a:bodyPr anchor="t">
            <a:noAutofit/>
          </a:bodyPr>
          <a:lstStyle>
            <a:lvl1pPr marL="0" indent="0" algn="ctr">
              <a:buNone/>
              <a:defRPr sz="1100"/>
            </a:lvl1pPr>
          </a:lstStyle>
          <a:p>
            <a:r>
              <a:rPr lang="en-US"/>
              <a:t>Icon</a:t>
            </a:r>
          </a:p>
        </p:txBody>
      </p:sp>
      <p:sp>
        <p:nvSpPr>
          <p:cNvPr id="35" name="Content Placeholder 2">
            <a:extLst>
              <a:ext uri="{FF2B5EF4-FFF2-40B4-BE49-F238E27FC236}">
                <a16:creationId xmlns:a16="http://schemas.microsoft.com/office/drawing/2014/main" id="{AA89083E-5099-C47B-C280-D0BCD02FC55D}"/>
              </a:ext>
            </a:extLst>
          </p:cNvPr>
          <p:cNvSpPr>
            <a:spLocks noGrp="1"/>
          </p:cNvSpPr>
          <p:nvPr>
            <p:ph sz="half" idx="23" hasCustomPrompt="1"/>
          </p:nvPr>
        </p:nvSpPr>
        <p:spPr>
          <a:xfrm>
            <a:off x="5178632" y="4572000"/>
            <a:ext cx="2295394" cy="1600200"/>
          </a:xfrm>
        </p:spPr>
        <p:txBody>
          <a:bodyPr tIns="91440" rIns="0">
            <a:normAutofit/>
          </a:bodyPr>
          <a:lstStyle>
            <a:lvl1pPr marL="0" indent="0" algn="l">
              <a:lnSpc>
                <a:spcPct val="150000"/>
              </a:lnSpc>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37" name="Picture Placeholder 8">
            <a:extLst>
              <a:ext uri="{FF2B5EF4-FFF2-40B4-BE49-F238E27FC236}">
                <a16:creationId xmlns:a16="http://schemas.microsoft.com/office/drawing/2014/main" id="{52ED372A-AC62-0880-78F9-BFB81B95B0EF}"/>
              </a:ext>
            </a:extLst>
          </p:cNvPr>
          <p:cNvSpPr>
            <a:spLocks noGrp="1"/>
          </p:cNvSpPr>
          <p:nvPr>
            <p:ph type="pic" sz="quarter" idx="25" hasCustomPrompt="1"/>
          </p:nvPr>
        </p:nvSpPr>
        <p:spPr>
          <a:xfrm>
            <a:off x="7934523" y="3889970"/>
            <a:ext cx="685800" cy="685800"/>
          </a:xfrm>
        </p:spPr>
        <p:txBody>
          <a:bodyPr anchor="t">
            <a:noAutofit/>
          </a:bodyPr>
          <a:lstStyle>
            <a:lvl1pPr marL="0" indent="0" algn="ctr">
              <a:buNone/>
              <a:defRPr sz="1100"/>
            </a:lvl1pPr>
          </a:lstStyle>
          <a:p>
            <a:r>
              <a:rPr lang="en-US"/>
              <a:t>Icon</a:t>
            </a:r>
          </a:p>
        </p:txBody>
      </p:sp>
      <p:sp>
        <p:nvSpPr>
          <p:cNvPr id="38" name="Content Placeholder 2">
            <a:extLst>
              <a:ext uri="{FF2B5EF4-FFF2-40B4-BE49-F238E27FC236}">
                <a16:creationId xmlns:a16="http://schemas.microsoft.com/office/drawing/2014/main" id="{FC735E8F-8EDC-5FD8-B94C-5C9CFC0654ED}"/>
              </a:ext>
            </a:extLst>
          </p:cNvPr>
          <p:cNvSpPr>
            <a:spLocks noGrp="1"/>
          </p:cNvSpPr>
          <p:nvPr>
            <p:ph sz="half" idx="26" hasCustomPrompt="1"/>
          </p:nvPr>
        </p:nvSpPr>
        <p:spPr>
          <a:xfrm>
            <a:off x="8851312" y="4572000"/>
            <a:ext cx="2273888" cy="1600200"/>
          </a:xfrm>
        </p:spPr>
        <p:txBody>
          <a:bodyPr tIns="91440" rIns="0">
            <a:normAutofit/>
          </a:bodyPr>
          <a:lstStyle>
            <a:lvl1pPr marL="0" indent="0" algn="l">
              <a:lnSpc>
                <a:spcPct val="150000"/>
              </a:lnSpc>
              <a:buNone/>
              <a:defRPr sz="1200" b="0" i="0">
                <a:solidFill>
                  <a:srgbClr val="6C7986"/>
                </a:solidFill>
                <a:latin typeface="+mn-lt"/>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ext Placeholder 16">
            <a:extLst>
              <a:ext uri="{FF2B5EF4-FFF2-40B4-BE49-F238E27FC236}">
                <a16:creationId xmlns:a16="http://schemas.microsoft.com/office/drawing/2014/main" id="{A6045B56-7370-6E29-9C4C-C8F532D6162C}"/>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2" name="Text Placeholder 7">
            <a:extLst>
              <a:ext uri="{FF2B5EF4-FFF2-40B4-BE49-F238E27FC236}">
                <a16:creationId xmlns:a16="http://schemas.microsoft.com/office/drawing/2014/main" id="{4B1D6DE4-95DD-7048-65FD-34904CFE00B1}"/>
              </a:ext>
            </a:extLst>
          </p:cNvPr>
          <p:cNvSpPr>
            <a:spLocks noGrp="1"/>
          </p:cNvSpPr>
          <p:nvPr>
            <p:ph type="body" sz="quarter" idx="27" hasCustomPrompt="1"/>
          </p:nvPr>
        </p:nvSpPr>
        <p:spPr>
          <a:xfrm>
            <a:off x="1514606" y="3886200"/>
            <a:ext cx="2286000"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3" name="Text Placeholder 7">
            <a:extLst>
              <a:ext uri="{FF2B5EF4-FFF2-40B4-BE49-F238E27FC236}">
                <a16:creationId xmlns:a16="http://schemas.microsoft.com/office/drawing/2014/main" id="{B295C7C5-3B28-4F61-59C0-5D0A3FFA1F85}"/>
              </a:ext>
            </a:extLst>
          </p:cNvPr>
          <p:cNvSpPr>
            <a:spLocks noGrp="1"/>
          </p:cNvSpPr>
          <p:nvPr>
            <p:ph type="body" sz="quarter" idx="28" hasCustomPrompt="1"/>
          </p:nvPr>
        </p:nvSpPr>
        <p:spPr>
          <a:xfrm>
            <a:off x="5178632" y="3887787"/>
            <a:ext cx="2292426"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14" name="Text Placeholder 7">
            <a:extLst>
              <a:ext uri="{FF2B5EF4-FFF2-40B4-BE49-F238E27FC236}">
                <a16:creationId xmlns:a16="http://schemas.microsoft.com/office/drawing/2014/main" id="{79D53000-2DFA-044F-B957-8EAF74BF7A14}"/>
              </a:ext>
            </a:extLst>
          </p:cNvPr>
          <p:cNvSpPr>
            <a:spLocks noGrp="1"/>
          </p:cNvSpPr>
          <p:nvPr>
            <p:ph type="body" sz="quarter" idx="29" hasCustomPrompt="1"/>
          </p:nvPr>
        </p:nvSpPr>
        <p:spPr>
          <a:xfrm>
            <a:off x="8851312" y="3887787"/>
            <a:ext cx="2283032" cy="684213"/>
          </a:xfrm>
        </p:spPr>
        <p:txBody>
          <a:bodyPr>
            <a:noAutofit/>
          </a:bodyPr>
          <a:lstStyle>
            <a:lvl1pPr marL="0" indent="0">
              <a:lnSpc>
                <a:spcPct val="100000"/>
              </a:lnSpc>
              <a:buNone/>
              <a:defRPr sz="1600" b="1">
                <a:solidFill>
                  <a:srgbClr val="311E57"/>
                </a:solidFill>
                <a:latin typeface="+mj-lt"/>
              </a:defRPr>
            </a:lvl1pPr>
          </a:lstStyle>
          <a:p>
            <a:pPr lvl="0"/>
            <a:r>
              <a:rPr lang="en-US"/>
              <a:t>Heading</a:t>
            </a:r>
          </a:p>
        </p:txBody>
      </p:sp>
    </p:spTree>
    <p:extLst>
      <p:ext uri="{BB962C8B-B14F-4D97-AF65-F5344CB8AC3E}">
        <p14:creationId xmlns:p14="http://schemas.microsoft.com/office/powerpoint/2010/main" val="2331487208"/>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33/33/33 Content 5">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sp>
        <p:nvSpPr>
          <p:cNvPr id="2" name="Oval 1">
            <a:extLst>
              <a:ext uri="{FF2B5EF4-FFF2-40B4-BE49-F238E27FC236}">
                <a16:creationId xmlns:a16="http://schemas.microsoft.com/office/drawing/2014/main" id="{097512DF-AAE1-F5CC-F7E1-028E0A92B935}"/>
              </a:ext>
            </a:extLst>
          </p:cNvPr>
          <p:cNvSpPr>
            <a:spLocks noChangeAspect="1"/>
          </p:cNvSpPr>
          <p:nvPr userDrawn="1"/>
        </p:nvSpPr>
        <p:spPr>
          <a:xfrm>
            <a:off x="12954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573EC826-2664-2D7D-18DF-313DD1B22A82}"/>
              </a:ext>
            </a:extLst>
          </p:cNvPr>
          <p:cNvSpPr>
            <a:spLocks noGrp="1" noChangeAspect="1"/>
          </p:cNvSpPr>
          <p:nvPr>
            <p:ph type="pic" sz="quarter" idx="30" hasCustomPrompt="1"/>
          </p:nvPr>
        </p:nvSpPr>
        <p:spPr>
          <a:xfrm>
            <a:off x="1522883" y="2970683"/>
            <a:ext cx="916634" cy="916634"/>
          </a:xfrm>
        </p:spPr>
        <p:txBody>
          <a:bodyPr anchor="t">
            <a:normAutofit/>
          </a:bodyPr>
          <a:lstStyle>
            <a:lvl1pPr marL="0" indent="0" algn="ctr">
              <a:buNone/>
              <a:defRPr sz="1800"/>
            </a:lvl1pPr>
          </a:lstStyle>
          <a:p>
            <a:r>
              <a:rPr lang="en-US"/>
              <a:t>Icon</a:t>
            </a:r>
          </a:p>
        </p:txBody>
      </p:sp>
      <p:sp>
        <p:nvSpPr>
          <p:cNvPr id="5" name="Text Placeholder 13">
            <a:extLst>
              <a:ext uri="{FF2B5EF4-FFF2-40B4-BE49-F238E27FC236}">
                <a16:creationId xmlns:a16="http://schemas.microsoft.com/office/drawing/2014/main" id="{124E82B6-310E-7808-42D5-0E843B158652}"/>
              </a:ext>
            </a:extLst>
          </p:cNvPr>
          <p:cNvSpPr>
            <a:spLocks noGrp="1" noChangeAspect="1"/>
          </p:cNvSpPr>
          <p:nvPr>
            <p:ph type="body" sz="quarter" idx="31" hasCustomPrompt="1"/>
          </p:nvPr>
        </p:nvSpPr>
        <p:spPr>
          <a:xfrm>
            <a:off x="614457" y="4340728"/>
            <a:ext cx="2738344"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18" name="Text Placeholder 13">
            <a:extLst>
              <a:ext uri="{FF2B5EF4-FFF2-40B4-BE49-F238E27FC236}">
                <a16:creationId xmlns:a16="http://schemas.microsoft.com/office/drawing/2014/main" id="{44549829-AA36-8A12-792A-2BC6434CFA93}"/>
              </a:ext>
            </a:extLst>
          </p:cNvPr>
          <p:cNvSpPr>
            <a:spLocks noGrp="1" noChangeAspect="1"/>
          </p:cNvSpPr>
          <p:nvPr>
            <p:ph type="body" sz="quarter" idx="33" hasCustomPrompt="1"/>
          </p:nvPr>
        </p:nvSpPr>
        <p:spPr>
          <a:xfrm>
            <a:off x="4724400" y="4340728"/>
            <a:ext cx="2743200"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1" name="Text Placeholder 13">
            <a:extLst>
              <a:ext uri="{FF2B5EF4-FFF2-40B4-BE49-F238E27FC236}">
                <a16:creationId xmlns:a16="http://schemas.microsoft.com/office/drawing/2014/main" id="{5DB7E7BD-7743-0FBE-9B09-DEE08A3997F8}"/>
              </a:ext>
            </a:extLst>
          </p:cNvPr>
          <p:cNvSpPr>
            <a:spLocks noGrp="1" noChangeAspect="1"/>
          </p:cNvSpPr>
          <p:nvPr>
            <p:ph type="body" sz="quarter" idx="35" hasCustomPrompt="1"/>
          </p:nvPr>
        </p:nvSpPr>
        <p:spPr>
          <a:xfrm>
            <a:off x="8839200" y="4343400"/>
            <a:ext cx="2746843"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7" name="Oval 6">
            <a:extLst>
              <a:ext uri="{FF2B5EF4-FFF2-40B4-BE49-F238E27FC236}">
                <a16:creationId xmlns:a16="http://schemas.microsoft.com/office/drawing/2014/main" id="{8F949D21-BD27-94ED-61E2-E91B41B0D3EA}"/>
              </a:ext>
            </a:extLst>
          </p:cNvPr>
          <p:cNvSpPr>
            <a:spLocks noChangeAspect="1"/>
          </p:cNvSpPr>
          <p:nvPr userDrawn="1"/>
        </p:nvSpPr>
        <p:spPr>
          <a:xfrm>
            <a:off x="54102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8" name="Picture Placeholder 8">
            <a:extLst>
              <a:ext uri="{FF2B5EF4-FFF2-40B4-BE49-F238E27FC236}">
                <a16:creationId xmlns:a16="http://schemas.microsoft.com/office/drawing/2014/main" id="{6D76E2CB-FF39-77E2-5024-C2F75F049082}"/>
              </a:ext>
            </a:extLst>
          </p:cNvPr>
          <p:cNvSpPr>
            <a:spLocks noGrp="1" noChangeAspect="1"/>
          </p:cNvSpPr>
          <p:nvPr>
            <p:ph type="pic" sz="quarter" idx="36" hasCustomPrompt="1"/>
          </p:nvPr>
        </p:nvSpPr>
        <p:spPr>
          <a:xfrm>
            <a:off x="5637683" y="2970683"/>
            <a:ext cx="916634" cy="916634"/>
          </a:xfrm>
        </p:spPr>
        <p:txBody>
          <a:bodyPr anchor="t">
            <a:normAutofit/>
          </a:bodyPr>
          <a:lstStyle>
            <a:lvl1pPr marL="0" indent="0" algn="ctr">
              <a:buNone/>
              <a:defRPr sz="1800"/>
            </a:lvl1pPr>
          </a:lstStyle>
          <a:p>
            <a:r>
              <a:rPr lang="en-US"/>
              <a:t>Icon</a:t>
            </a:r>
          </a:p>
        </p:txBody>
      </p:sp>
      <p:sp>
        <p:nvSpPr>
          <p:cNvPr id="9" name="Oval 8">
            <a:extLst>
              <a:ext uri="{FF2B5EF4-FFF2-40B4-BE49-F238E27FC236}">
                <a16:creationId xmlns:a16="http://schemas.microsoft.com/office/drawing/2014/main" id="{900E3810-50D8-7E6B-80A8-79E523993E73}"/>
              </a:ext>
            </a:extLst>
          </p:cNvPr>
          <p:cNvSpPr>
            <a:spLocks noChangeAspect="1"/>
          </p:cNvSpPr>
          <p:nvPr userDrawn="1"/>
        </p:nvSpPr>
        <p:spPr>
          <a:xfrm>
            <a:off x="95250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0" name="Picture Placeholder 8">
            <a:extLst>
              <a:ext uri="{FF2B5EF4-FFF2-40B4-BE49-F238E27FC236}">
                <a16:creationId xmlns:a16="http://schemas.microsoft.com/office/drawing/2014/main" id="{0BA99AA2-289B-0DB2-3029-451F4B3D1CE6}"/>
              </a:ext>
            </a:extLst>
          </p:cNvPr>
          <p:cNvSpPr>
            <a:spLocks noGrp="1" noChangeAspect="1"/>
          </p:cNvSpPr>
          <p:nvPr>
            <p:ph type="pic" sz="quarter" idx="37" hasCustomPrompt="1"/>
          </p:nvPr>
        </p:nvSpPr>
        <p:spPr>
          <a:xfrm>
            <a:off x="9752483" y="2970683"/>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691397525"/>
      </p:ext>
    </p:extLst>
  </p:cSld>
  <p:clrMapOvr>
    <a:masterClrMapping/>
  </p:clrMapOvr>
  <p:extLst>
    <p:ext uri="{DCECCB84-F9BA-43D5-87BE-67443E8EF086}">
      <p15:sldGuideLst xmlns:p15="http://schemas.microsoft.com/office/powerpoint/2012/main"/>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33/33/33 Content 6">
    <p:bg>
      <p:bgPr>
        <a:solidFill>
          <a:schemeClr val="bg1"/>
        </a:solidFill>
        <a:effectLst/>
      </p:bgPr>
    </p:bg>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600" y="685800"/>
            <a:ext cx="10972800" cy="1143000"/>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Headline</a:t>
            </a:r>
          </a:p>
        </p:txBody>
      </p:sp>
      <p:pic>
        <p:nvPicPr>
          <p:cNvPr id="13" name="Picture 12">
            <a:extLst>
              <a:ext uri="{FF2B5EF4-FFF2-40B4-BE49-F238E27FC236}">
                <a16:creationId xmlns:a16="http://schemas.microsoft.com/office/drawing/2014/main" id="{A94BB592-D155-D4E1-623C-EAFD9E5611D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0452" y="6415378"/>
            <a:ext cx="1568514" cy="442622"/>
          </a:xfrm>
          <a:prstGeom prst="rect">
            <a:avLst/>
          </a:prstGeom>
        </p:spPr>
      </p:pic>
      <p:sp>
        <p:nvSpPr>
          <p:cNvPr id="14" name="Content Placeholder 4">
            <a:extLst>
              <a:ext uri="{FF2B5EF4-FFF2-40B4-BE49-F238E27FC236}">
                <a16:creationId xmlns:a16="http://schemas.microsoft.com/office/drawing/2014/main" id="{3D3FAADF-2C73-1F6C-C87D-FAA1862FC8AB}"/>
              </a:ext>
            </a:extLst>
          </p:cNvPr>
          <p:cNvSpPr txBox="1">
            <a:spLocks/>
          </p:cNvSpPr>
          <p:nvPr userDrawn="1"/>
        </p:nvSpPr>
        <p:spPr>
          <a:xfrm>
            <a:off x="2666999" y="2873017"/>
            <a:ext cx="2738343" cy="1122317"/>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lnTo>
                  <a:pt x="3418710" y="2829155"/>
                </a:lnTo>
                <a:lnTo>
                  <a:pt x="0" y="2829155"/>
                </a:lnTo>
                <a:lnTo>
                  <a:pt x="0" y="0"/>
                </a:lnTo>
                <a:close/>
              </a:path>
            </a:pathLst>
          </a:cu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5200" b="1">
                <a:solidFill>
                  <a:schemeClr val="accent1"/>
                </a:solidFill>
                <a:latin typeface="Inter" panose="02000503000000020004" pitchFamily="2" charset="0"/>
                <a:ea typeface="Inter" panose="02000503000000020004" pitchFamily="2" charset="0"/>
              </a:rPr>
              <a:t>+</a:t>
            </a:r>
          </a:p>
        </p:txBody>
      </p:sp>
      <p:sp>
        <p:nvSpPr>
          <p:cNvPr id="15" name="Content Placeholder 4">
            <a:extLst>
              <a:ext uri="{FF2B5EF4-FFF2-40B4-BE49-F238E27FC236}">
                <a16:creationId xmlns:a16="http://schemas.microsoft.com/office/drawing/2014/main" id="{C327122B-522A-E4D5-30B0-5FD6E42C5DFE}"/>
              </a:ext>
            </a:extLst>
          </p:cNvPr>
          <p:cNvSpPr txBox="1">
            <a:spLocks/>
          </p:cNvSpPr>
          <p:nvPr userDrawn="1"/>
        </p:nvSpPr>
        <p:spPr>
          <a:xfrm>
            <a:off x="6781800" y="2873017"/>
            <a:ext cx="2743199" cy="1122317"/>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7510" h="2829155">
                <a:moveTo>
                  <a:pt x="0" y="0"/>
                </a:moveTo>
                <a:lnTo>
                  <a:pt x="5247510" y="6263"/>
                </a:lnTo>
                <a:lnTo>
                  <a:pt x="3418710" y="2829155"/>
                </a:lnTo>
                <a:lnTo>
                  <a:pt x="0" y="2829155"/>
                </a:lnTo>
                <a:lnTo>
                  <a:pt x="0" y="0"/>
                </a:lnTo>
                <a:close/>
              </a:path>
            </a:pathLst>
          </a:cu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5200" b="1">
                <a:solidFill>
                  <a:schemeClr val="accent1"/>
                </a:solidFill>
                <a:latin typeface="Inter" panose="02000503000000020004" pitchFamily="2" charset="0"/>
                <a:ea typeface="Inter" panose="02000503000000020004" pitchFamily="2" charset="0"/>
              </a:rPr>
              <a:t>+</a:t>
            </a:r>
          </a:p>
        </p:txBody>
      </p:sp>
      <p:sp>
        <p:nvSpPr>
          <p:cNvPr id="2" name="Oval 1">
            <a:extLst>
              <a:ext uri="{FF2B5EF4-FFF2-40B4-BE49-F238E27FC236}">
                <a16:creationId xmlns:a16="http://schemas.microsoft.com/office/drawing/2014/main" id="{5673FC77-9B28-BE08-175E-FDC363E54AA5}"/>
              </a:ext>
            </a:extLst>
          </p:cNvPr>
          <p:cNvSpPr>
            <a:spLocks noChangeAspect="1"/>
          </p:cNvSpPr>
          <p:nvPr userDrawn="1"/>
        </p:nvSpPr>
        <p:spPr>
          <a:xfrm>
            <a:off x="12954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84D7F69C-EF05-AB1A-E093-06FF64A287FC}"/>
              </a:ext>
            </a:extLst>
          </p:cNvPr>
          <p:cNvSpPr>
            <a:spLocks noGrp="1" noChangeAspect="1"/>
          </p:cNvSpPr>
          <p:nvPr>
            <p:ph type="pic" sz="quarter" idx="30" hasCustomPrompt="1"/>
          </p:nvPr>
        </p:nvSpPr>
        <p:spPr>
          <a:xfrm>
            <a:off x="1522883" y="2970683"/>
            <a:ext cx="916634" cy="916634"/>
          </a:xfrm>
        </p:spPr>
        <p:txBody>
          <a:bodyPr anchor="t">
            <a:normAutofit/>
          </a:bodyPr>
          <a:lstStyle>
            <a:lvl1pPr marL="0" indent="0" algn="ctr">
              <a:buNone/>
              <a:defRPr sz="1800"/>
            </a:lvl1pPr>
          </a:lstStyle>
          <a:p>
            <a:r>
              <a:rPr lang="en-US"/>
              <a:t>Icon</a:t>
            </a:r>
          </a:p>
        </p:txBody>
      </p:sp>
      <p:sp>
        <p:nvSpPr>
          <p:cNvPr id="5" name="Text Placeholder 13">
            <a:extLst>
              <a:ext uri="{FF2B5EF4-FFF2-40B4-BE49-F238E27FC236}">
                <a16:creationId xmlns:a16="http://schemas.microsoft.com/office/drawing/2014/main" id="{F4ED6161-AEF6-D375-9F46-30CBC405A3BF}"/>
              </a:ext>
            </a:extLst>
          </p:cNvPr>
          <p:cNvSpPr>
            <a:spLocks noGrp="1" noChangeAspect="1"/>
          </p:cNvSpPr>
          <p:nvPr>
            <p:ph type="body" sz="quarter" idx="31" hasCustomPrompt="1"/>
          </p:nvPr>
        </p:nvSpPr>
        <p:spPr>
          <a:xfrm>
            <a:off x="614457" y="4340728"/>
            <a:ext cx="2738344"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7" name="Text Placeholder 13">
            <a:extLst>
              <a:ext uri="{FF2B5EF4-FFF2-40B4-BE49-F238E27FC236}">
                <a16:creationId xmlns:a16="http://schemas.microsoft.com/office/drawing/2014/main" id="{9BF7B07B-BA4B-C7E0-E5CC-7688223E54F5}"/>
              </a:ext>
            </a:extLst>
          </p:cNvPr>
          <p:cNvSpPr>
            <a:spLocks noGrp="1" noChangeAspect="1"/>
          </p:cNvSpPr>
          <p:nvPr>
            <p:ph type="body" sz="quarter" idx="33" hasCustomPrompt="1"/>
          </p:nvPr>
        </p:nvSpPr>
        <p:spPr>
          <a:xfrm>
            <a:off x="4724400" y="4340728"/>
            <a:ext cx="2743200"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8" name="Text Placeholder 13">
            <a:extLst>
              <a:ext uri="{FF2B5EF4-FFF2-40B4-BE49-F238E27FC236}">
                <a16:creationId xmlns:a16="http://schemas.microsoft.com/office/drawing/2014/main" id="{5EF3687E-6643-C259-CC5D-A0BAF220C1A9}"/>
              </a:ext>
            </a:extLst>
          </p:cNvPr>
          <p:cNvSpPr>
            <a:spLocks noGrp="1" noChangeAspect="1"/>
          </p:cNvSpPr>
          <p:nvPr>
            <p:ph type="body" sz="quarter" idx="35" hasCustomPrompt="1"/>
          </p:nvPr>
        </p:nvSpPr>
        <p:spPr>
          <a:xfrm>
            <a:off x="8839200" y="4343400"/>
            <a:ext cx="2746843" cy="914399"/>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9" name="Oval 8">
            <a:extLst>
              <a:ext uri="{FF2B5EF4-FFF2-40B4-BE49-F238E27FC236}">
                <a16:creationId xmlns:a16="http://schemas.microsoft.com/office/drawing/2014/main" id="{4A0A56ED-C0ED-DE13-07A5-3F31BA19029F}"/>
              </a:ext>
            </a:extLst>
          </p:cNvPr>
          <p:cNvSpPr>
            <a:spLocks noChangeAspect="1"/>
          </p:cNvSpPr>
          <p:nvPr userDrawn="1"/>
        </p:nvSpPr>
        <p:spPr>
          <a:xfrm>
            <a:off x="54102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0" name="Picture Placeholder 8">
            <a:extLst>
              <a:ext uri="{FF2B5EF4-FFF2-40B4-BE49-F238E27FC236}">
                <a16:creationId xmlns:a16="http://schemas.microsoft.com/office/drawing/2014/main" id="{D4E61EDD-DD72-D5B8-6FE5-93830ED796AD}"/>
              </a:ext>
            </a:extLst>
          </p:cNvPr>
          <p:cNvSpPr>
            <a:spLocks noGrp="1" noChangeAspect="1"/>
          </p:cNvSpPr>
          <p:nvPr>
            <p:ph type="pic" sz="quarter" idx="36" hasCustomPrompt="1"/>
          </p:nvPr>
        </p:nvSpPr>
        <p:spPr>
          <a:xfrm>
            <a:off x="5637683" y="2970683"/>
            <a:ext cx="916634" cy="916634"/>
          </a:xfrm>
        </p:spPr>
        <p:txBody>
          <a:bodyPr anchor="t">
            <a:normAutofit/>
          </a:bodyPr>
          <a:lstStyle>
            <a:lvl1pPr marL="0" indent="0" algn="ctr">
              <a:buNone/>
              <a:defRPr sz="1800"/>
            </a:lvl1pPr>
          </a:lstStyle>
          <a:p>
            <a:r>
              <a:rPr lang="en-US"/>
              <a:t>Icon</a:t>
            </a:r>
          </a:p>
        </p:txBody>
      </p:sp>
      <p:sp>
        <p:nvSpPr>
          <p:cNvPr id="11" name="Oval 10">
            <a:extLst>
              <a:ext uri="{FF2B5EF4-FFF2-40B4-BE49-F238E27FC236}">
                <a16:creationId xmlns:a16="http://schemas.microsoft.com/office/drawing/2014/main" id="{2C4D3A15-73C3-7F6C-8A9F-2D72E5C20CC9}"/>
              </a:ext>
            </a:extLst>
          </p:cNvPr>
          <p:cNvSpPr>
            <a:spLocks noChangeAspect="1"/>
          </p:cNvSpPr>
          <p:nvPr userDrawn="1"/>
        </p:nvSpPr>
        <p:spPr>
          <a:xfrm>
            <a:off x="9525000" y="274320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2" name="Picture Placeholder 8">
            <a:extLst>
              <a:ext uri="{FF2B5EF4-FFF2-40B4-BE49-F238E27FC236}">
                <a16:creationId xmlns:a16="http://schemas.microsoft.com/office/drawing/2014/main" id="{3B2BF63B-2DC4-96F6-DBB6-B71581570697}"/>
              </a:ext>
            </a:extLst>
          </p:cNvPr>
          <p:cNvSpPr>
            <a:spLocks noGrp="1" noChangeAspect="1"/>
          </p:cNvSpPr>
          <p:nvPr>
            <p:ph type="pic" sz="quarter" idx="37" hasCustomPrompt="1"/>
          </p:nvPr>
        </p:nvSpPr>
        <p:spPr>
          <a:xfrm>
            <a:off x="9752483" y="2970683"/>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1321136314"/>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33/33/33 Content 7">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685799"/>
            <a:ext cx="7453009" cy="3200399"/>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685800"/>
            <a:ext cx="3657600" cy="1600200"/>
          </a:xfrm>
          <a:prstGeom prst="rect">
            <a:avLst/>
          </a:prstGeom>
        </p:spPr>
        <p:txBody>
          <a:bodyPr tIns="182880"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2286000"/>
            <a:ext cx="3657600" cy="1600198"/>
          </a:xfrm>
        </p:spPr>
        <p:txBody>
          <a:bodyPr tIns="91440" rIns="0" bIns="0"/>
          <a:lstStyle>
            <a:lvl1pPr marL="0" inden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6" name="Text Placeholder 16">
            <a:extLst>
              <a:ext uri="{FF2B5EF4-FFF2-40B4-BE49-F238E27FC236}">
                <a16:creationId xmlns:a16="http://schemas.microsoft.com/office/drawing/2014/main" id="{A6045B56-7370-6E29-9C4C-C8F532D6162C}"/>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 name="Picture Placeholder 8">
            <a:extLst>
              <a:ext uri="{FF2B5EF4-FFF2-40B4-BE49-F238E27FC236}">
                <a16:creationId xmlns:a16="http://schemas.microsoft.com/office/drawing/2014/main" id="{14AE113A-C51C-AEC7-5B14-FCD9071A5140}"/>
              </a:ext>
            </a:extLst>
          </p:cNvPr>
          <p:cNvSpPr>
            <a:spLocks noGrp="1"/>
          </p:cNvSpPr>
          <p:nvPr>
            <p:ph type="pic" sz="quarter" idx="15" hasCustomPrompt="1"/>
          </p:nvPr>
        </p:nvSpPr>
        <p:spPr>
          <a:xfrm>
            <a:off x="619027" y="4580966"/>
            <a:ext cx="685800" cy="685800"/>
          </a:xfrm>
        </p:spPr>
        <p:txBody>
          <a:bodyPr anchor="t">
            <a:noAutofit/>
          </a:bodyPr>
          <a:lstStyle>
            <a:lvl1pPr marL="0" indent="0" algn="ctr">
              <a:buNone/>
              <a:defRPr sz="1100"/>
            </a:lvl1pPr>
          </a:lstStyle>
          <a:p>
            <a:r>
              <a:rPr lang="en-US"/>
              <a:t>Icon</a:t>
            </a:r>
          </a:p>
        </p:txBody>
      </p:sp>
      <p:sp>
        <p:nvSpPr>
          <p:cNvPr id="14" name="Picture Placeholder 8">
            <a:extLst>
              <a:ext uri="{FF2B5EF4-FFF2-40B4-BE49-F238E27FC236}">
                <a16:creationId xmlns:a16="http://schemas.microsoft.com/office/drawing/2014/main" id="{7A54163F-1601-F335-2879-5D053FFD8200}"/>
              </a:ext>
            </a:extLst>
          </p:cNvPr>
          <p:cNvSpPr>
            <a:spLocks noGrp="1"/>
          </p:cNvSpPr>
          <p:nvPr>
            <p:ph type="pic" sz="quarter" idx="22" hasCustomPrompt="1"/>
          </p:nvPr>
        </p:nvSpPr>
        <p:spPr>
          <a:xfrm>
            <a:off x="4276627" y="4580966"/>
            <a:ext cx="685800" cy="685800"/>
          </a:xfrm>
        </p:spPr>
        <p:txBody>
          <a:bodyPr anchor="t">
            <a:noAutofit/>
          </a:bodyPr>
          <a:lstStyle>
            <a:lvl1pPr marL="0" indent="0" algn="ctr">
              <a:buNone/>
              <a:defRPr sz="1100"/>
            </a:lvl1pPr>
          </a:lstStyle>
          <a:p>
            <a:r>
              <a:rPr lang="en-US"/>
              <a:t>Icon</a:t>
            </a:r>
          </a:p>
        </p:txBody>
      </p:sp>
      <p:sp>
        <p:nvSpPr>
          <p:cNvPr id="17" name="Picture Placeholder 8">
            <a:extLst>
              <a:ext uri="{FF2B5EF4-FFF2-40B4-BE49-F238E27FC236}">
                <a16:creationId xmlns:a16="http://schemas.microsoft.com/office/drawing/2014/main" id="{C07FABCA-759A-C6AB-3184-F3510BF1A860}"/>
              </a:ext>
            </a:extLst>
          </p:cNvPr>
          <p:cNvSpPr>
            <a:spLocks noGrp="1"/>
          </p:cNvSpPr>
          <p:nvPr>
            <p:ph type="pic" sz="quarter" idx="25" hasCustomPrompt="1"/>
          </p:nvPr>
        </p:nvSpPr>
        <p:spPr>
          <a:xfrm>
            <a:off x="7934523" y="4580966"/>
            <a:ext cx="685800" cy="685800"/>
          </a:xfrm>
        </p:spPr>
        <p:txBody>
          <a:bodyPr anchor="t">
            <a:noAutofit/>
          </a:bodyPr>
          <a:lstStyle>
            <a:lvl1pPr marL="0" indent="0" algn="ctr">
              <a:buNone/>
              <a:defRPr sz="1100"/>
            </a:lvl1pPr>
          </a:lstStyle>
          <a:p>
            <a:r>
              <a:rPr lang="en-US"/>
              <a:t>Icon</a:t>
            </a:r>
          </a:p>
        </p:txBody>
      </p:sp>
      <p:sp>
        <p:nvSpPr>
          <p:cNvPr id="5" name="Text Placeholder 7">
            <a:extLst>
              <a:ext uri="{FF2B5EF4-FFF2-40B4-BE49-F238E27FC236}">
                <a16:creationId xmlns:a16="http://schemas.microsoft.com/office/drawing/2014/main" id="{B9FB82A4-77E1-4F0E-60D6-9B61620A0A64}"/>
              </a:ext>
            </a:extLst>
          </p:cNvPr>
          <p:cNvSpPr>
            <a:spLocks noGrp="1"/>
          </p:cNvSpPr>
          <p:nvPr>
            <p:ph type="body" sz="quarter" idx="27" hasCustomPrompt="1"/>
          </p:nvPr>
        </p:nvSpPr>
        <p:spPr>
          <a:xfrm>
            <a:off x="1524000" y="4582553"/>
            <a:ext cx="2286000" cy="684213"/>
          </a:xfrm>
        </p:spPr>
        <p:txBody>
          <a:bodyPr anchor="t" anchorCtr="0">
            <a:noAutofit/>
          </a:bodyPr>
          <a:lstStyle>
            <a:lvl1pPr marL="0" indent="0">
              <a:lnSpc>
                <a:spcPct val="100000"/>
              </a:lnSpc>
              <a:buNone/>
              <a:defRPr sz="1600" b="1">
                <a:solidFill>
                  <a:srgbClr val="311E57"/>
                </a:solidFill>
              </a:defRPr>
            </a:lvl1pPr>
          </a:lstStyle>
          <a:p>
            <a:pPr lvl="0"/>
            <a:r>
              <a:rPr lang="en-US"/>
              <a:t>Heading</a:t>
            </a:r>
          </a:p>
        </p:txBody>
      </p:sp>
      <p:sp>
        <p:nvSpPr>
          <p:cNvPr id="10" name="Text Placeholder 7">
            <a:extLst>
              <a:ext uri="{FF2B5EF4-FFF2-40B4-BE49-F238E27FC236}">
                <a16:creationId xmlns:a16="http://schemas.microsoft.com/office/drawing/2014/main" id="{308A48F3-7BE5-23F6-69C5-6D4353309167}"/>
              </a:ext>
            </a:extLst>
          </p:cNvPr>
          <p:cNvSpPr>
            <a:spLocks noGrp="1"/>
          </p:cNvSpPr>
          <p:nvPr>
            <p:ph type="body" sz="quarter" idx="28" hasCustomPrompt="1"/>
          </p:nvPr>
        </p:nvSpPr>
        <p:spPr>
          <a:xfrm>
            <a:off x="5193712" y="4584140"/>
            <a:ext cx="2286000" cy="684213"/>
          </a:xfrm>
        </p:spPr>
        <p:txBody>
          <a:bodyPr anchor="t" anchorCtr="0">
            <a:noAutofit/>
          </a:bodyPr>
          <a:lstStyle>
            <a:lvl1pPr marL="0" indent="0">
              <a:lnSpc>
                <a:spcPct val="100000"/>
              </a:lnSpc>
              <a:buNone/>
              <a:defRPr sz="1600" b="1">
                <a:solidFill>
                  <a:srgbClr val="311E57"/>
                </a:solidFill>
              </a:defRPr>
            </a:lvl1pPr>
          </a:lstStyle>
          <a:p>
            <a:pPr lvl="0"/>
            <a:r>
              <a:rPr lang="en-US"/>
              <a:t>Heading</a:t>
            </a:r>
          </a:p>
        </p:txBody>
      </p:sp>
      <p:sp>
        <p:nvSpPr>
          <p:cNvPr id="11" name="Text Placeholder 7">
            <a:extLst>
              <a:ext uri="{FF2B5EF4-FFF2-40B4-BE49-F238E27FC236}">
                <a16:creationId xmlns:a16="http://schemas.microsoft.com/office/drawing/2014/main" id="{04ED981A-E896-8BE0-6D8F-3393EBB028BA}"/>
              </a:ext>
            </a:extLst>
          </p:cNvPr>
          <p:cNvSpPr>
            <a:spLocks noGrp="1"/>
          </p:cNvSpPr>
          <p:nvPr>
            <p:ph type="body" sz="quarter" idx="29" hasCustomPrompt="1"/>
          </p:nvPr>
        </p:nvSpPr>
        <p:spPr>
          <a:xfrm>
            <a:off x="8848344" y="4584140"/>
            <a:ext cx="2286000" cy="684213"/>
          </a:xfrm>
        </p:spPr>
        <p:txBody>
          <a:bodyPr anchor="t" anchorCtr="0">
            <a:noAutofit/>
          </a:bodyPr>
          <a:lstStyle>
            <a:lvl1pPr marL="0" indent="0">
              <a:lnSpc>
                <a:spcPct val="100000"/>
              </a:lnSpc>
              <a:buNone/>
              <a:defRPr sz="1600" b="1">
                <a:solidFill>
                  <a:srgbClr val="311E57"/>
                </a:solidFill>
              </a:defRPr>
            </a:lvl1pPr>
          </a:lstStyle>
          <a:p>
            <a:pPr lvl="0"/>
            <a:r>
              <a:rPr lang="en-US"/>
              <a:t>Heading</a:t>
            </a:r>
          </a:p>
        </p:txBody>
      </p:sp>
    </p:spTree>
    <p:extLst>
      <p:ext uri="{BB962C8B-B14F-4D97-AF65-F5344CB8AC3E}">
        <p14:creationId xmlns:p14="http://schemas.microsoft.com/office/powerpoint/2010/main" val="1856177608"/>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33/33/33 Content 8">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5" y="692265"/>
            <a:ext cx="10972800" cy="907935"/>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Heading</a:t>
            </a:r>
          </a:p>
        </p:txBody>
      </p:sp>
      <p:sp>
        <p:nvSpPr>
          <p:cNvPr id="17" name="Text Placeholder 3">
            <a:extLst>
              <a:ext uri="{FF2B5EF4-FFF2-40B4-BE49-F238E27FC236}">
                <a16:creationId xmlns:a16="http://schemas.microsoft.com/office/drawing/2014/main" id="{D8172CBF-CEC0-97A9-58C5-EA57411927D5}"/>
              </a:ext>
            </a:extLst>
          </p:cNvPr>
          <p:cNvSpPr>
            <a:spLocks noGrp="1"/>
          </p:cNvSpPr>
          <p:nvPr>
            <p:ph type="body" sz="half" idx="2" hasCustomPrompt="1"/>
          </p:nvPr>
        </p:nvSpPr>
        <p:spPr>
          <a:xfrm>
            <a:off x="609600" y="1606664"/>
            <a:ext cx="10972800" cy="1365136"/>
          </a:xfrm>
        </p:spPr>
        <p:txBody>
          <a:bodyPr wrap="square" tIns="91440"/>
          <a:lstStyle>
            <a:lvl1pPr marL="0" indent="0">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0" name="Text Placeholder 13">
            <a:extLst>
              <a:ext uri="{FF2B5EF4-FFF2-40B4-BE49-F238E27FC236}">
                <a16:creationId xmlns:a16="http://schemas.microsoft.com/office/drawing/2014/main" id="{C16D5EDB-34A7-4CFC-41D7-B8ECE2C84351}"/>
              </a:ext>
            </a:extLst>
          </p:cNvPr>
          <p:cNvSpPr>
            <a:spLocks noGrp="1" noChangeAspect="1"/>
          </p:cNvSpPr>
          <p:nvPr>
            <p:ph type="body" sz="quarter" idx="31" hasCustomPrompt="1"/>
          </p:nvPr>
        </p:nvSpPr>
        <p:spPr>
          <a:xfrm>
            <a:off x="609601" y="4800600"/>
            <a:ext cx="27432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3" name="Text Placeholder 13">
            <a:extLst>
              <a:ext uri="{FF2B5EF4-FFF2-40B4-BE49-F238E27FC236}">
                <a16:creationId xmlns:a16="http://schemas.microsoft.com/office/drawing/2014/main" id="{F40CE012-1787-BC2B-1E8E-5C58A79EDF3B}"/>
              </a:ext>
            </a:extLst>
          </p:cNvPr>
          <p:cNvSpPr>
            <a:spLocks noGrp="1" noChangeAspect="1"/>
          </p:cNvSpPr>
          <p:nvPr>
            <p:ph type="body" sz="quarter" idx="33" hasCustomPrompt="1"/>
          </p:nvPr>
        </p:nvSpPr>
        <p:spPr>
          <a:xfrm>
            <a:off x="4724400" y="4800600"/>
            <a:ext cx="27432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6" name="Text Placeholder 13">
            <a:extLst>
              <a:ext uri="{FF2B5EF4-FFF2-40B4-BE49-F238E27FC236}">
                <a16:creationId xmlns:a16="http://schemas.microsoft.com/office/drawing/2014/main" id="{029A24A7-7F0F-42EA-3960-27181187F39F}"/>
              </a:ext>
            </a:extLst>
          </p:cNvPr>
          <p:cNvSpPr>
            <a:spLocks noGrp="1" noChangeAspect="1"/>
          </p:cNvSpPr>
          <p:nvPr>
            <p:ph type="body" sz="quarter" idx="35" hasCustomPrompt="1"/>
          </p:nvPr>
        </p:nvSpPr>
        <p:spPr>
          <a:xfrm>
            <a:off x="8839199" y="4800600"/>
            <a:ext cx="2746844"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 name="Oval 1">
            <a:extLst>
              <a:ext uri="{FF2B5EF4-FFF2-40B4-BE49-F238E27FC236}">
                <a16:creationId xmlns:a16="http://schemas.microsoft.com/office/drawing/2014/main" id="{75EDDAAA-3400-DE81-07E5-2D92CA635092}"/>
              </a:ext>
            </a:extLst>
          </p:cNvPr>
          <p:cNvSpPr>
            <a:spLocks noChangeAspect="1"/>
          </p:cNvSpPr>
          <p:nvPr userDrawn="1"/>
        </p:nvSpPr>
        <p:spPr>
          <a:xfrm>
            <a:off x="1295400" y="3199686"/>
            <a:ext cx="1371600" cy="1371600"/>
          </a:xfrm>
          <a:prstGeom prst="ellipse">
            <a:avLst/>
          </a:prstGeom>
          <a:solidFill>
            <a:schemeClr val="bg1"/>
          </a:solidFill>
          <a:ln w="1905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4E46BCB5-E874-6566-9CC3-9C1573DD125E}"/>
              </a:ext>
            </a:extLst>
          </p:cNvPr>
          <p:cNvSpPr>
            <a:spLocks noGrp="1" noChangeAspect="1"/>
          </p:cNvSpPr>
          <p:nvPr>
            <p:ph type="pic" sz="quarter" idx="30" hasCustomPrompt="1"/>
          </p:nvPr>
        </p:nvSpPr>
        <p:spPr>
          <a:xfrm>
            <a:off x="1522883" y="3427169"/>
            <a:ext cx="916634" cy="916634"/>
          </a:xfrm>
        </p:spPr>
        <p:txBody>
          <a:bodyPr anchor="t">
            <a:normAutofit/>
          </a:bodyPr>
          <a:lstStyle>
            <a:lvl1pPr marL="0" indent="0" algn="ctr">
              <a:buNone/>
              <a:defRPr sz="1800"/>
            </a:lvl1pPr>
          </a:lstStyle>
          <a:p>
            <a:r>
              <a:rPr lang="en-US"/>
              <a:t>Icon</a:t>
            </a:r>
          </a:p>
        </p:txBody>
      </p:sp>
      <p:sp>
        <p:nvSpPr>
          <p:cNvPr id="5" name="Oval 4">
            <a:extLst>
              <a:ext uri="{FF2B5EF4-FFF2-40B4-BE49-F238E27FC236}">
                <a16:creationId xmlns:a16="http://schemas.microsoft.com/office/drawing/2014/main" id="{9141B44A-DF61-3B9D-F35A-33E2E62222DC}"/>
              </a:ext>
            </a:extLst>
          </p:cNvPr>
          <p:cNvSpPr>
            <a:spLocks noChangeAspect="1"/>
          </p:cNvSpPr>
          <p:nvPr userDrawn="1"/>
        </p:nvSpPr>
        <p:spPr>
          <a:xfrm>
            <a:off x="5410200" y="3199686"/>
            <a:ext cx="1371600" cy="1371600"/>
          </a:xfrm>
          <a:prstGeom prst="ellipse">
            <a:avLst/>
          </a:prstGeom>
          <a:solidFill>
            <a:schemeClr val="bg1"/>
          </a:solidFill>
          <a:ln w="1905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7" name="Picture Placeholder 8">
            <a:extLst>
              <a:ext uri="{FF2B5EF4-FFF2-40B4-BE49-F238E27FC236}">
                <a16:creationId xmlns:a16="http://schemas.microsoft.com/office/drawing/2014/main" id="{A02BEF37-D8A6-5CB2-B4FA-C49D29C09A20}"/>
              </a:ext>
            </a:extLst>
          </p:cNvPr>
          <p:cNvSpPr>
            <a:spLocks noGrp="1" noChangeAspect="1"/>
          </p:cNvSpPr>
          <p:nvPr>
            <p:ph type="pic" sz="quarter" idx="36" hasCustomPrompt="1"/>
          </p:nvPr>
        </p:nvSpPr>
        <p:spPr>
          <a:xfrm>
            <a:off x="5637683" y="3427169"/>
            <a:ext cx="916634" cy="916634"/>
          </a:xfrm>
        </p:spPr>
        <p:txBody>
          <a:bodyPr anchor="t">
            <a:normAutofit/>
          </a:bodyPr>
          <a:lstStyle>
            <a:lvl1pPr marL="0" indent="0" algn="ctr">
              <a:buNone/>
              <a:defRPr sz="1800"/>
            </a:lvl1pPr>
          </a:lstStyle>
          <a:p>
            <a:r>
              <a:rPr lang="en-US"/>
              <a:t>Icon</a:t>
            </a:r>
          </a:p>
        </p:txBody>
      </p:sp>
      <p:sp>
        <p:nvSpPr>
          <p:cNvPr id="8" name="Oval 7">
            <a:extLst>
              <a:ext uri="{FF2B5EF4-FFF2-40B4-BE49-F238E27FC236}">
                <a16:creationId xmlns:a16="http://schemas.microsoft.com/office/drawing/2014/main" id="{108CEFF4-914C-3136-5DC6-D4BC6751A763}"/>
              </a:ext>
            </a:extLst>
          </p:cNvPr>
          <p:cNvSpPr>
            <a:spLocks noChangeAspect="1"/>
          </p:cNvSpPr>
          <p:nvPr userDrawn="1"/>
        </p:nvSpPr>
        <p:spPr>
          <a:xfrm>
            <a:off x="9525000" y="3199686"/>
            <a:ext cx="1371600" cy="1371600"/>
          </a:xfrm>
          <a:prstGeom prst="ellipse">
            <a:avLst/>
          </a:prstGeom>
          <a:solidFill>
            <a:schemeClr val="bg1"/>
          </a:solidFill>
          <a:ln w="1905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9" name="Picture Placeholder 8">
            <a:extLst>
              <a:ext uri="{FF2B5EF4-FFF2-40B4-BE49-F238E27FC236}">
                <a16:creationId xmlns:a16="http://schemas.microsoft.com/office/drawing/2014/main" id="{EEEE47D6-0AF5-31BC-2CDC-FF7124E6F872}"/>
              </a:ext>
            </a:extLst>
          </p:cNvPr>
          <p:cNvSpPr>
            <a:spLocks noGrp="1" noChangeAspect="1"/>
          </p:cNvSpPr>
          <p:nvPr>
            <p:ph type="pic" sz="quarter" idx="37" hasCustomPrompt="1"/>
          </p:nvPr>
        </p:nvSpPr>
        <p:spPr>
          <a:xfrm>
            <a:off x="9752483" y="3427169"/>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110352777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33/33/33 Content 9">
    <p:spTree>
      <p:nvGrpSpPr>
        <p:cNvPr id="1" name=""/>
        <p:cNvGrpSpPr/>
        <p:nvPr/>
      </p:nvGrpSpPr>
      <p:grpSpPr>
        <a:xfrm>
          <a:off x="0" y="0"/>
          <a:ext cx="0" cy="0"/>
          <a:chOff x="0" y="0"/>
          <a:chExt cx="0" cy="0"/>
        </a:xfrm>
      </p:grpSpPr>
      <p:sp>
        <p:nvSpPr>
          <p:cNvPr id="10" name="Google Shape;779;g230b1a41ba8_2_137">
            <a:extLst>
              <a:ext uri="{FF2B5EF4-FFF2-40B4-BE49-F238E27FC236}">
                <a16:creationId xmlns:a16="http://schemas.microsoft.com/office/drawing/2014/main" id="{D4677AE6-5CBE-6744-DD9C-6CCFEB27B850}"/>
              </a:ext>
            </a:extLst>
          </p:cNvPr>
          <p:cNvSpPr/>
          <p:nvPr userDrawn="1"/>
        </p:nvSpPr>
        <p:spPr>
          <a:xfrm>
            <a:off x="-1" y="3886201"/>
            <a:ext cx="12192001" cy="2514598"/>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5" y="692265"/>
            <a:ext cx="10972800" cy="907935"/>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Heading</a:t>
            </a:r>
          </a:p>
        </p:txBody>
      </p:sp>
      <p:sp>
        <p:nvSpPr>
          <p:cNvPr id="17" name="Text Placeholder 3">
            <a:extLst>
              <a:ext uri="{FF2B5EF4-FFF2-40B4-BE49-F238E27FC236}">
                <a16:creationId xmlns:a16="http://schemas.microsoft.com/office/drawing/2014/main" id="{D8172CBF-CEC0-97A9-58C5-EA57411927D5}"/>
              </a:ext>
            </a:extLst>
          </p:cNvPr>
          <p:cNvSpPr>
            <a:spLocks noGrp="1"/>
          </p:cNvSpPr>
          <p:nvPr>
            <p:ph type="body" sz="half" idx="2" hasCustomPrompt="1"/>
          </p:nvPr>
        </p:nvSpPr>
        <p:spPr>
          <a:xfrm>
            <a:off x="609600" y="1606664"/>
            <a:ext cx="10972800" cy="1365136"/>
          </a:xfrm>
        </p:spPr>
        <p:txBody>
          <a:bodyPr wrap="square" tIns="91440"/>
          <a:lstStyle>
            <a:lvl1pPr marL="0" indent="0">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0" name="Text Placeholder 13">
            <a:extLst>
              <a:ext uri="{FF2B5EF4-FFF2-40B4-BE49-F238E27FC236}">
                <a16:creationId xmlns:a16="http://schemas.microsoft.com/office/drawing/2014/main" id="{C16D5EDB-34A7-4CFC-41D7-B8ECE2C84351}"/>
              </a:ext>
            </a:extLst>
          </p:cNvPr>
          <p:cNvSpPr>
            <a:spLocks noGrp="1" noChangeAspect="1"/>
          </p:cNvSpPr>
          <p:nvPr>
            <p:ph type="body" sz="quarter" idx="31" hasCustomPrompt="1"/>
          </p:nvPr>
        </p:nvSpPr>
        <p:spPr>
          <a:xfrm>
            <a:off x="609601" y="4800600"/>
            <a:ext cx="2743200" cy="914400"/>
          </a:xfrm>
        </p:spPr>
        <p:txBody>
          <a:bodyPr tIns="0" bIns="0">
            <a:noAutofit/>
          </a:bodyPr>
          <a:lstStyle>
            <a:lvl1pPr marL="0" indent="0" algn="ctr">
              <a:lnSpc>
                <a:spcPct val="100000"/>
              </a:lnSpc>
              <a:buNone/>
              <a:defRPr sz="2000" b="1">
                <a:solidFill>
                  <a:schemeClr val="bg1"/>
                </a:solidFill>
              </a:defRPr>
            </a:lvl1pPr>
          </a:lstStyle>
          <a:p>
            <a:pPr lvl="0"/>
            <a:r>
              <a:rPr lang="en-US"/>
              <a:t>Title</a:t>
            </a:r>
          </a:p>
        </p:txBody>
      </p:sp>
      <p:sp>
        <p:nvSpPr>
          <p:cNvPr id="23" name="Text Placeholder 13">
            <a:extLst>
              <a:ext uri="{FF2B5EF4-FFF2-40B4-BE49-F238E27FC236}">
                <a16:creationId xmlns:a16="http://schemas.microsoft.com/office/drawing/2014/main" id="{F40CE012-1787-BC2B-1E8E-5C58A79EDF3B}"/>
              </a:ext>
            </a:extLst>
          </p:cNvPr>
          <p:cNvSpPr>
            <a:spLocks noGrp="1" noChangeAspect="1"/>
          </p:cNvSpPr>
          <p:nvPr>
            <p:ph type="body" sz="quarter" idx="33" hasCustomPrompt="1"/>
          </p:nvPr>
        </p:nvSpPr>
        <p:spPr>
          <a:xfrm>
            <a:off x="4724400" y="4800600"/>
            <a:ext cx="2743200" cy="914400"/>
          </a:xfrm>
        </p:spPr>
        <p:txBody>
          <a:bodyPr tIns="0" bIns="0">
            <a:noAutofit/>
          </a:bodyPr>
          <a:lstStyle>
            <a:lvl1pPr marL="0" indent="0" algn="ctr">
              <a:lnSpc>
                <a:spcPct val="100000"/>
              </a:lnSpc>
              <a:buNone/>
              <a:defRPr sz="2000" b="1">
                <a:solidFill>
                  <a:schemeClr val="bg1"/>
                </a:solidFill>
              </a:defRPr>
            </a:lvl1pPr>
          </a:lstStyle>
          <a:p>
            <a:pPr lvl="0"/>
            <a:r>
              <a:rPr lang="en-US"/>
              <a:t>Title</a:t>
            </a:r>
          </a:p>
        </p:txBody>
      </p:sp>
      <p:sp>
        <p:nvSpPr>
          <p:cNvPr id="26" name="Text Placeholder 13">
            <a:extLst>
              <a:ext uri="{FF2B5EF4-FFF2-40B4-BE49-F238E27FC236}">
                <a16:creationId xmlns:a16="http://schemas.microsoft.com/office/drawing/2014/main" id="{029A24A7-7F0F-42EA-3960-27181187F39F}"/>
              </a:ext>
            </a:extLst>
          </p:cNvPr>
          <p:cNvSpPr>
            <a:spLocks noGrp="1" noChangeAspect="1"/>
          </p:cNvSpPr>
          <p:nvPr>
            <p:ph type="body" sz="quarter" idx="35" hasCustomPrompt="1"/>
          </p:nvPr>
        </p:nvSpPr>
        <p:spPr>
          <a:xfrm>
            <a:off x="8839199" y="4800600"/>
            <a:ext cx="2746844" cy="914400"/>
          </a:xfrm>
        </p:spPr>
        <p:txBody>
          <a:bodyPr tIns="0" bIns="0">
            <a:noAutofit/>
          </a:bodyPr>
          <a:lstStyle>
            <a:lvl1pPr marL="0" indent="0" algn="ctr">
              <a:lnSpc>
                <a:spcPct val="100000"/>
              </a:lnSpc>
              <a:buNone/>
              <a:defRPr sz="2000" b="1">
                <a:solidFill>
                  <a:schemeClr val="bg1"/>
                </a:solidFill>
              </a:defRPr>
            </a:lvl1pPr>
          </a:lstStyle>
          <a:p>
            <a:pPr lvl="0"/>
            <a:r>
              <a:rPr lang="en-US"/>
              <a:t>Title</a:t>
            </a:r>
          </a:p>
        </p:txBody>
      </p:sp>
      <p:sp>
        <p:nvSpPr>
          <p:cNvPr id="2" name="Oval 1">
            <a:extLst>
              <a:ext uri="{FF2B5EF4-FFF2-40B4-BE49-F238E27FC236}">
                <a16:creationId xmlns:a16="http://schemas.microsoft.com/office/drawing/2014/main" id="{75EDDAAA-3400-DE81-07E5-2D92CA635092}"/>
              </a:ext>
            </a:extLst>
          </p:cNvPr>
          <p:cNvSpPr>
            <a:spLocks noChangeAspect="1"/>
          </p:cNvSpPr>
          <p:nvPr userDrawn="1"/>
        </p:nvSpPr>
        <p:spPr>
          <a:xfrm>
            <a:off x="1295400" y="3199686"/>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4E46BCB5-E874-6566-9CC3-9C1573DD125E}"/>
              </a:ext>
            </a:extLst>
          </p:cNvPr>
          <p:cNvSpPr>
            <a:spLocks noGrp="1" noChangeAspect="1"/>
          </p:cNvSpPr>
          <p:nvPr>
            <p:ph type="pic" sz="quarter" idx="30" hasCustomPrompt="1"/>
          </p:nvPr>
        </p:nvSpPr>
        <p:spPr>
          <a:xfrm>
            <a:off x="1522883" y="3427169"/>
            <a:ext cx="916634" cy="916634"/>
          </a:xfrm>
        </p:spPr>
        <p:txBody>
          <a:bodyPr anchor="t">
            <a:normAutofit/>
          </a:bodyPr>
          <a:lstStyle>
            <a:lvl1pPr marL="0" indent="0" algn="ctr">
              <a:buNone/>
              <a:defRPr sz="1800"/>
            </a:lvl1pPr>
          </a:lstStyle>
          <a:p>
            <a:r>
              <a:rPr lang="en-US"/>
              <a:t>Icon</a:t>
            </a:r>
          </a:p>
        </p:txBody>
      </p:sp>
      <p:sp>
        <p:nvSpPr>
          <p:cNvPr id="5" name="Oval 4">
            <a:extLst>
              <a:ext uri="{FF2B5EF4-FFF2-40B4-BE49-F238E27FC236}">
                <a16:creationId xmlns:a16="http://schemas.microsoft.com/office/drawing/2014/main" id="{9141B44A-DF61-3B9D-F35A-33E2E62222DC}"/>
              </a:ext>
            </a:extLst>
          </p:cNvPr>
          <p:cNvSpPr>
            <a:spLocks noChangeAspect="1"/>
          </p:cNvSpPr>
          <p:nvPr userDrawn="1"/>
        </p:nvSpPr>
        <p:spPr>
          <a:xfrm>
            <a:off x="5410200" y="3199686"/>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7" name="Picture Placeholder 8">
            <a:extLst>
              <a:ext uri="{FF2B5EF4-FFF2-40B4-BE49-F238E27FC236}">
                <a16:creationId xmlns:a16="http://schemas.microsoft.com/office/drawing/2014/main" id="{A02BEF37-D8A6-5CB2-B4FA-C49D29C09A20}"/>
              </a:ext>
            </a:extLst>
          </p:cNvPr>
          <p:cNvSpPr>
            <a:spLocks noGrp="1" noChangeAspect="1"/>
          </p:cNvSpPr>
          <p:nvPr>
            <p:ph type="pic" sz="quarter" idx="36" hasCustomPrompt="1"/>
          </p:nvPr>
        </p:nvSpPr>
        <p:spPr>
          <a:xfrm>
            <a:off x="5637683" y="3427169"/>
            <a:ext cx="916634" cy="916634"/>
          </a:xfrm>
        </p:spPr>
        <p:txBody>
          <a:bodyPr anchor="t">
            <a:normAutofit/>
          </a:bodyPr>
          <a:lstStyle>
            <a:lvl1pPr marL="0" indent="0" algn="ctr">
              <a:buNone/>
              <a:defRPr sz="1800"/>
            </a:lvl1pPr>
          </a:lstStyle>
          <a:p>
            <a:r>
              <a:rPr lang="en-US"/>
              <a:t>Icon</a:t>
            </a:r>
          </a:p>
        </p:txBody>
      </p:sp>
      <p:sp>
        <p:nvSpPr>
          <p:cNvPr id="8" name="Oval 7">
            <a:extLst>
              <a:ext uri="{FF2B5EF4-FFF2-40B4-BE49-F238E27FC236}">
                <a16:creationId xmlns:a16="http://schemas.microsoft.com/office/drawing/2014/main" id="{108CEFF4-914C-3136-5DC6-D4BC6751A763}"/>
              </a:ext>
            </a:extLst>
          </p:cNvPr>
          <p:cNvSpPr>
            <a:spLocks noChangeAspect="1"/>
          </p:cNvSpPr>
          <p:nvPr userDrawn="1"/>
        </p:nvSpPr>
        <p:spPr>
          <a:xfrm>
            <a:off x="9525000" y="3199686"/>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9" name="Picture Placeholder 8">
            <a:extLst>
              <a:ext uri="{FF2B5EF4-FFF2-40B4-BE49-F238E27FC236}">
                <a16:creationId xmlns:a16="http://schemas.microsoft.com/office/drawing/2014/main" id="{EEEE47D6-0AF5-31BC-2CDC-FF7124E6F872}"/>
              </a:ext>
            </a:extLst>
          </p:cNvPr>
          <p:cNvSpPr>
            <a:spLocks noGrp="1" noChangeAspect="1"/>
          </p:cNvSpPr>
          <p:nvPr>
            <p:ph type="pic" sz="quarter" idx="37" hasCustomPrompt="1"/>
          </p:nvPr>
        </p:nvSpPr>
        <p:spPr>
          <a:xfrm>
            <a:off x="9752483" y="3427169"/>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1155392875"/>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30/70 Content 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4724400" y="694764"/>
            <a:ext cx="6858000" cy="1134036"/>
          </a:xfrm>
          <a:prstGeom prst="rect">
            <a:avLst/>
          </a:prstGeom>
        </p:spPr>
        <p:txBody>
          <a:bodyPr wrap="square" bIns="91440" anchor="b">
            <a:noAutofit/>
          </a:bodyPr>
          <a:lstStyle>
            <a:lvl1pPr>
              <a:defRPr sz="3200">
                <a:solidFill>
                  <a:srgbClr val="311E57"/>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4724400" y="1837765"/>
            <a:ext cx="6858000" cy="4334436"/>
          </a:xfrm>
        </p:spPr>
        <p:txBody>
          <a:bodyPr wrap="square" tIns="182880">
            <a:normAutofit/>
          </a:bodyPr>
          <a:lstStyle>
            <a:lvl1pPr marL="0" indent="0">
              <a:buFont typeface="Arial" panose="020B0604020202020204" pitchFamily="34" charset="0"/>
              <a:buNone/>
              <a:defRPr sz="20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 name="Text Placeholder 16">
            <a:extLst>
              <a:ext uri="{FF2B5EF4-FFF2-40B4-BE49-F238E27FC236}">
                <a16:creationId xmlns:a16="http://schemas.microsoft.com/office/drawing/2014/main" id="{92159EDE-DD2C-8F64-9DAB-D5BBD204DEF8}"/>
              </a:ext>
            </a:extLst>
          </p:cNvPr>
          <p:cNvSpPr>
            <a:spLocks noGrp="1"/>
          </p:cNvSpPr>
          <p:nvPr>
            <p:ph type="body" sz="quarter" idx="18" hasCustomPrompt="1"/>
          </p:nvPr>
        </p:nvSpPr>
        <p:spPr>
          <a:xfrm>
            <a:off x="4724400" y="8964"/>
            <a:ext cx="5029200" cy="676836"/>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3" name="Picture Placeholder 2">
            <a:extLst>
              <a:ext uri="{FF2B5EF4-FFF2-40B4-BE49-F238E27FC236}">
                <a16:creationId xmlns:a16="http://schemas.microsoft.com/office/drawing/2014/main" id="{F7F40475-BB60-A940-6A70-5E61383D57EB}"/>
              </a:ext>
            </a:extLst>
          </p:cNvPr>
          <p:cNvSpPr>
            <a:spLocks noGrp="1"/>
          </p:cNvSpPr>
          <p:nvPr>
            <p:ph type="pic" idx="1" hasCustomPrompt="1"/>
          </p:nvPr>
        </p:nvSpPr>
        <p:spPr>
          <a:xfrm>
            <a:off x="0" y="0"/>
            <a:ext cx="4038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Tree>
    <p:extLst>
      <p:ext uri="{BB962C8B-B14F-4D97-AF65-F5344CB8AC3E}">
        <p14:creationId xmlns:p14="http://schemas.microsoft.com/office/powerpoint/2010/main" val="3769812528"/>
      </p:ext>
    </p:extLst>
  </p:cSld>
  <p:clrMapOvr>
    <a:masterClrMapping/>
  </p:clrMapOvr>
  <p:extLst>
    <p:ext uri="{DCECCB84-F9BA-43D5-87BE-67443E8EF086}">
      <p15:sldGuideLst xmlns:p15="http://schemas.microsoft.com/office/powerpoint/2012/main">
        <p15:guide id="1" orient="horz" pos="1152">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30/70 Conten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3657600" cy="1143000"/>
          </a:xfrm>
          <a:prstGeom prst="rect">
            <a:avLst/>
          </a:prstGeom>
        </p:spPr>
        <p:txBody>
          <a:bodyPr wrap="square" rIns="0" bIns="91440" anchor="t">
            <a:noAutofit/>
          </a:bodyPr>
          <a:lstStyle>
            <a:lvl1pPr>
              <a:defRPr sz="3200">
                <a:solidFill>
                  <a:srgbClr val="311E57"/>
                </a:solidFill>
                <a:latin typeface="+mj-lt"/>
              </a:defRPr>
            </a:lvl1pPr>
          </a:lstStyle>
          <a:p>
            <a:r>
              <a:rPr lang="en-US"/>
              <a:t>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36576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4724400" y="-1"/>
            <a:ext cx="7467601" cy="6400801"/>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11" name="Picture Placeholder 8">
            <a:extLst>
              <a:ext uri="{FF2B5EF4-FFF2-40B4-BE49-F238E27FC236}">
                <a16:creationId xmlns:a16="http://schemas.microsoft.com/office/drawing/2014/main" id="{57BFB86A-AC07-3506-DCC0-B86A5314A921}"/>
              </a:ext>
            </a:extLst>
          </p:cNvPr>
          <p:cNvSpPr>
            <a:spLocks noGrp="1"/>
          </p:cNvSpPr>
          <p:nvPr>
            <p:ph type="pic" sz="quarter" idx="25" hasCustomPrompt="1"/>
          </p:nvPr>
        </p:nvSpPr>
        <p:spPr>
          <a:xfrm>
            <a:off x="609600" y="2057400"/>
            <a:ext cx="685800" cy="685800"/>
          </a:xfrm>
        </p:spPr>
        <p:txBody>
          <a:bodyPr anchor="t">
            <a:normAutofit/>
          </a:bodyPr>
          <a:lstStyle>
            <a:lvl1pPr marL="0" indent="0" algn="ctr">
              <a:buNone/>
              <a:defRPr sz="1800"/>
            </a:lvl1pPr>
          </a:lstStyle>
          <a:p>
            <a:r>
              <a:rPr lang="en-US"/>
              <a:t>Icon</a:t>
            </a:r>
          </a:p>
        </p:txBody>
      </p:sp>
      <p:sp>
        <p:nvSpPr>
          <p:cNvPr id="13" name="Picture Placeholder 8">
            <a:extLst>
              <a:ext uri="{FF2B5EF4-FFF2-40B4-BE49-F238E27FC236}">
                <a16:creationId xmlns:a16="http://schemas.microsoft.com/office/drawing/2014/main" id="{78985673-E5E1-208D-1D04-A6F74049A20A}"/>
              </a:ext>
            </a:extLst>
          </p:cNvPr>
          <p:cNvSpPr>
            <a:spLocks noGrp="1"/>
          </p:cNvSpPr>
          <p:nvPr>
            <p:ph type="pic" sz="quarter" idx="26" hasCustomPrompt="1"/>
          </p:nvPr>
        </p:nvSpPr>
        <p:spPr>
          <a:xfrm>
            <a:off x="609599" y="3124200"/>
            <a:ext cx="685800" cy="6858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78256AC2-537A-0F15-A97B-49FC0395297B}"/>
              </a:ext>
            </a:extLst>
          </p:cNvPr>
          <p:cNvSpPr>
            <a:spLocks noGrp="1"/>
          </p:cNvSpPr>
          <p:nvPr>
            <p:ph type="pic" sz="quarter" idx="27" hasCustomPrompt="1"/>
          </p:nvPr>
        </p:nvSpPr>
        <p:spPr>
          <a:xfrm>
            <a:off x="609600" y="4191000"/>
            <a:ext cx="685800" cy="685800"/>
          </a:xfrm>
        </p:spPr>
        <p:txBody>
          <a:bodyPr anchor="t">
            <a:normAutofit/>
          </a:bodyPr>
          <a:lstStyle>
            <a:lvl1pPr marL="0" indent="0" algn="ctr">
              <a:buNone/>
              <a:defRPr sz="1800"/>
            </a:lvl1pPr>
          </a:lstStyle>
          <a:p>
            <a:r>
              <a:rPr lang="en-US"/>
              <a:t>Icon</a:t>
            </a:r>
          </a:p>
        </p:txBody>
      </p:sp>
      <p:sp>
        <p:nvSpPr>
          <p:cNvPr id="16" name="Picture Placeholder 8">
            <a:extLst>
              <a:ext uri="{FF2B5EF4-FFF2-40B4-BE49-F238E27FC236}">
                <a16:creationId xmlns:a16="http://schemas.microsoft.com/office/drawing/2014/main" id="{3735D932-8846-D064-DB03-0256487994ED}"/>
              </a:ext>
            </a:extLst>
          </p:cNvPr>
          <p:cNvSpPr>
            <a:spLocks noGrp="1"/>
          </p:cNvSpPr>
          <p:nvPr>
            <p:ph type="pic" sz="quarter" idx="28" hasCustomPrompt="1"/>
          </p:nvPr>
        </p:nvSpPr>
        <p:spPr>
          <a:xfrm>
            <a:off x="609600" y="5257800"/>
            <a:ext cx="685800" cy="685800"/>
          </a:xfrm>
        </p:spPr>
        <p:txBody>
          <a:bodyPr anchor="t">
            <a:normAutofit/>
          </a:bodyPr>
          <a:lstStyle>
            <a:lvl1pPr marL="0" indent="0" algn="ctr">
              <a:buNone/>
              <a:defRPr sz="1800"/>
            </a:lvl1pPr>
          </a:lstStyle>
          <a:p>
            <a:r>
              <a:rPr lang="en-US"/>
              <a:t>Icon</a:t>
            </a:r>
          </a:p>
        </p:txBody>
      </p:sp>
      <p:sp>
        <p:nvSpPr>
          <p:cNvPr id="7" name="Text Placeholder 3">
            <a:extLst>
              <a:ext uri="{FF2B5EF4-FFF2-40B4-BE49-F238E27FC236}">
                <a16:creationId xmlns:a16="http://schemas.microsoft.com/office/drawing/2014/main" id="{A8FDB7CE-0B5A-87C2-CA2E-829C80B8B8AA}"/>
              </a:ext>
            </a:extLst>
          </p:cNvPr>
          <p:cNvSpPr>
            <a:spLocks noGrp="1"/>
          </p:cNvSpPr>
          <p:nvPr>
            <p:ph type="body" sz="half" idx="10" hasCustomPrompt="1"/>
          </p:nvPr>
        </p:nvSpPr>
        <p:spPr>
          <a:xfrm>
            <a:off x="1524000" y="2071396"/>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8" name="Text Placeholder 3">
            <a:extLst>
              <a:ext uri="{FF2B5EF4-FFF2-40B4-BE49-F238E27FC236}">
                <a16:creationId xmlns:a16="http://schemas.microsoft.com/office/drawing/2014/main" id="{AFD3FF27-EF26-5E87-F51A-2D11C144A572}"/>
              </a:ext>
            </a:extLst>
          </p:cNvPr>
          <p:cNvSpPr>
            <a:spLocks noGrp="1"/>
          </p:cNvSpPr>
          <p:nvPr>
            <p:ph type="body" sz="half" idx="29" hasCustomPrompt="1"/>
          </p:nvPr>
        </p:nvSpPr>
        <p:spPr>
          <a:xfrm>
            <a:off x="1524000" y="3124200"/>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3">
            <a:extLst>
              <a:ext uri="{FF2B5EF4-FFF2-40B4-BE49-F238E27FC236}">
                <a16:creationId xmlns:a16="http://schemas.microsoft.com/office/drawing/2014/main" id="{847D8B68-B65B-9084-6565-A2652227BE2D}"/>
              </a:ext>
            </a:extLst>
          </p:cNvPr>
          <p:cNvSpPr>
            <a:spLocks noGrp="1"/>
          </p:cNvSpPr>
          <p:nvPr>
            <p:ph type="body" sz="half" idx="30" hasCustomPrompt="1"/>
          </p:nvPr>
        </p:nvSpPr>
        <p:spPr>
          <a:xfrm>
            <a:off x="1524000" y="4191000"/>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5" name="Text Placeholder 3">
            <a:extLst>
              <a:ext uri="{FF2B5EF4-FFF2-40B4-BE49-F238E27FC236}">
                <a16:creationId xmlns:a16="http://schemas.microsoft.com/office/drawing/2014/main" id="{75CC80B6-BB87-0CE6-3BAB-A95E335B421B}"/>
              </a:ext>
            </a:extLst>
          </p:cNvPr>
          <p:cNvSpPr>
            <a:spLocks noGrp="1"/>
          </p:cNvSpPr>
          <p:nvPr>
            <p:ph type="body" sz="half" idx="32" hasCustomPrompt="1"/>
          </p:nvPr>
        </p:nvSpPr>
        <p:spPr>
          <a:xfrm>
            <a:off x="1524000" y="5257800"/>
            <a:ext cx="2743200" cy="909736"/>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1177843784"/>
      </p:ext>
    </p:extLst>
  </p:cSld>
  <p:clrMapOvr>
    <a:masterClrMapping/>
  </p:clrMapOvr>
  <p:extLst>
    <p:ext uri="{DCECCB84-F9BA-43D5-87BE-67443E8EF086}">
      <p15:sldGuideLst xmlns:p15="http://schemas.microsoft.com/office/powerpoint/2012/main"/>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30/70 Content 4">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4823EC3D-EF7F-24C3-93E1-571BAC9F5615}"/>
              </a:ext>
            </a:extLst>
          </p:cNvPr>
          <p:cNvSpPr>
            <a:spLocks noGrp="1"/>
          </p:cNvSpPr>
          <p:nvPr>
            <p:ph type="body" sz="quarter" idx="18" hasCustomPrompt="1"/>
          </p:nvPr>
        </p:nvSpPr>
        <p:spPr>
          <a:xfrm>
            <a:off x="609600" y="0"/>
            <a:ext cx="3657600" cy="685798"/>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5" name="Picture Placeholder 2">
            <a:extLst>
              <a:ext uri="{FF2B5EF4-FFF2-40B4-BE49-F238E27FC236}">
                <a16:creationId xmlns:a16="http://schemas.microsoft.com/office/drawing/2014/main" id="{2D19099D-7488-1F17-A314-EA24367329D1}"/>
              </a:ext>
            </a:extLst>
          </p:cNvPr>
          <p:cNvSpPr>
            <a:spLocks noGrp="1"/>
          </p:cNvSpPr>
          <p:nvPr>
            <p:ph type="pic" idx="1" hasCustomPrompt="1"/>
          </p:nvPr>
        </p:nvSpPr>
        <p:spPr>
          <a:xfrm>
            <a:off x="4724400" y="685801"/>
            <a:ext cx="7453009" cy="27432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6" name="Title 1">
            <a:extLst>
              <a:ext uri="{FF2B5EF4-FFF2-40B4-BE49-F238E27FC236}">
                <a16:creationId xmlns:a16="http://schemas.microsoft.com/office/drawing/2014/main" id="{F4DFD3F4-58AF-D283-923F-0D0D01046579}"/>
              </a:ext>
            </a:extLst>
          </p:cNvPr>
          <p:cNvSpPr>
            <a:spLocks noGrp="1"/>
          </p:cNvSpPr>
          <p:nvPr>
            <p:ph type="title" hasCustomPrompt="1"/>
          </p:nvPr>
        </p:nvSpPr>
        <p:spPr>
          <a:xfrm>
            <a:off x="609600" y="685799"/>
            <a:ext cx="3657600" cy="1143001"/>
          </a:xfrm>
          <a:prstGeom prst="rect">
            <a:avLst/>
          </a:prstGeom>
        </p:spPr>
        <p:txBody>
          <a:bodyPr rIns="457200" anchor="b">
            <a:noAutofit/>
          </a:bodyPr>
          <a:lstStyle>
            <a:lvl1pPr>
              <a:defRPr sz="3200">
                <a:solidFill>
                  <a:srgbClr val="311E57"/>
                </a:solidFill>
                <a:latin typeface="+mj-lt"/>
              </a:defRPr>
            </a:lvl1pPr>
          </a:lstStyle>
          <a:p>
            <a:r>
              <a:rPr lang="en-US"/>
              <a:t>Headline</a:t>
            </a:r>
          </a:p>
        </p:txBody>
      </p:sp>
      <p:sp>
        <p:nvSpPr>
          <p:cNvPr id="7" name="Text Placeholder 3">
            <a:extLst>
              <a:ext uri="{FF2B5EF4-FFF2-40B4-BE49-F238E27FC236}">
                <a16:creationId xmlns:a16="http://schemas.microsoft.com/office/drawing/2014/main" id="{045966C3-64F1-40A2-2AAA-26CB21389967}"/>
              </a:ext>
            </a:extLst>
          </p:cNvPr>
          <p:cNvSpPr>
            <a:spLocks noGrp="1"/>
          </p:cNvSpPr>
          <p:nvPr>
            <p:ph type="body" sz="half" idx="2" hasCustomPrompt="1"/>
          </p:nvPr>
        </p:nvSpPr>
        <p:spPr>
          <a:xfrm>
            <a:off x="609600" y="1828801"/>
            <a:ext cx="3657600" cy="1600200"/>
          </a:xfrm>
        </p:spPr>
        <p:txBody>
          <a:bodyPr tIns="182880" rIns="45720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Picture Placeholder 8">
            <a:extLst>
              <a:ext uri="{FF2B5EF4-FFF2-40B4-BE49-F238E27FC236}">
                <a16:creationId xmlns:a16="http://schemas.microsoft.com/office/drawing/2014/main" id="{588BE3B4-ABED-7654-DDBE-E03D4E5233AB}"/>
              </a:ext>
            </a:extLst>
          </p:cNvPr>
          <p:cNvSpPr>
            <a:spLocks noGrp="1"/>
          </p:cNvSpPr>
          <p:nvPr>
            <p:ph type="pic" sz="quarter" idx="32" hasCustomPrompt="1"/>
          </p:nvPr>
        </p:nvSpPr>
        <p:spPr>
          <a:xfrm>
            <a:off x="5295899" y="3657599"/>
            <a:ext cx="685800" cy="685800"/>
          </a:xfrm>
        </p:spPr>
        <p:txBody>
          <a:bodyPr anchor="t">
            <a:normAutofit/>
          </a:bodyPr>
          <a:lstStyle>
            <a:lvl1pPr marL="0" indent="0" algn="ctr">
              <a:buNone/>
              <a:defRPr sz="1800"/>
            </a:lvl1pPr>
          </a:lstStyle>
          <a:p>
            <a:r>
              <a:rPr lang="en-US"/>
              <a:t>Icon</a:t>
            </a:r>
          </a:p>
        </p:txBody>
      </p:sp>
      <p:sp>
        <p:nvSpPr>
          <p:cNvPr id="8" name="Picture Placeholder 8">
            <a:extLst>
              <a:ext uri="{FF2B5EF4-FFF2-40B4-BE49-F238E27FC236}">
                <a16:creationId xmlns:a16="http://schemas.microsoft.com/office/drawing/2014/main" id="{F628EC2E-B106-43A5-DFCB-389EE3F4C3E6}"/>
              </a:ext>
            </a:extLst>
          </p:cNvPr>
          <p:cNvSpPr>
            <a:spLocks noGrp="1"/>
          </p:cNvSpPr>
          <p:nvPr>
            <p:ph type="pic" sz="quarter" idx="33" hasCustomPrompt="1"/>
          </p:nvPr>
        </p:nvSpPr>
        <p:spPr>
          <a:xfrm>
            <a:off x="7150099" y="3657599"/>
            <a:ext cx="685800" cy="685800"/>
          </a:xfrm>
        </p:spPr>
        <p:txBody>
          <a:bodyPr anchor="t">
            <a:normAutofit/>
          </a:bodyPr>
          <a:lstStyle>
            <a:lvl1pPr marL="0" indent="0" algn="ctr">
              <a:buNone/>
              <a:defRPr sz="1800"/>
            </a:lvl1pPr>
          </a:lstStyle>
          <a:p>
            <a:r>
              <a:rPr lang="en-US"/>
              <a:t>Icon</a:t>
            </a:r>
          </a:p>
        </p:txBody>
      </p:sp>
      <p:sp>
        <p:nvSpPr>
          <p:cNvPr id="9" name="Picture Placeholder 8">
            <a:extLst>
              <a:ext uri="{FF2B5EF4-FFF2-40B4-BE49-F238E27FC236}">
                <a16:creationId xmlns:a16="http://schemas.microsoft.com/office/drawing/2014/main" id="{3316B424-3027-6A36-F343-87875C8BFFA7}"/>
              </a:ext>
            </a:extLst>
          </p:cNvPr>
          <p:cNvSpPr>
            <a:spLocks noGrp="1"/>
          </p:cNvSpPr>
          <p:nvPr>
            <p:ph type="pic" sz="quarter" idx="34" hasCustomPrompt="1"/>
          </p:nvPr>
        </p:nvSpPr>
        <p:spPr>
          <a:xfrm>
            <a:off x="9004299" y="3657599"/>
            <a:ext cx="685800" cy="685800"/>
          </a:xfrm>
        </p:spPr>
        <p:txBody>
          <a:bodyPr anchor="t">
            <a:normAutofit/>
          </a:bodyPr>
          <a:lstStyle>
            <a:lvl1pPr marL="0" indent="0" algn="ctr">
              <a:buNone/>
              <a:defRPr sz="1800"/>
            </a:lvl1pPr>
          </a:lstStyle>
          <a:p>
            <a:r>
              <a:rPr lang="en-US"/>
              <a:t>Icon</a:t>
            </a:r>
          </a:p>
        </p:txBody>
      </p:sp>
      <p:sp>
        <p:nvSpPr>
          <p:cNvPr id="14" name="Picture Placeholder 8">
            <a:extLst>
              <a:ext uri="{FF2B5EF4-FFF2-40B4-BE49-F238E27FC236}">
                <a16:creationId xmlns:a16="http://schemas.microsoft.com/office/drawing/2014/main" id="{E373EA8D-6B87-8A8B-B37B-7BD62B560FD0}"/>
              </a:ext>
            </a:extLst>
          </p:cNvPr>
          <p:cNvSpPr>
            <a:spLocks noGrp="1"/>
          </p:cNvSpPr>
          <p:nvPr>
            <p:ph type="pic" sz="quarter" idx="35" hasCustomPrompt="1"/>
          </p:nvPr>
        </p:nvSpPr>
        <p:spPr>
          <a:xfrm>
            <a:off x="10858500" y="3657599"/>
            <a:ext cx="685800" cy="685800"/>
          </a:xfrm>
        </p:spPr>
        <p:txBody>
          <a:bodyPr anchor="t">
            <a:normAutofit/>
          </a:bodyPr>
          <a:lstStyle>
            <a:lvl1pPr marL="0" indent="0" algn="ctr">
              <a:buNone/>
              <a:defRPr sz="1800"/>
            </a:lvl1pPr>
          </a:lstStyle>
          <a:p>
            <a:r>
              <a:rPr lang="en-US"/>
              <a:t>Icon</a:t>
            </a:r>
          </a:p>
        </p:txBody>
      </p:sp>
      <p:sp>
        <p:nvSpPr>
          <p:cNvPr id="10" name="Text Placeholder 9">
            <a:extLst>
              <a:ext uri="{FF2B5EF4-FFF2-40B4-BE49-F238E27FC236}">
                <a16:creationId xmlns:a16="http://schemas.microsoft.com/office/drawing/2014/main" id="{6C88E964-1D16-C615-F73C-6ED5AAE4DEF4}"/>
              </a:ext>
            </a:extLst>
          </p:cNvPr>
          <p:cNvSpPr>
            <a:spLocks noGrp="1"/>
          </p:cNvSpPr>
          <p:nvPr>
            <p:ph type="body" sz="quarter" idx="36" hasCustomPrompt="1"/>
          </p:nvPr>
        </p:nvSpPr>
        <p:spPr>
          <a:xfrm>
            <a:off x="4724400" y="4562475"/>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
        <p:nvSpPr>
          <p:cNvPr id="13" name="Text Placeholder 9">
            <a:extLst>
              <a:ext uri="{FF2B5EF4-FFF2-40B4-BE49-F238E27FC236}">
                <a16:creationId xmlns:a16="http://schemas.microsoft.com/office/drawing/2014/main" id="{149EFCE4-2D3E-925A-86BB-CAB1F214BD07}"/>
              </a:ext>
            </a:extLst>
          </p:cNvPr>
          <p:cNvSpPr>
            <a:spLocks noGrp="1"/>
          </p:cNvSpPr>
          <p:nvPr>
            <p:ph type="body" sz="quarter" idx="37" hasCustomPrompt="1"/>
          </p:nvPr>
        </p:nvSpPr>
        <p:spPr>
          <a:xfrm>
            <a:off x="6582304" y="4562474"/>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
        <p:nvSpPr>
          <p:cNvPr id="15" name="Text Placeholder 9">
            <a:extLst>
              <a:ext uri="{FF2B5EF4-FFF2-40B4-BE49-F238E27FC236}">
                <a16:creationId xmlns:a16="http://schemas.microsoft.com/office/drawing/2014/main" id="{E10577D4-4762-BAE6-18A7-06C8A8BD33F9}"/>
              </a:ext>
            </a:extLst>
          </p:cNvPr>
          <p:cNvSpPr>
            <a:spLocks noGrp="1"/>
          </p:cNvSpPr>
          <p:nvPr>
            <p:ph type="body" sz="quarter" idx="38" hasCustomPrompt="1"/>
          </p:nvPr>
        </p:nvSpPr>
        <p:spPr>
          <a:xfrm>
            <a:off x="8440208" y="4562473"/>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
        <p:nvSpPr>
          <p:cNvPr id="16" name="Text Placeholder 9">
            <a:extLst>
              <a:ext uri="{FF2B5EF4-FFF2-40B4-BE49-F238E27FC236}">
                <a16:creationId xmlns:a16="http://schemas.microsoft.com/office/drawing/2014/main" id="{63A58A93-9A98-29CE-26B0-3E71F1BB565B}"/>
              </a:ext>
            </a:extLst>
          </p:cNvPr>
          <p:cNvSpPr>
            <a:spLocks noGrp="1"/>
          </p:cNvSpPr>
          <p:nvPr>
            <p:ph type="body" sz="quarter" idx="39" hasCustomPrompt="1"/>
          </p:nvPr>
        </p:nvSpPr>
        <p:spPr>
          <a:xfrm>
            <a:off x="10298112" y="4562472"/>
            <a:ext cx="1806575" cy="1609725"/>
          </a:xfrm>
        </p:spPr>
        <p:txBody>
          <a:bodyPr lIns="45720" rIns="45720">
            <a:normAutofit/>
          </a:bodyPr>
          <a:lstStyle>
            <a:lvl1pPr marL="0" indent="0" algn="ctr">
              <a:buNone/>
              <a:defRPr sz="1400">
                <a:solidFill>
                  <a:schemeClr val="tx2"/>
                </a:solidFill>
              </a:defRPr>
            </a:lvl1pPr>
            <a:lvl2pPr marL="457200" indent="0" algn="ctr">
              <a:buNone/>
              <a:defRPr>
                <a:solidFill>
                  <a:schemeClr val="tx2"/>
                </a:solidFill>
              </a:defRPr>
            </a:lvl2pPr>
            <a:lvl3pPr marL="914400" indent="0" algn="ctr">
              <a:buNone/>
              <a:defRPr>
                <a:solidFill>
                  <a:schemeClr val="tx2"/>
                </a:solidFill>
              </a:defRPr>
            </a:lvl3pPr>
            <a:lvl4pPr marL="1371600" indent="0" algn="ctr">
              <a:buNone/>
              <a:defRPr>
                <a:solidFill>
                  <a:schemeClr val="tx2"/>
                </a:solidFill>
              </a:defRPr>
            </a:lvl4pPr>
            <a:lvl5pPr marL="1828800" indent="0" algn="ctr">
              <a:buNone/>
              <a:defRPr>
                <a:solidFill>
                  <a:schemeClr val="tx2"/>
                </a:solidFill>
              </a:defRPr>
            </a:lvl5pPr>
          </a:lstStyle>
          <a:p>
            <a:pPr lvl="0"/>
            <a:r>
              <a:rPr lang="en-US"/>
              <a:t>Heading</a:t>
            </a:r>
          </a:p>
        </p:txBody>
      </p:sp>
    </p:spTree>
    <p:extLst>
      <p:ext uri="{BB962C8B-B14F-4D97-AF65-F5344CB8AC3E}">
        <p14:creationId xmlns:p14="http://schemas.microsoft.com/office/powerpoint/2010/main" val="307289272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30/70 Content 5">
    <p:spTree>
      <p:nvGrpSpPr>
        <p:cNvPr id="1" name=""/>
        <p:cNvGrpSpPr/>
        <p:nvPr/>
      </p:nvGrpSpPr>
      <p:grpSpPr>
        <a:xfrm>
          <a:off x="0" y="0"/>
          <a:ext cx="0" cy="0"/>
          <a:chOff x="0" y="0"/>
          <a:chExt cx="0" cy="0"/>
        </a:xfrm>
      </p:grpSpPr>
      <p:sp>
        <p:nvSpPr>
          <p:cNvPr id="4" name="Google Shape;779;g230b1a41ba8_2_137">
            <a:extLst>
              <a:ext uri="{FF2B5EF4-FFF2-40B4-BE49-F238E27FC236}">
                <a16:creationId xmlns:a16="http://schemas.microsoft.com/office/drawing/2014/main" id="{28BF631E-3E73-31AE-46F8-31ED906C4E86}"/>
              </a:ext>
            </a:extLst>
          </p:cNvPr>
          <p:cNvSpPr/>
          <p:nvPr userDrawn="1"/>
        </p:nvSpPr>
        <p:spPr>
          <a:xfrm>
            <a:off x="0" y="0"/>
            <a:ext cx="4267200" cy="6400799"/>
          </a:xfrm>
          <a:prstGeom prst="rect">
            <a:avLst/>
          </a:prstGeom>
          <a:solidFill>
            <a:srgbClr val="311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Content Placeholder 2">
            <a:extLst>
              <a:ext uri="{FF2B5EF4-FFF2-40B4-BE49-F238E27FC236}">
                <a16:creationId xmlns:a16="http://schemas.microsoft.com/office/drawing/2014/main" id="{431C53DF-D7C9-27C3-5DAA-C43FC8B16B10}"/>
              </a:ext>
            </a:extLst>
          </p:cNvPr>
          <p:cNvSpPr>
            <a:spLocks noGrp="1"/>
          </p:cNvSpPr>
          <p:nvPr>
            <p:ph idx="10" hasCustomPrompt="1"/>
          </p:nvPr>
        </p:nvSpPr>
        <p:spPr>
          <a:xfrm>
            <a:off x="7472400" y="0"/>
            <a:ext cx="2738400" cy="6400800"/>
          </a:xfrm>
        </p:spPr>
        <p:txBody>
          <a:bodyPr wrap="square" tIns="0" anchor="ctr" anchorCtr="0">
            <a:normAutofit/>
          </a:bodyPr>
          <a:lstStyle>
            <a:lvl1pPr marL="0" indent="0">
              <a:buNone/>
              <a:defRPr sz="1600" b="1">
                <a:solidFill>
                  <a:srgbClr val="311E57"/>
                </a:solidFill>
              </a:defRPr>
            </a:lvl1pPr>
            <a:lvl2pPr marL="457200" indent="0">
              <a:buNone/>
              <a:defRPr sz="2000" b="1">
                <a:solidFill>
                  <a:srgbClr val="311E57"/>
                </a:solidFill>
              </a:defRPr>
            </a:lvl2pPr>
            <a:lvl3pPr marL="914400" indent="0">
              <a:buNone/>
              <a:defRPr sz="1800" b="1">
                <a:solidFill>
                  <a:srgbClr val="311E57"/>
                </a:solidFill>
              </a:defRPr>
            </a:lvl3pPr>
            <a:lvl4pPr marL="1371600" indent="0">
              <a:buNone/>
              <a:defRPr sz="1600" b="1">
                <a:solidFill>
                  <a:srgbClr val="311E57"/>
                </a:solidFill>
              </a:defRPr>
            </a:lvl4pPr>
            <a:lvl5pPr marL="1828800" indent="0">
              <a:buNone/>
              <a:defRPr sz="1600" b="1">
                <a:solidFill>
                  <a:srgbClr val="311E57"/>
                </a:solidFill>
              </a:defRPr>
            </a:lvl5pPr>
            <a:lvl6pPr>
              <a:defRPr sz="2000"/>
            </a:lvl6pPr>
            <a:lvl7pPr>
              <a:defRPr sz="2000"/>
            </a:lvl7pPr>
            <a:lvl8pPr>
              <a:defRPr sz="2000"/>
            </a:lvl8pPr>
            <a:lvl9pPr>
              <a:defRPr sz="2000"/>
            </a:lvl9pPr>
          </a:lstStyle>
          <a:p>
            <a:pPr lvl="0"/>
            <a:r>
              <a:rPr lang="en-US"/>
              <a:t>Content</a:t>
            </a:r>
          </a:p>
          <a:p>
            <a:pPr marL="0" marR="0" lvl="0" indent="0" algn="l" defTabSz="2286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a:t>Content</a:t>
            </a:r>
          </a:p>
          <a:p>
            <a:pPr marL="0" marR="0" lvl="0" indent="0" algn="l" defTabSz="2286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a:t>Content</a:t>
            </a:r>
          </a:p>
          <a:p>
            <a:pPr marL="0" marR="0" lvl="0" indent="0" algn="l" defTabSz="2286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a:t>Content</a:t>
            </a:r>
          </a:p>
          <a:p>
            <a:pPr lvl="0"/>
            <a:endParaRPr lang="en-US"/>
          </a:p>
        </p:txBody>
      </p:sp>
      <p:sp>
        <p:nvSpPr>
          <p:cNvPr id="2" name="Title 1">
            <a:extLst>
              <a:ext uri="{FF2B5EF4-FFF2-40B4-BE49-F238E27FC236}">
                <a16:creationId xmlns:a16="http://schemas.microsoft.com/office/drawing/2014/main" id="{A3AE6E6B-D0CD-7CA7-F44F-AC7E593917DB}"/>
              </a:ext>
            </a:extLst>
          </p:cNvPr>
          <p:cNvSpPr>
            <a:spLocks noGrp="1"/>
          </p:cNvSpPr>
          <p:nvPr>
            <p:ph type="title" hasCustomPrompt="1"/>
          </p:nvPr>
        </p:nvSpPr>
        <p:spPr>
          <a:xfrm>
            <a:off x="609600" y="-1"/>
            <a:ext cx="3200400" cy="6400799"/>
          </a:xfrm>
          <a:prstGeom prst="rect">
            <a:avLst/>
          </a:prstGeom>
        </p:spPr>
        <p:txBody>
          <a:bodyPr>
            <a:normAutofit/>
          </a:bodyPr>
          <a:lstStyle>
            <a:lvl1pPr>
              <a:defRPr sz="2800">
                <a:solidFill>
                  <a:schemeClr val="bg1"/>
                </a:solidFill>
              </a:defRPr>
            </a:lvl1pPr>
          </a:lstStyle>
          <a:p>
            <a:r>
              <a:rPr lang="en-US"/>
              <a:t>Headline</a:t>
            </a:r>
          </a:p>
        </p:txBody>
      </p:sp>
    </p:spTree>
    <p:extLst>
      <p:ext uri="{BB962C8B-B14F-4D97-AF65-F5344CB8AC3E}">
        <p14:creationId xmlns:p14="http://schemas.microsoft.com/office/powerpoint/2010/main" val="124651648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30/70 Content 6">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0"/>
            <a:ext cx="7467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8" name="Title 1">
            <a:extLst>
              <a:ext uri="{FF2B5EF4-FFF2-40B4-BE49-F238E27FC236}">
                <a16:creationId xmlns:a16="http://schemas.microsoft.com/office/drawing/2014/main" id="{AD08C3D2-5135-590D-51DE-54F8BC83B620}"/>
              </a:ext>
            </a:extLst>
          </p:cNvPr>
          <p:cNvSpPr>
            <a:spLocks noGrp="1"/>
          </p:cNvSpPr>
          <p:nvPr>
            <p:ph type="title" hasCustomPrompt="1"/>
          </p:nvPr>
        </p:nvSpPr>
        <p:spPr>
          <a:xfrm>
            <a:off x="609600" y="685800"/>
            <a:ext cx="3657600" cy="1143000"/>
          </a:xfrm>
          <a:prstGeom prst="rect">
            <a:avLst/>
          </a:prstGeom>
        </p:spPr>
        <p:txBody>
          <a:bodyPr rIns="0" anchor="b">
            <a:noAutofit/>
          </a:bodyPr>
          <a:lstStyle>
            <a:lvl1pPr>
              <a:defRPr sz="3200">
                <a:solidFill>
                  <a:srgbClr val="311E57"/>
                </a:solidFill>
                <a:latin typeface="+mj-lt"/>
              </a:defRPr>
            </a:lvl1pPr>
          </a:lstStyle>
          <a:p>
            <a:r>
              <a:rPr lang="en-US"/>
              <a:t>Headline</a:t>
            </a:r>
          </a:p>
        </p:txBody>
      </p:sp>
      <p:sp>
        <p:nvSpPr>
          <p:cNvPr id="9" name="Text Placeholder 3">
            <a:extLst>
              <a:ext uri="{FF2B5EF4-FFF2-40B4-BE49-F238E27FC236}">
                <a16:creationId xmlns:a16="http://schemas.microsoft.com/office/drawing/2014/main" id="{0628E47D-15EC-92BE-0B70-6FB387130104}"/>
              </a:ext>
            </a:extLst>
          </p:cNvPr>
          <p:cNvSpPr>
            <a:spLocks noGrp="1"/>
          </p:cNvSpPr>
          <p:nvPr>
            <p:ph type="body" sz="half" idx="2" hasCustomPrompt="1"/>
          </p:nvPr>
        </p:nvSpPr>
        <p:spPr>
          <a:xfrm>
            <a:off x="609600" y="1828800"/>
            <a:ext cx="3657600" cy="4343400"/>
          </a:xfrm>
        </p:spPr>
        <p:txBody>
          <a:bodyPr tIns="182880" rIns="0"/>
          <a:lstStyle>
            <a:lvl1pPr marL="0" indent="0">
              <a:lnSpc>
                <a:spcPct val="150000"/>
              </a:lnSpc>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01E291C7-A1A4-B52C-C3DA-4467D526291E}"/>
              </a:ext>
            </a:extLst>
          </p:cNvPr>
          <p:cNvSpPr>
            <a:spLocks noGrp="1"/>
          </p:cNvSpPr>
          <p:nvPr>
            <p:ph type="body" sz="quarter" idx="18" hasCustomPrompt="1"/>
          </p:nvPr>
        </p:nvSpPr>
        <p:spPr>
          <a:xfrm>
            <a:off x="609600" y="0"/>
            <a:ext cx="36576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283126641"/>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0/70 Content 7">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609600" y="685800"/>
            <a:ext cx="3657600" cy="914400"/>
          </a:xfrm>
          <a:prstGeom prst="rect">
            <a:avLst/>
          </a:prstGeom>
        </p:spPr>
        <p:txBody>
          <a:bodyPr wrap="square" rIns="0" bIns="91440" anchor="t">
            <a:noAutofit/>
          </a:bodyPr>
          <a:lstStyle>
            <a:lvl1pPr>
              <a:defRPr sz="2400">
                <a:solidFill>
                  <a:srgbClr val="311E57"/>
                </a:solidFill>
                <a:latin typeface="+mj-lt"/>
              </a:defRPr>
            </a:lvl1pPr>
          </a:lstStyle>
          <a:p>
            <a:r>
              <a:rPr lang="en-US"/>
              <a:t>Headline</a:t>
            </a:r>
          </a:p>
        </p:txBody>
      </p:sp>
      <p:sp>
        <p:nvSpPr>
          <p:cNvPr id="2" name="Text Placeholder 16">
            <a:extLst>
              <a:ext uri="{FF2B5EF4-FFF2-40B4-BE49-F238E27FC236}">
                <a16:creationId xmlns:a16="http://schemas.microsoft.com/office/drawing/2014/main" id="{16E21151-2593-F934-86B5-B57441CDE305}"/>
              </a:ext>
            </a:extLst>
          </p:cNvPr>
          <p:cNvSpPr>
            <a:spLocks noGrp="1"/>
          </p:cNvSpPr>
          <p:nvPr>
            <p:ph type="body" sz="quarter" idx="18" hasCustomPrompt="1"/>
          </p:nvPr>
        </p:nvSpPr>
        <p:spPr>
          <a:xfrm>
            <a:off x="609600" y="0"/>
            <a:ext cx="36576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4724400" y="-1"/>
            <a:ext cx="7467601" cy="6400801"/>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3" name="Text Placeholder 3">
            <a:extLst>
              <a:ext uri="{FF2B5EF4-FFF2-40B4-BE49-F238E27FC236}">
                <a16:creationId xmlns:a16="http://schemas.microsoft.com/office/drawing/2014/main" id="{C80FAC8E-4064-3B05-0F63-B2529AD79721}"/>
              </a:ext>
            </a:extLst>
          </p:cNvPr>
          <p:cNvSpPr>
            <a:spLocks noGrp="1"/>
          </p:cNvSpPr>
          <p:nvPr>
            <p:ph type="body" sz="half" idx="2" hasCustomPrompt="1"/>
          </p:nvPr>
        </p:nvSpPr>
        <p:spPr>
          <a:xfrm>
            <a:off x="609600" y="1600201"/>
            <a:ext cx="3657600" cy="1371600"/>
          </a:xfrm>
        </p:spPr>
        <p:txBody>
          <a:bodyPr tIns="182880" rIns="0">
            <a:normAutofit/>
          </a:bodyPr>
          <a:lstStyle>
            <a:lvl1pPr marL="0" indent="0">
              <a:lnSpc>
                <a:spcPct val="150000"/>
              </a:lnSpc>
              <a:buNone/>
              <a:defRPr sz="14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9" name="Picture Placeholder 8">
            <a:extLst>
              <a:ext uri="{FF2B5EF4-FFF2-40B4-BE49-F238E27FC236}">
                <a16:creationId xmlns:a16="http://schemas.microsoft.com/office/drawing/2014/main" id="{9A62ED24-296D-73E1-BE61-3E2EB921DBBE}"/>
              </a:ext>
            </a:extLst>
          </p:cNvPr>
          <p:cNvSpPr>
            <a:spLocks noGrp="1"/>
          </p:cNvSpPr>
          <p:nvPr>
            <p:ph type="pic" sz="quarter" idx="25" hasCustomPrompt="1"/>
          </p:nvPr>
        </p:nvSpPr>
        <p:spPr>
          <a:xfrm>
            <a:off x="609600" y="3434080"/>
            <a:ext cx="685800" cy="685800"/>
          </a:xfrm>
        </p:spPr>
        <p:txBody>
          <a:bodyPr anchor="t">
            <a:normAutofit/>
          </a:bodyPr>
          <a:lstStyle>
            <a:lvl1pPr marL="0" indent="0" algn="ctr">
              <a:buNone/>
              <a:defRPr sz="1800"/>
            </a:lvl1pPr>
          </a:lstStyle>
          <a:p>
            <a:r>
              <a:rPr lang="en-US"/>
              <a:t>Icon</a:t>
            </a:r>
          </a:p>
        </p:txBody>
      </p:sp>
      <p:sp>
        <p:nvSpPr>
          <p:cNvPr id="11" name="Picture Placeholder 8">
            <a:extLst>
              <a:ext uri="{FF2B5EF4-FFF2-40B4-BE49-F238E27FC236}">
                <a16:creationId xmlns:a16="http://schemas.microsoft.com/office/drawing/2014/main" id="{658F6883-525B-A751-54D4-59A3B07CED43}"/>
              </a:ext>
            </a:extLst>
          </p:cNvPr>
          <p:cNvSpPr>
            <a:spLocks noGrp="1"/>
          </p:cNvSpPr>
          <p:nvPr>
            <p:ph type="pic" sz="quarter" idx="26" hasCustomPrompt="1"/>
          </p:nvPr>
        </p:nvSpPr>
        <p:spPr>
          <a:xfrm>
            <a:off x="609600" y="4343400"/>
            <a:ext cx="685800" cy="685800"/>
          </a:xfrm>
        </p:spPr>
        <p:txBody>
          <a:bodyPr anchor="t">
            <a:normAutofit/>
          </a:bodyPr>
          <a:lstStyle>
            <a:lvl1pPr marL="0" indent="0" algn="ctr">
              <a:buNone/>
              <a:defRPr sz="1800"/>
            </a:lvl1pPr>
          </a:lstStyle>
          <a:p>
            <a:r>
              <a:rPr lang="en-US"/>
              <a:t>Icon</a:t>
            </a:r>
          </a:p>
        </p:txBody>
      </p:sp>
      <p:sp>
        <p:nvSpPr>
          <p:cNvPr id="12" name="Picture Placeholder 8">
            <a:extLst>
              <a:ext uri="{FF2B5EF4-FFF2-40B4-BE49-F238E27FC236}">
                <a16:creationId xmlns:a16="http://schemas.microsoft.com/office/drawing/2014/main" id="{28AD9FA4-870E-96D1-2A57-4FC093156CC9}"/>
              </a:ext>
            </a:extLst>
          </p:cNvPr>
          <p:cNvSpPr>
            <a:spLocks noGrp="1"/>
          </p:cNvSpPr>
          <p:nvPr>
            <p:ph type="pic" sz="quarter" idx="27" hasCustomPrompt="1"/>
          </p:nvPr>
        </p:nvSpPr>
        <p:spPr>
          <a:xfrm>
            <a:off x="609600" y="5257800"/>
            <a:ext cx="685800" cy="685800"/>
          </a:xfrm>
        </p:spPr>
        <p:txBody>
          <a:bodyPr anchor="t">
            <a:normAutofit/>
          </a:bodyPr>
          <a:lstStyle>
            <a:lvl1pPr marL="0" indent="0" algn="ctr">
              <a:buNone/>
              <a:defRPr sz="1800"/>
            </a:lvl1pPr>
          </a:lstStyle>
          <a:p>
            <a:r>
              <a:rPr lang="en-US"/>
              <a:t>Icon</a:t>
            </a:r>
          </a:p>
        </p:txBody>
      </p:sp>
      <p:sp>
        <p:nvSpPr>
          <p:cNvPr id="5" name="Text Placeholder 3">
            <a:extLst>
              <a:ext uri="{FF2B5EF4-FFF2-40B4-BE49-F238E27FC236}">
                <a16:creationId xmlns:a16="http://schemas.microsoft.com/office/drawing/2014/main" id="{1E55E15E-62BD-ECF9-E4D3-CF5D7D8E0989}"/>
              </a:ext>
            </a:extLst>
          </p:cNvPr>
          <p:cNvSpPr>
            <a:spLocks noGrp="1"/>
          </p:cNvSpPr>
          <p:nvPr>
            <p:ph type="body" sz="half" idx="10" hasCustomPrompt="1"/>
          </p:nvPr>
        </p:nvSpPr>
        <p:spPr>
          <a:xfrm>
            <a:off x="1524000" y="3434080"/>
            <a:ext cx="2743200" cy="685800"/>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3" name="Text Placeholder 3">
            <a:extLst>
              <a:ext uri="{FF2B5EF4-FFF2-40B4-BE49-F238E27FC236}">
                <a16:creationId xmlns:a16="http://schemas.microsoft.com/office/drawing/2014/main" id="{C9C62280-6411-8F17-0E97-24E51EFB1603}"/>
              </a:ext>
            </a:extLst>
          </p:cNvPr>
          <p:cNvSpPr>
            <a:spLocks noGrp="1"/>
          </p:cNvSpPr>
          <p:nvPr>
            <p:ph type="body" sz="half" idx="29" hasCustomPrompt="1"/>
          </p:nvPr>
        </p:nvSpPr>
        <p:spPr>
          <a:xfrm>
            <a:off x="1524000" y="4343400"/>
            <a:ext cx="2743200" cy="685800"/>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4" name="Text Placeholder 3">
            <a:extLst>
              <a:ext uri="{FF2B5EF4-FFF2-40B4-BE49-F238E27FC236}">
                <a16:creationId xmlns:a16="http://schemas.microsoft.com/office/drawing/2014/main" id="{1ED2384F-9B05-C755-EE8A-967106C25639}"/>
              </a:ext>
            </a:extLst>
          </p:cNvPr>
          <p:cNvSpPr>
            <a:spLocks noGrp="1"/>
          </p:cNvSpPr>
          <p:nvPr>
            <p:ph type="body" sz="half" idx="30" hasCustomPrompt="1"/>
          </p:nvPr>
        </p:nvSpPr>
        <p:spPr>
          <a:xfrm>
            <a:off x="1524000" y="5257800"/>
            <a:ext cx="2743200" cy="685800"/>
          </a:xfrm>
        </p:spPr>
        <p:txBody>
          <a:bodyPr wrap="square" tIns="0">
            <a:normAutofit/>
          </a:bodyPr>
          <a:lstStyle>
            <a:lvl1pPr marL="0" indent="0">
              <a:lnSpc>
                <a:spcPct val="150000"/>
              </a:lnSpc>
              <a:buNone/>
              <a:defRPr sz="2000" b="1">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2577059868"/>
      </p:ext>
    </p:extLst>
  </p:cSld>
  <p:clrMapOvr>
    <a:masterClrMapping/>
  </p:clrMapOvr>
  <p:extLst>
    <p:ext uri="{DCECCB84-F9BA-43D5-87BE-67443E8EF086}">
      <p15:sldGuideLst xmlns:p15="http://schemas.microsoft.com/office/powerpoint/2012/main"/>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30/70 Content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0418EE-5FD2-6D48-5705-40674DAAC7FB}"/>
              </a:ext>
            </a:extLst>
          </p:cNvPr>
          <p:cNvSpPr/>
          <p:nvPr userDrawn="1"/>
        </p:nvSpPr>
        <p:spPr>
          <a:xfrm>
            <a:off x="4038600" y="0"/>
            <a:ext cx="8153400" cy="6400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3B20C155-FD1C-B060-A980-2BFF9E3F1812}"/>
              </a:ext>
            </a:extLst>
          </p:cNvPr>
          <p:cNvSpPr>
            <a:spLocks noGrp="1"/>
          </p:cNvSpPr>
          <p:nvPr>
            <p:ph type="title" hasCustomPrompt="1"/>
          </p:nvPr>
        </p:nvSpPr>
        <p:spPr>
          <a:xfrm>
            <a:off x="4724400" y="694764"/>
            <a:ext cx="6858000" cy="1134036"/>
          </a:xfrm>
          <a:prstGeom prst="rect">
            <a:avLst/>
          </a:prstGeom>
        </p:spPr>
        <p:txBody>
          <a:bodyPr wrap="square" bIns="91440" anchor="b">
            <a:noAutofit/>
          </a:bodyPr>
          <a:lstStyle>
            <a:lvl1pPr>
              <a:defRPr sz="3200">
                <a:solidFill>
                  <a:schemeClr val="bg1"/>
                </a:solidFill>
                <a:latin typeface="+mj-lt"/>
              </a:defRPr>
            </a:lvl1pPr>
          </a:lstStyle>
          <a:p>
            <a:r>
              <a:rPr lang="en-US"/>
              <a:t>Headline</a:t>
            </a:r>
          </a:p>
        </p:txBody>
      </p:sp>
      <p:sp>
        <p:nvSpPr>
          <p:cNvPr id="8" name="Text Placeholder 3">
            <a:extLst>
              <a:ext uri="{FF2B5EF4-FFF2-40B4-BE49-F238E27FC236}">
                <a16:creationId xmlns:a16="http://schemas.microsoft.com/office/drawing/2014/main" id="{B71751A4-B1D8-A87A-B1E5-F6A8280550C0}"/>
              </a:ext>
            </a:extLst>
          </p:cNvPr>
          <p:cNvSpPr>
            <a:spLocks noGrp="1"/>
          </p:cNvSpPr>
          <p:nvPr>
            <p:ph type="body" sz="half" idx="2" hasCustomPrompt="1"/>
          </p:nvPr>
        </p:nvSpPr>
        <p:spPr>
          <a:xfrm>
            <a:off x="4724400" y="1837765"/>
            <a:ext cx="6858000" cy="4334436"/>
          </a:xfrm>
        </p:spPr>
        <p:txBody>
          <a:bodyPr wrap="square" tIns="182880">
            <a:normAutofit/>
          </a:bodyPr>
          <a:lstStyle>
            <a:lvl1pPr marL="0" indent="0">
              <a:buFont typeface="Arial" panose="020B0604020202020204" pitchFamily="34" charse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 name="Text Placeholder 16">
            <a:extLst>
              <a:ext uri="{FF2B5EF4-FFF2-40B4-BE49-F238E27FC236}">
                <a16:creationId xmlns:a16="http://schemas.microsoft.com/office/drawing/2014/main" id="{92159EDE-DD2C-8F64-9DAB-D5BBD204DEF8}"/>
              </a:ext>
            </a:extLst>
          </p:cNvPr>
          <p:cNvSpPr>
            <a:spLocks noGrp="1"/>
          </p:cNvSpPr>
          <p:nvPr>
            <p:ph type="body" sz="quarter" idx="18" hasCustomPrompt="1"/>
          </p:nvPr>
        </p:nvSpPr>
        <p:spPr>
          <a:xfrm>
            <a:off x="4724400" y="8964"/>
            <a:ext cx="5029200" cy="676836"/>
          </a:xfrm>
        </p:spPr>
        <p:txBody>
          <a:bodyPr wrap="square" anchor="ctr">
            <a:noAutofit/>
          </a:bodyPr>
          <a:lstStyle>
            <a:lvl1pPr marL="0" indent="0">
              <a:buNone/>
              <a:defRPr sz="1800" b="1">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3" name="Picture Placeholder 2">
            <a:extLst>
              <a:ext uri="{FF2B5EF4-FFF2-40B4-BE49-F238E27FC236}">
                <a16:creationId xmlns:a16="http://schemas.microsoft.com/office/drawing/2014/main" id="{F7F40475-BB60-A940-6A70-5E61383D57EB}"/>
              </a:ext>
            </a:extLst>
          </p:cNvPr>
          <p:cNvSpPr>
            <a:spLocks noGrp="1"/>
          </p:cNvSpPr>
          <p:nvPr>
            <p:ph type="pic" idx="1" hasCustomPrompt="1"/>
          </p:nvPr>
        </p:nvSpPr>
        <p:spPr>
          <a:xfrm>
            <a:off x="0" y="0"/>
            <a:ext cx="4038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Tree>
    <p:extLst>
      <p:ext uri="{BB962C8B-B14F-4D97-AF65-F5344CB8AC3E}">
        <p14:creationId xmlns:p14="http://schemas.microsoft.com/office/powerpoint/2010/main" val="2446472977"/>
      </p:ext>
    </p:extLst>
  </p:cSld>
  <p:clrMapOvr>
    <a:masterClrMapping/>
  </p:clrMapOvr>
  <p:extLst>
    <p:ext uri="{DCECCB84-F9BA-43D5-87BE-67443E8EF086}">
      <p15:sldGuideLst xmlns:p15="http://schemas.microsoft.com/office/powerpoint/2012/main">
        <p15:guide id="1" orient="horz" pos="1152">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25/25/25/25 Content 1">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C275FA81-DA84-2DD0-48B8-0A398FE650D8}"/>
              </a:ext>
            </a:extLst>
          </p:cNvPr>
          <p:cNvSpPr>
            <a:spLocks noGrp="1"/>
          </p:cNvSpPr>
          <p:nvPr>
            <p:ph sz="half" idx="19" hasCustomPrompt="1"/>
          </p:nvPr>
        </p:nvSpPr>
        <p:spPr>
          <a:xfrm>
            <a:off x="609597" y="3429000"/>
            <a:ext cx="2286003" cy="2743738"/>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7" y="685800"/>
            <a:ext cx="10972800" cy="1143000"/>
          </a:xfrm>
          <a:prstGeom prst="rect">
            <a:avLst/>
          </a:prstGeom>
        </p:spPr>
        <p:txBody>
          <a:bodyPr vert="horz" lIns="0" tIns="45720" rIns="0" bIns="91440" rtlCol="0" anchor="ctr">
            <a:normAutofit/>
          </a:bodyPr>
          <a:lstStyle>
            <a:lvl1pPr>
              <a:defRPr>
                <a:latin typeface="+mj-lt"/>
              </a:defRPr>
            </a:lvl1pPr>
          </a:lstStyle>
          <a:p>
            <a:r>
              <a:rPr lang="en-US"/>
              <a:t>Headline</a:t>
            </a:r>
          </a:p>
        </p:txBody>
      </p:sp>
      <p:sp>
        <p:nvSpPr>
          <p:cNvPr id="13" name="Text Placeholder 7">
            <a:extLst>
              <a:ext uri="{FF2B5EF4-FFF2-40B4-BE49-F238E27FC236}">
                <a16:creationId xmlns:a16="http://schemas.microsoft.com/office/drawing/2014/main" id="{06661C1C-1A15-18B4-7396-B14E49CF294B}"/>
              </a:ext>
            </a:extLst>
          </p:cNvPr>
          <p:cNvSpPr>
            <a:spLocks noGrp="1"/>
          </p:cNvSpPr>
          <p:nvPr>
            <p:ph type="body" sz="quarter" idx="22" hasCustomPrompt="1"/>
          </p:nvPr>
        </p:nvSpPr>
        <p:spPr>
          <a:xfrm>
            <a:off x="609597" y="2743200"/>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4" name="Text Placeholder 7">
            <a:extLst>
              <a:ext uri="{FF2B5EF4-FFF2-40B4-BE49-F238E27FC236}">
                <a16:creationId xmlns:a16="http://schemas.microsoft.com/office/drawing/2014/main" id="{AEAA5D48-E24D-70DE-3A51-75906148F7DF}"/>
              </a:ext>
            </a:extLst>
          </p:cNvPr>
          <p:cNvSpPr>
            <a:spLocks noGrp="1"/>
          </p:cNvSpPr>
          <p:nvPr>
            <p:ph type="body" sz="quarter" idx="25" hasCustomPrompt="1"/>
          </p:nvPr>
        </p:nvSpPr>
        <p:spPr>
          <a:xfrm>
            <a:off x="3362227" y="2743199"/>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5" name="Text Placeholder 7">
            <a:extLst>
              <a:ext uri="{FF2B5EF4-FFF2-40B4-BE49-F238E27FC236}">
                <a16:creationId xmlns:a16="http://schemas.microsoft.com/office/drawing/2014/main" id="{30CABAD0-7183-F503-E6F0-7F503ABA450A}"/>
              </a:ext>
            </a:extLst>
          </p:cNvPr>
          <p:cNvSpPr>
            <a:spLocks noGrp="1"/>
          </p:cNvSpPr>
          <p:nvPr>
            <p:ph type="body" sz="quarter" idx="26" hasCustomPrompt="1"/>
          </p:nvPr>
        </p:nvSpPr>
        <p:spPr>
          <a:xfrm>
            <a:off x="6105427" y="2743199"/>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6" name="Text Placeholder 7">
            <a:extLst>
              <a:ext uri="{FF2B5EF4-FFF2-40B4-BE49-F238E27FC236}">
                <a16:creationId xmlns:a16="http://schemas.microsoft.com/office/drawing/2014/main" id="{FDA3743E-6F9F-AC69-5009-59491866C0EA}"/>
              </a:ext>
            </a:extLst>
          </p:cNvPr>
          <p:cNvSpPr>
            <a:spLocks noGrp="1"/>
          </p:cNvSpPr>
          <p:nvPr>
            <p:ph type="body" sz="quarter" idx="27" hasCustomPrompt="1"/>
          </p:nvPr>
        </p:nvSpPr>
        <p:spPr>
          <a:xfrm>
            <a:off x="8848436" y="2743199"/>
            <a:ext cx="2286000" cy="685800"/>
          </a:xfrm>
        </p:spPr>
        <p:txBody>
          <a:bodyPr>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17" name="Text Placeholder 7">
            <a:extLst>
              <a:ext uri="{FF2B5EF4-FFF2-40B4-BE49-F238E27FC236}">
                <a16:creationId xmlns:a16="http://schemas.microsoft.com/office/drawing/2014/main" id="{FC8CCD33-296C-2515-D6CC-79BA1BD777A1}"/>
              </a:ext>
            </a:extLst>
          </p:cNvPr>
          <p:cNvSpPr>
            <a:spLocks noGrp="1"/>
          </p:cNvSpPr>
          <p:nvPr>
            <p:ph type="body" sz="quarter" idx="28" hasCustomPrompt="1"/>
          </p:nvPr>
        </p:nvSpPr>
        <p:spPr>
          <a:xfrm>
            <a:off x="609597" y="1"/>
            <a:ext cx="4572002" cy="685800"/>
          </a:xfrm>
        </p:spPr>
        <p:txBody>
          <a:bodyPr bIns="0" anchor="ctr">
            <a:noAutofit/>
          </a:bodyPr>
          <a:lstStyle>
            <a:lvl1pPr marL="0" indent="0">
              <a:buNone/>
              <a:defRPr sz="1800" b="1">
                <a:solidFill>
                  <a:schemeClr val="accent1"/>
                </a:solidFill>
                <a:latin typeface="+mj-lt"/>
              </a:defRPr>
            </a:lvl1pPr>
          </a:lstStyle>
          <a:p>
            <a:pPr lvl="0"/>
            <a:r>
              <a:rPr lang="en-US"/>
              <a:t>Topic</a:t>
            </a:r>
          </a:p>
        </p:txBody>
      </p:sp>
      <p:sp>
        <p:nvSpPr>
          <p:cNvPr id="4" name="Picture Placeholder 8">
            <a:extLst>
              <a:ext uri="{FF2B5EF4-FFF2-40B4-BE49-F238E27FC236}">
                <a16:creationId xmlns:a16="http://schemas.microsoft.com/office/drawing/2014/main" id="{3983A4AF-356D-010E-D12F-8E7D35742C9F}"/>
              </a:ext>
            </a:extLst>
          </p:cNvPr>
          <p:cNvSpPr>
            <a:spLocks noGrp="1"/>
          </p:cNvSpPr>
          <p:nvPr>
            <p:ph type="pic" sz="quarter" idx="32" hasCustomPrompt="1"/>
          </p:nvPr>
        </p:nvSpPr>
        <p:spPr>
          <a:xfrm>
            <a:off x="609597" y="2059359"/>
            <a:ext cx="685800" cy="685800"/>
          </a:xfrm>
        </p:spPr>
        <p:txBody>
          <a:bodyPr anchor="t">
            <a:normAutofit/>
          </a:bodyPr>
          <a:lstStyle>
            <a:lvl1pPr marL="0" indent="0" algn="ctr">
              <a:buNone/>
              <a:defRPr sz="1800"/>
            </a:lvl1pPr>
          </a:lstStyle>
          <a:p>
            <a:r>
              <a:rPr lang="en-US"/>
              <a:t>Icon</a:t>
            </a:r>
          </a:p>
        </p:txBody>
      </p:sp>
      <p:sp>
        <p:nvSpPr>
          <p:cNvPr id="7" name="Picture Placeholder 8">
            <a:extLst>
              <a:ext uri="{FF2B5EF4-FFF2-40B4-BE49-F238E27FC236}">
                <a16:creationId xmlns:a16="http://schemas.microsoft.com/office/drawing/2014/main" id="{DE173C8E-E5EA-D93D-5EF2-82EEB96D2030}"/>
              </a:ext>
            </a:extLst>
          </p:cNvPr>
          <p:cNvSpPr>
            <a:spLocks noGrp="1"/>
          </p:cNvSpPr>
          <p:nvPr>
            <p:ph type="pic" sz="quarter" idx="33" hasCustomPrompt="1"/>
          </p:nvPr>
        </p:nvSpPr>
        <p:spPr>
          <a:xfrm>
            <a:off x="3357689" y="2059359"/>
            <a:ext cx="685800" cy="685800"/>
          </a:xfrm>
        </p:spPr>
        <p:txBody>
          <a:bodyPr anchor="t">
            <a:normAutofit/>
          </a:bodyPr>
          <a:lstStyle>
            <a:lvl1pPr marL="0" indent="0" algn="ctr">
              <a:buNone/>
              <a:defRPr sz="1800"/>
            </a:lvl1pPr>
          </a:lstStyle>
          <a:p>
            <a:r>
              <a:rPr lang="en-US"/>
              <a:t>Icon</a:t>
            </a:r>
          </a:p>
        </p:txBody>
      </p:sp>
      <p:sp>
        <p:nvSpPr>
          <p:cNvPr id="24" name="Picture Placeholder 8">
            <a:extLst>
              <a:ext uri="{FF2B5EF4-FFF2-40B4-BE49-F238E27FC236}">
                <a16:creationId xmlns:a16="http://schemas.microsoft.com/office/drawing/2014/main" id="{A8F37996-55E3-1CD0-262D-00599778CD7E}"/>
              </a:ext>
            </a:extLst>
          </p:cNvPr>
          <p:cNvSpPr>
            <a:spLocks noGrp="1"/>
          </p:cNvSpPr>
          <p:nvPr>
            <p:ph type="pic" sz="quarter" idx="34" hasCustomPrompt="1"/>
          </p:nvPr>
        </p:nvSpPr>
        <p:spPr>
          <a:xfrm>
            <a:off x="6101080" y="2059359"/>
            <a:ext cx="685800" cy="685800"/>
          </a:xfrm>
        </p:spPr>
        <p:txBody>
          <a:bodyPr anchor="t">
            <a:normAutofit/>
          </a:bodyPr>
          <a:lstStyle>
            <a:lvl1pPr marL="0" indent="0" algn="ctr">
              <a:buNone/>
              <a:defRPr sz="1800"/>
            </a:lvl1pPr>
          </a:lstStyle>
          <a:p>
            <a:r>
              <a:rPr lang="en-US"/>
              <a:t>Icon</a:t>
            </a:r>
          </a:p>
        </p:txBody>
      </p:sp>
      <p:sp>
        <p:nvSpPr>
          <p:cNvPr id="25" name="Picture Placeholder 8">
            <a:extLst>
              <a:ext uri="{FF2B5EF4-FFF2-40B4-BE49-F238E27FC236}">
                <a16:creationId xmlns:a16="http://schemas.microsoft.com/office/drawing/2014/main" id="{A2BF4A53-2C5B-83EA-F36F-D2EBDEA85FE8}"/>
              </a:ext>
            </a:extLst>
          </p:cNvPr>
          <p:cNvSpPr>
            <a:spLocks noGrp="1"/>
          </p:cNvSpPr>
          <p:nvPr>
            <p:ph type="pic" sz="quarter" idx="35" hasCustomPrompt="1"/>
          </p:nvPr>
        </p:nvSpPr>
        <p:spPr>
          <a:xfrm>
            <a:off x="8844089" y="2059359"/>
            <a:ext cx="685800" cy="685800"/>
          </a:xfrm>
        </p:spPr>
        <p:txBody>
          <a:bodyPr anchor="t">
            <a:normAutofit/>
          </a:bodyPr>
          <a:lstStyle>
            <a:lvl1pPr marL="0" indent="0" algn="ctr">
              <a:buNone/>
              <a:defRPr sz="1800"/>
            </a:lvl1pPr>
          </a:lstStyle>
          <a:p>
            <a:r>
              <a:rPr lang="en-US"/>
              <a:t>Icon</a:t>
            </a:r>
          </a:p>
        </p:txBody>
      </p:sp>
      <p:sp>
        <p:nvSpPr>
          <p:cNvPr id="27" name="Content Placeholder 2">
            <a:extLst>
              <a:ext uri="{FF2B5EF4-FFF2-40B4-BE49-F238E27FC236}">
                <a16:creationId xmlns:a16="http://schemas.microsoft.com/office/drawing/2014/main" id="{C37FECED-C755-6E34-97E3-E353F234B261}"/>
              </a:ext>
            </a:extLst>
          </p:cNvPr>
          <p:cNvSpPr>
            <a:spLocks noGrp="1"/>
          </p:cNvSpPr>
          <p:nvPr>
            <p:ph sz="half" idx="36" hasCustomPrompt="1"/>
          </p:nvPr>
        </p:nvSpPr>
        <p:spPr>
          <a:xfrm>
            <a:off x="3362225" y="3428999"/>
            <a:ext cx="2276575" cy="2705575"/>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8" name="Content Placeholder 2">
            <a:extLst>
              <a:ext uri="{FF2B5EF4-FFF2-40B4-BE49-F238E27FC236}">
                <a16:creationId xmlns:a16="http://schemas.microsoft.com/office/drawing/2014/main" id="{0FD324ED-5ADC-23D3-F156-A889B4ED79C3}"/>
              </a:ext>
            </a:extLst>
          </p:cNvPr>
          <p:cNvSpPr>
            <a:spLocks noGrp="1"/>
          </p:cNvSpPr>
          <p:nvPr>
            <p:ph sz="half" idx="37" hasCustomPrompt="1"/>
          </p:nvPr>
        </p:nvSpPr>
        <p:spPr>
          <a:xfrm>
            <a:off x="6096001" y="3428999"/>
            <a:ext cx="2285999" cy="2705575"/>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9" name="Content Placeholder 2">
            <a:extLst>
              <a:ext uri="{FF2B5EF4-FFF2-40B4-BE49-F238E27FC236}">
                <a16:creationId xmlns:a16="http://schemas.microsoft.com/office/drawing/2014/main" id="{B6818327-A6B7-963E-031B-93BBCBEE3743}"/>
              </a:ext>
            </a:extLst>
          </p:cNvPr>
          <p:cNvSpPr>
            <a:spLocks noGrp="1"/>
          </p:cNvSpPr>
          <p:nvPr>
            <p:ph sz="half" idx="38" hasCustomPrompt="1"/>
          </p:nvPr>
        </p:nvSpPr>
        <p:spPr>
          <a:xfrm>
            <a:off x="8839201" y="3429000"/>
            <a:ext cx="2286000" cy="2743200"/>
          </a:xfrm>
        </p:spPr>
        <p:txBody>
          <a:bodyPr tIns="9144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Tree>
    <p:extLst>
      <p:ext uri="{BB962C8B-B14F-4D97-AF65-F5344CB8AC3E}">
        <p14:creationId xmlns:p14="http://schemas.microsoft.com/office/powerpoint/2010/main" val="295640822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25/25/25/25 Content 2">
    <p:spTree>
      <p:nvGrpSpPr>
        <p:cNvPr id="1" name=""/>
        <p:cNvGrpSpPr/>
        <p:nvPr/>
      </p:nvGrpSpPr>
      <p:grpSpPr>
        <a:xfrm>
          <a:off x="0" y="0"/>
          <a:ext cx="0" cy="0"/>
          <a:chOff x="0" y="0"/>
          <a:chExt cx="0" cy="0"/>
        </a:xfrm>
      </p:grpSpPr>
      <p:sp>
        <p:nvSpPr>
          <p:cNvPr id="4" name="Text Placeholder 16">
            <a:extLst>
              <a:ext uri="{FF2B5EF4-FFF2-40B4-BE49-F238E27FC236}">
                <a16:creationId xmlns:a16="http://schemas.microsoft.com/office/drawing/2014/main" id="{57C3212C-57F2-C315-4408-0F5A22E52F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6" name="Title Placeholder 1">
            <a:extLst>
              <a:ext uri="{FF2B5EF4-FFF2-40B4-BE49-F238E27FC236}">
                <a16:creationId xmlns:a16="http://schemas.microsoft.com/office/drawing/2014/main" id="{F1A66EAC-E479-CCAB-A925-29824DE3F081}"/>
              </a:ext>
            </a:extLst>
          </p:cNvPr>
          <p:cNvSpPr>
            <a:spLocks noGrp="1"/>
          </p:cNvSpPr>
          <p:nvPr>
            <p:ph type="title" hasCustomPrompt="1"/>
          </p:nvPr>
        </p:nvSpPr>
        <p:spPr>
          <a:xfrm>
            <a:off x="609595" y="692265"/>
            <a:ext cx="10972800" cy="571495"/>
          </a:xfrm>
          <a:prstGeom prst="rect">
            <a:avLst/>
          </a:prstGeom>
        </p:spPr>
        <p:txBody>
          <a:bodyPr vert="horz" lIns="0" tIns="45720" rIns="0" bIns="91440" rtlCol="0" anchor="ctr">
            <a:normAutofit/>
          </a:bodyPr>
          <a:lstStyle>
            <a:lvl1pPr>
              <a:defRPr>
                <a:solidFill>
                  <a:srgbClr val="311E57"/>
                </a:solidFill>
                <a:latin typeface="+mj-lt"/>
              </a:defRPr>
            </a:lvl1pPr>
          </a:lstStyle>
          <a:p>
            <a:r>
              <a:rPr lang="en-US"/>
              <a:t>Heading</a:t>
            </a:r>
          </a:p>
        </p:txBody>
      </p:sp>
      <p:sp>
        <p:nvSpPr>
          <p:cNvPr id="14" name="Text Placeholder 13">
            <a:extLst>
              <a:ext uri="{FF2B5EF4-FFF2-40B4-BE49-F238E27FC236}">
                <a16:creationId xmlns:a16="http://schemas.microsoft.com/office/drawing/2014/main" id="{C521B0A7-25A4-9F89-1581-BBF88B7A7B0F}"/>
              </a:ext>
            </a:extLst>
          </p:cNvPr>
          <p:cNvSpPr>
            <a:spLocks noGrp="1"/>
          </p:cNvSpPr>
          <p:nvPr>
            <p:ph type="body" sz="quarter" idx="19" hasCustomPrompt="1"/>
          </p:nvPr>
        </p:nvSpPr>
        <p:spPr>
          <a:xfrm>
            <a:off x="6095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17" name="Text Placeholder 3">
            <a:extLst>
              <a:ext uri="{FF2B5EF4-FFF2-40B4-BE49-F238E27FC236}">
                <a16:creationId xmlns:a16="http://schemas.microsoft.com/office/drawing/2014/main" id="{D8172CBF-CEC0-97A9-58C5-EA57411927D5}"/>
              </a:ext>
            </a:extLst>
          </p:cNvPr>
          <p:cNvSpPr>
            <a:spLocks noGrp="1"/>
          </p:cNvSpPr>
          <p:nvPr>
            <p:ph type="body" sz="half" idx="2" hasCustomPrompt="1"/>
          </p:nvPr>
        </p:nvSpPr>
        <p:spPr>
          <a:xfrm>
            <a:off x="609600" y="1371600"/>
            <a:ext cx="10972800" cy="1600200"/>
          </a:xfrm>
        </p:spPr>
        <p:txBody>
          <a:bodyPr wrap="square" tIns="91440"/>
          <a:lstStyle>
            <a:lvl1pPr marL="0" indent="0">
              <a:buFont typeface="Arial" panose="020B0604020202020204" pitchFamily="34" charset="0"/>
              <a:buNone/>
              <a:defRPr sz="1600">
                <a:solidFill>
                  <a:srgbClr val="6C79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First level</a:t>
            </a:r>
          </a:p>
        </p:txBody>
      </p:sp>
      <p:sp>
        <p:nvSpPr>
          <p:cNvPr id="21" name="Text Placeholder 13">
            <a:extLst>
              <a:ext uri="{FF2B5EF4-FFF2-40B4-BE49-F238E27FC236}">
                <a16:creationId xmlns:a16="http://schemas.microsoft.com/office/drawing/2014/main" id="{EAA887F5-6857-C5B1-B894-DC199DE0B691}"/>
              </a:ext>
            </a:extLst>
          </p:cNvPr>
          <p:cNvSpPr>
            <a:spLocks noGrp="1"/>
          </p:cNvSpPr>
          <p:nvPr>
            <p:ph type="body" sz="quarter" idx="21" hasCustomPrompt="1"/>
          </p:nvPr>
        </p:nvSpPr>
        <p:spPr>
          <a:xfrm>
            <a:off x="35051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7" name="Text Placeholder 13">
            <a:extLst>
              <a:ext uri="{FF2B5EF4-FFF2-40B4-BE49-F238E27FC236}">
                <a16:creationId xmlns:a16="http://schemas.microsoft.com/office/drawing/2014/main" id="{C2A9572F-5E00-E2EF-4EF5-1634D128BEF8}"/>
              </a:ext>
            </a:extLst>
          </p:cNvPr>
          <p:cNvSpPr>
            <a:spLocks noGrp="1"/>
          </p:cNvSpPr>
          <p:nvPr>
            <p:ph type="body" sz="quarter" idx="23" hasCustomPrompt="1"/>
          </p:nvPr>
        </p:nvSpPr>
        <p:spPr>
          <a:xfrm>
            <a:off x="64007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33" name="Text Placeholder 13">
            <a:extLst>
              <a:ext uri="{FF2B5EF4-FFF2-40B4-BE49-F238E27FC236}">
                <a16:creationId xmlns:a16="http://schemas.microsoft.com/office/drawing/2014/main" id="{747E04F8-29FF-A671-DC18-04E80FC10886}"/>
              </a:ext>
            </a:extLst>
          </p:cNvPr>
          <p:cNvSpPr>
            <a:spLocks noGrp="1"/>
          </p:cNvSpPr>
          <p:nvPr>
            <p:ph type="body" sz="quarter" idx="25" hasCustomPrompt="1"/>
          </p:nvPr>
        </p:nvSpPr>
        <p:spPr>
          <a:xfrm>
            <a:off x="9296395" y="4800600"/>
            <a:ext cx="2286000" cy="914400"/>
          </a:xfrm>
        </p:spPr>
        <p:txBody>
          <a:bodyPr tIns="0" bIns="0">
            <a:noAutofit/>
          </a:bodyPr>
          <a:lstStyle>
            <a:lvl1pPr marL="0" indent="0" algn="ctr">
              <a:lnSpc>
                <a:spcPct val="100000"/>
              </a:lnSpc>
              <a:buNone/>
              <a:defRPr sz="2000" b="1">
                <a:solidFill>
                  <a:srgbClr val="311E57"/>
                </a:solidFill>
              </a:defRPr>
            </a:lvl1pPr>
          </a:lstStyle>
          <a:p>
            <a:pPr lvl="0"/>
            <a:r>
              <a:rPr lang="en-US"/>
              <a:t>Title</a:t>
            </a:r>
          </a:p>
        </p:txBody>
      </p:sp>
      <p:sp>
        <p:nvSpPr>
          <p:cNvPr id="2" name="Oval 1">
            <a:extLst>
              <a:ext uri="{FF2B5EF4-FFF2-40B4-BE49-F238E27FC236}">
                <a16:creationId xmlns:a16="http://schemas.microsoft.com/office/drawing/2014/main" id="{9DB07DA8-2933-DB25-48A3-D2CC8F663D4F}"/>
              </a:ext>
            </a:extLst>
          </p:cNvPr>
          <p:cNvSpPr>
            <a:spLocks noChangeAspect="1"/>
          </p:cNvSpPr>
          <p:nvPr userDrawn="1"/>
        </p:nvSpPr>
        <p:spPr>
          <a:xfrm>
            <a:off x="10668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3" name="Picture Placeholder 8">
            <a:extLst>
              <a:ext uri="{FF2B5EF4-FFF2-40B4-BE49-F238E27FC236}">
                <a16:creationId xmlns:a16="http://schemas.microsoft.com/office/drawing/2014/main" id="{8B02A3A1-85FF-0B9A-F335-15A24E671F4A}"/>
              </a:ext>
            </a:extLst>
          </p:cNvPr>
          <p:cNvSpPr>
            <a:spLocks noGrp="1" noChangeAspect="1"/>
          </p:cNvSpPr>
          <p:nvPr>
            <p:ph type="pic" sz="quarter" idx="30" hasCustomPrompt="1"/>
          </p:nvPr>
        </p:nvSpPr>
        <p:spPr>
          <a:xfrm>
            <a:off x="1294283" y="3427884"/>
            <a:ext cx="916634" cy="916634"/>
          </a:xfrm>
        </p:spPr>
        <p:txBody>
          <a:bodyPr anchor="t">
            <a:normAutofit/>
          </a:bodyPr>
          <a:lstStyle>
            <a:lvl1pPr marL="0" indent="0" algn="ctr">
              <a:buNone/>
              <a:defRPr sz="1800"/>
            </a:lvl1pPr>
          </a:lstStyle>
          <a:p>
            <a:r>
              <a:rPr lang="en-US"/>
              <a:t>Icon</a:t>
            </a:r>
          </a:p>
        </p:txBody>
      </p:sp>
      <p:sp>
        <p:nvSpPr>
          <p:cNvPr id="5" name="Oval 4">
            <a:extLst>
              <a:ext uri="{FF2B5EF4-FFF2-40B4-BE49-F238E27FC236}">
                <a16:creationId xmlns:a16="http://schemas.microsoft.com/office/drawing/2014/main" id="{D090EE4A-8867-ED8B-6123-75D2D2384908}"/>
              </a:ext>
            </a:extLst>
          </p:cNvPr>
          <p:cNvSpPr>
            <a:spLocks noChangeAspect="1"/>
          </p:cNvSpPr>
          <p:nvPr userDrawn="1"/>
        </p:nvSpPr>
        <p:spPr>
          <a:xfrm>
            <a:off x="97536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0" name="Oval 9">
            <a:extLst>
              <a:ext uri="{FF2B5EF4-FFF2-40B4-BE49-F238E27FC236}">
                <a16:creationId xmlns:a16="http://schemas.microsoft.com/office/drawing/2014/main" id="{B958373E-F85B-3F1B-49C2-B7282415D8F9}"/>
              </a:ext>
            </a:extLst>
          </p:cNvPr>
          <p:cNvSpPr>
            <a:spLocks noChangeAspect="1"/>
          </p:cNvSpPr>
          <p:nvPr userDrawn="1"/>
        </p:nvSpPr>
        <p:spPr>
          <a:xfrm>
            <a:off x="39624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Oval 10">
            <a:extLst>
              <a:ext uri="{FF2B5EF4-FFF2-40B4-BE49-F238E27FC236}">
                <a16:creationId xmlns:a16="http://schemas.microsoft.com/office/drawing/2014/main" id="{BA505DD1-698C-7A65-9BA7-16154963C57F}"/>
              </a:ext>
            </a:extLst>
          </p:cNvPr>
          <p:cNvSpPr>
            <a:spLocks noChangeAspect="1"/>
          </p:cNvSpPr>
          <p:nvPr userDrawn="1"/>
        </p:nvSpPr>
        <p:spPr>
          <a:xfrm>
            <a:off x="6858000" y="3205480"/>
            <a:ext cx="1371600" cy="1371600"/>
          </a:xfrm>
          <a:prstGeom prst="ellipse">
            <a:avLst/>
          </a:prstGeom>
          <a:solidFill>
            <a:schemeClr val="bg1"/>
          </a:solid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2" name="Picture Placeholder 8">
            <a:extLst>
              <a:ext uri="{FF2B5EF4-FFF2-40B4-BE49-F238E27FC236}">
                <a16:creationId xmlns:a16="http://schemas.microsoft.com/office/drawing/2014/main" id="{7078D64A-03D2-48CE-521D-679F287FA3AE}"/>
              </a:ext>
            </a:extLst>
          </p:cNvPr>
          <p:cNvSpPr>
            <a:spLocks noGrp="1" noChangeAspect="1"/>
          </p:cNvSpPr>
          <p:nvPr>
            <p:ph type="pic" sz="quarter" idx="32" hasCustomPrompt="1"/>
          </p:nvPr>
        </p:nvSpPr>
        <p:spPr>
          <a:xfrm>
            <a:off x="7085478" y="3427884"/>
            <a:ext cx="916634" cy="916634"/>
          </a:xfrm>
        </p:spPr>
        <p:txBody>
          <a:bodyPr anchor="t">
            <a:normAutofit/>
          </a:bodyPr>
          <a:lstStyle>
            <a:lvl1pPr marL="0" indent="0" algn="ctr">
              <a:buNone/>
              <a:defRPr sz="1800"/>
            </a:lvl1pPr>
          </a:lstStyle>
          <a:p>
            <a:r>
              <a:rPr lang="en-US"/>
              <a:t>Icon</a:t>
            </a:r>
          </a:p>
        </p:txBody>
      </p:sp>
      <p:sp>
        <p:nvSpPr>
          <p:cNvPr id="13" name="Picture Placeholder 8">
            <a:extLst>
              <a:ext uri="{FF2B5EF4-FFF2-40B4-BE49-F238E27FC236}">
                <a16:creationId xmlns:a16="http://schemas.microsoft.com/office/drawing/2014/main" id="{1B08CA8B-65A9-6975-186A-F685EEBF4EC4}"/>
              </a:ext>
            </a:extLst>
          </p:cNvPr>
          <p:cNvSpPr>
            <a:spLocks noGrp="1" noChangeAspect="1"/>
          </p:cNvSpPr>
          <p:nvPr>
            <p:ph type="pic" sz="quarter" idx="33" hasCustomPrompt="1"/>
          </p:nvPr>
        </p:nvSpPr>
        <p:spPr>
          <a:xfrm>
            <a:off x="9981083" y="3429000"/>
            <a:ext cx="916634" cy="916634"/>
          </a:xfrm>
        </p:spPr>
        <p:txBody>
          <a:bodyPr anchor="t">
            <a:normAutofit/>
          </a:bodyPr>
          <a:lstStyle>
            <a:lvl1pPr marL="0" indent="0" algn="ctr">
              <a:buNone/>
              <a:defRPr sz="1800"/>
            </a:lvl1pPr>
          </a:lstStyle>
          <a:p>
            <a:r>
              <a:rPr lang="en-US"/>
              <a:t>Icon</a:t>
            </a:r>
          </a:p>
        </p:txBody>
      </p:sp>
      <p:sp>
        <p:nvSpPr>
          <p:cNvPr id="7" name="Picture Placeholder 8">
            <a:extLst>
              <a:ext uri="{FF2B5EF4-FFF2-40B4-BE49-F238E27FC236}">
                <a16:creationId xmlns:a16="http://schemas.microsoft.com/office/drawing/2014/main" id="{3C835D2B-3371-34F6-22F4-7C393901B43E}"/>
              </a:ext>
            </a:extLst>
          </p:cNvPr>
          <p:cNvSpPr>
            <a:spLocks noGrp="1" noChangeAspect="1"/>
          </p:cNvSpPr>
          <p:nvPr>
            <p:ph type="pic" sz="quarter" idx="31" hasCustomPrompt="1"/>
          </p:nvPr>
        </p:nvSpPr>
        <p:spPr>
          <a:xfrm>
            <a:off x="4189878" y="3429000"/>
            <a:ext cx="916634" cy="916634"/>
          </a:xfrm>
        </p:spPr>
        <p:txBody>
          <a:bodyPr anchor="t">
            <a:normAutofit/>
          </a:bodyPr>
          <a:lstStyle>
            <a:lvl1pPr marL="0" indent="0" algn="ctr">
              <a:buNone/>
              <a:defRPr sz="1800"/>
            </a:lvl1pPr>
          </a:lstStyle>
          <a:p>
            <a:r>
              <a:rPr lang="en-US"/>
              <a:t>Icon</a:t>
            </a:r>
          </a:p>
        </p:txBody>
      </p:sp>
    </p:spTree>
    <p:extLst>
      <p:ext uri="{BB962C8B-B14F-4D97-AF65-F5344CB8AC3E}">
        <p14:creationId xmlns:p14="http://schemas.microsoft.com/office/powerpoint/2010/main" val="126839945"/>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Numbered Grid 1">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E4C64C91-002D-5B70-7AFE-21F4F4BB6617}"/>
              </a:ext>
            </a:extLst>
          </p:cNvPr>
          <p:cNvSpPr>
            <a:spLocks noGrp="1"/>
          </p:cNvSpPr>
          <p:nvPr>
            <p:ph type="body" sz="quarter" idx="18" hasCustomPrompt="1"/>
          </p:nvPr>
        </p:nvSpPr>
        <p:spPr>
          <a:xfrm>
            <a:off x="609600" y="0"/>
            <a:ext cx="4572000" cy="685800"/>
          </a:xfrm>
        </p:spPr>
        <p:txBody>
          <a:bodyPr wrap="square"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59" name="Text Placeholder 58">
            <a:extLst>
              <a:ext uri="{FF2B5EF4-FFF2-40B4-BE49-F238E27FC236}">
                <a16:creationId xmlns:a16="http://schemas.microsoft.com/office/drawing/2014/main" id="{138D96EA-6D10-D539-8638-E73F5211AA97}"/>
              </a:ext>
            </a:extLst>
          </p:cNvPr>
          <p:cNvSpPr>
            <a:spLocks noGrp="1"/>
          </p:cNvSpPr>
          <p:nvPr>
            <p:ph type="body" sz="quarter" idx="19" hasCustomPrompt="1"/>
          </p:nvPr>
        </p:nvSpPr>
        <p:spPr>
          <a:xfrm>
            <a:off x="1066799"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0" name="Text Placeholder 58">
            <a:extLst>
              <a:ext uri="{FF2B5EF4-FFF2-40B4-BE49-F238E27FC236}">
                <a16:creationId xmlns:a16="http://schemas.microsoft.com/office/drawing/2014/main" id="{4B7E0CC5-807E-5BF8-33C0-480B47FCCA7E}"/>
              </a:ext>
            </a:extLst>
          </p:cNvPr>
          <p:cNvSpPr>
            <a:spLocks noGrp="1"/>
          </p:cNvSpPr>
          <p:nvPr>
            <p:ph type="body" sz="quarter" idx="20" hasCustomPrompt="1"/>
          </p:nvPr>
        </p:nvSpPr>
        <p:spPr>
          <a:xfrm>
            <a:off x="1066799"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63" name="Text Placeholder 58">
            <a:extLst>
              <a:ext uri="{FF2B5EF4-FFF2-40B4-BE49-F238E27FC236}">
                <a16:creationId xmlns:a16="http://schemas.microsoft.com/office/drawing/2014/main" id="{789697CB-43F0-4058-942B-8F83417EEE56}"/>
              </a:ext>
            </a:extLst>
          </p:cNvPr>
          <p:cNvSpPr>
            <a:spLocks noGrp="1"/>
          </p:cNvSpPr>
          <p:nvPr>
            <p:ph type="body" sz="quarter" idx="21" hasCustomPrompt="1"/>
          </p:nvPr>
        </p:nvSpPr>
        <p:spPr>
          <a:xfrm>
            <a:off x="3812890"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5" name="Text Placeholder 58">
            <a:extLst>
              <a:ext uri="{FF2B5EF4-FFF2-40B4-BE49-F238E27FC236}">
                <a16:creationId xmlns:a16="http://schemas.microsoft.com/office/drawing/2014/main" id="{4A6A5DCA-6554-2A86-65E2-83F17ADD9975}"/>
              </a:ext>
            </a:extLst>
          </p:cNvPr>
          <p:cNvSpPr>
            <a:spLocks noGrp="1"/>
          </p:cNvSpPr>
          <p:nvPr>
            <p:ph type="body" sz="quarter" idx="23" hasCustomPrompt="1"/>
          </p:nvPr>
        </p:nvSpPr>
        <p:spPr>
          <a:xfrm>
            <a:off x="6566916"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7" name="Text Placeholder 58">
            <a:extLst>
              <a:ext uri="{FF2B5EF4-FFF2-40B4-BE49-F238E27FC236}">
                <a16:creationId xmlns:a16="http://schemas.microsoft.com/office/drawing/2014/main" id="{A54C2DBC-47A3-05C8-62CB-5332F2DD50AB}"/>
              </a:ext>
            </a:extLst>
          </p:cNvPr>
          <p:cNvSpPr>
            <a:spLocks noGrp="1"/>
          </p:cNvSpPr>
          <p:nvPr>
            <p:ph type="body" sz="quarter" idx="25" hasCustomPrompt="1"/>
          </p:nvPr>
        </p:nvSpPr>
        <p:spPr>
          <a:xfrm>
            <a:off x="9306558" y="2056318"/>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69" name="Text Placeholder 58">
            <a:extLst>
              <a:ext uri="{FF2B5EF4-FFF2-40B4-BE49-F238E27FC236}">
                <a16:creationId xmlns:a16="http://schemas.microsoft.com/office/drawing/2014/main" id="{1AD99BB6-ACA9-1F1E-28DF-CF7D42261BDC}"/>
              </a:ext>
            </a:extLst>
          </p:cNvPr>
          <p:cNvSpPr>
            <a:spLocks noGrp="1"/>
          </p:cNvSpPr>
          <p:nvPr>
            <p:ph type="body" sz="quarter" idx="27" hasCustomPrompt="1"/>
          </p:nvPr>
        </p:nvSpPr>
        <p:spPr>
          <a:xfrm>
            <a:off x="1066799"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71" name="Text Placeholder 58">
            <a:extLst>
              <a:ext uri="{FF2B5EF4-FFF2-40B4-BE49-F238E27FC236}">
                <a16:creationId xmlns:a16="http://schemas.microsoft.com/office/drawing/2014/main" id="{F0E83474-E54E-8F42-9A97-400852003085}"/>
              </a:ext>
            </a:extLst>
          </p:cNvPr>
          <p:cNvSpPr>
            <a:spLocks noGrp="1"/>
          </p:cNvSpPr>
          <p:nvPr>
            <p:ph type="body" sz="quarter" idx="29" hasCustomPrompt="1"/>
          </p:nvPr>
        </p:nvSpPr>
        <p:spPr>
          <a:xfrm>
            <a:off x="3812890"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73" name="Text Placeholder 58">
            <a:extLst>
              <a:ext uri="{FF2B5EF4-FFF2-40B4-BE49-F238E27FC236}">
                <a16:creationId xmlns:a16="http://schemas.microsoft.com/office/drawing/2014/main" id="{AA7971C1-AE39-3911-F7DF-4BECE4267D79}"/>
              </a:ext>
            </a:extLst>
          </p:cNvPr>
          <p:cNvSpPr>
            <a:spLocks noGrp="1"/>
          </p:cNvSpPr>
          <p:nvPr>
            <p:ph type="body" sz="quarter" idx="31" hasCustomPrompt="1"/>
          </p:nvPr>
        </p:nvSpPr>
        <p:spPr>
          <a:xfrm>
            <a:off x="6566916"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75" name="Text Placeholder 58">
            <a:extLst>
              <a:ext uri="{FF2B5EF4-FFF2-40B4-BE49-F238E27FC236}">
                <a16:creationId xmlns:a16="http://schemas.microsoft.com/office/drawing/2014/main" id="{D06DA491-CD37-4583-158B-517324C7E713}"/>
              </a:ext>
            </a:extLst>
          </p:cNvPr>
          <p:cNvSpPr>
            <a:spLocks noGrp="1"/>
          </p:cNvSpPr>
          <p:nvPr>
            <p:ph type="body" sz="quarter" idx="33" hasCustomPrompt="1"/>
          </p:nvPr>
        </p:nvSpPr>
        <p:spPr>
          <a:xfrm>
            <a:off x="9306558" y="4341215"/>
            <a:ext cx="2286001" cy="444286"/>
          </a:xfrm>
        </p:spPr>
        <p:txBody>
          <a:bodyPr tIns="0" rIns="182880" bIns="0" anchor="ctr" anchorCtr="0">
            <a:noAutofit/>
          </a:bodyPr>
          <a:lstStyle>
            <a:lvl1pPr marL="0" indent="0">
              <a:lnSpc>
                <a:spcPct val="100000"/>
              </a:lnSpc>
              <a:buNone/>
              <a:defRPr sz="1600" b="1">
                <a:solidFill>
                  <a:srgbClr val="311E57"/>
                </a:solidFill>
                <a:latin typeface="+mj-lt"/>
              </a:defRPr>
            </a:lvl1pPr>
          </a:lstStyle>
          <a:p>
            <a:pPr lvl="0"/>
            <a:r>
              <a:rPr lang="en-US"/>
              <a:t>Heading</a:t>
            </a:r>
          </a:p>
        </p:txBody>
      </p:sp>
      <p:sp>
        <p:nvSpPr>
          <p:cNvPr id="86" name="Title 85">
            <a:extLst>
              <a:ext uri="{FF2B5EF4-FFF2-40B4-BE49-F238E27FC236}">
                <a16:creationId xmlns:a16="http://schemas.microsoft.com/office/drawing/2014/main" id="{FCB7027E-7F37-7A84-2565-5FCDC0FF0F96}"/>
              </a:ext>
            </a:extLst>
          </p:cNvPr>
          <p:cNvSpPr>
            <a:spLocks noGrp="1"/>
          </p:cNvSpPr>
          <p:nvPr>
            <p:ph type="title" hasCustomPrompt="1"/>
          </p:nvPr>
        </p:nvSpPr>
        <p:spPr>
          <a:xfrm>
            <a:off x="609600" y="685800"/>
            <a:ext cx="10972800" cy="1143000"/>
          </a:xfrm>
          <a:prstGeom prst="rect">
            <a:avLst/>
          </a:prstGeom>
        </p:spPr>
        <p:txBody>
          <a:bodyPr/>
          <a:lstStyle>
            <a:lvl1pPr>
              <a:defRPr>
                <a:solidFill>
                  <a:srgbClr val="311E57"/>
                </a:solidFill>
                <a:latin typeface="+mj-lt"/>
              </a:defRPr>
            </a:lvl1pPr>
          </a:lstStyle>
          <a:p>
            <a:r>
              <a:rPr lang="en-US"/>
              <a:t>Headline</a:t>
            </a:r>
          </a:p>
        </p:txBody>
      </p:sp>
      <p:sp>
        <p:nvSpPr>
          <p:cNvPr id="95" name="Text Placeholder 58">
            <a:extLst>
              <a:ext uri="{FF2B5EF4-FFF2-40B4-BE49-F238E27FC236}">
                <a16:creationId xmlns:a16="http://schemas.microsoft.com/office/drawing/2014/main" id="{DE3D4141-C14A-E988-CFDA-BDB75DA31160}"/>
              </a:ext>
            </a:extLst>
          </p:cNvPr>
          <p:cNvSpPr>
            <a:spLocks noGrp="1"/>
          </p:cNvSpPr>
          <p:nvPr>
            <p:ph type="body" sz="quarter" idx="35" hasCustomPrompt="1"/>
          </p:nvPr>
        </p:nvSpPr>
        <p:spPr>
          <a:xfrm>
            <a:off x="609601" y="2056318"/>
            <a:ext cx="457199"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6" name="Text Placeholder 58">
            <a:extLst>
              <a:ext uri="{FF2B5EF4-FFF2-40B4-BE49-F238E27FC236}">
                <a16:creationId xmlns:a16="http://schemas.microsoft.com/office/drawing/2014/main" id="{21E06482-84CD-6900-EDA0-3865A7372EDF}"/>
              </a:ext>
            </a:extLst>
          </p:cNvPr>
          <p:cNvSpPr>
            <a:spLocks noGrp="1"/>
          </p:cNvSpPr>
          <p:nvPr>
            <p:ph type="body" sz="quarter" idx="36" hasCustomPrompt="1"/>
          </p:nvPr>
        </p:nvSpPr>
        <p:spPr>
          <a:xfrm>
            <a:off x="3368249" y="2056318"/>
            <a:ext cx="447388"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7" name="Text Placeholder 58">
            <a:extLst>
              <a:ext uri="{FF2B5EF4-FFF2-40B4-BE49-F238E27FC236}">
                <a16:creationId xmlns:a16="http://schemas.microsoft.com/office/drawing/2014/main" id="{A1CF08A0-AE11-D5E3-5C71-E97BBAE7F54E}"/>
              </a:ext>
            </a:extLst>
          </p:cNvPr>
          <p:cNvSpPr>
            <a:spLocks noGrp="1"/>
          </p:cNvSpPr>
          <p:nvPr>
            <p:ph type="body" sz="quarter" idx="37" hasCustomPrompt="1"/>
          </p:nvPr>
        </p:nvSpPr>
        <p:spPr>
          <a:xfrm>
            <a:off x="6096000" y="2056318"/>
            <a:ext cx="463018"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8" name="Text Placeholder 58">
            <a:extLst>
              <a:ext uri="{FF2B5EF4-FFF2-40B4-BE49-F238E27FC236}">
                <a16:creationId xmlns:a16="http://schemas.microsoft.com/office/drawing/2014/main" id="{B8EC4CAF-2E66-C1C5-C300-225034786CD9}"/>
              </a:ext>
            </a:extLst>
          </p:cNvPr>
          <p:cNvSpPr>
            <a:spLocks noGrp="1"/>
          </p:cNvSpPr>
          <p:nvPr>
            <p:ph type="body" sz="quarter" idx="38" hasCustomPrompt="1"/>
          </p:nvPr>
        </p:nvSpPr>
        <p:spPr>
          <a:xfrm>
            <a:off x="8854773" y="2056318"/>
            <a:ext cx="441627"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99" name="Text Placeholder 58">
            <a:extLst>
              <a:ext uri="{FF2B5EF4-FFF2-40B4-BE49-F238E27FC236}">
                <a16:creationId xmlns:a16="http://schemas.microsoft.com/office/drawing/2014/main" id="{CBEE5079-791E-2DFA-CFA8-7D214A4E7536}"/>
              </a:ext>
            </a:extLst>
          </p:cNvPr>
          <p:cNvSpPr>
            <a:spLocks noGrp="1"/>
          </p:cNvSpPr>
          <p:nvPr>
            <p:ph type="body" sz="quarter" idx="39" hasCustomPrompt="1"/>
          </p:nvPr>
        </p:nvSpPr>
        <p:spPr>
          <a:xfrm>
            <a:off x="620594" y="4341215"/>
            <a:ext cx="446206"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100" name="Text Placeholder 58">
            <a:extLst>
              <a:ext uri="{FF2B5EF4-FFF2-40B4-BE49-F238E27FC236}">
                <a16:creationId xmlns:a16="http://schemas.microsoft.com/office/drawing/2014/main" id="{F1FB886F-E756-21E0-4EB0-1BC1720AB038}"/>
              </a:ext>
            </a:extLst>
          </p:cNvPr>
          <p:cNvSpPr>
            <a:spLocks noGrp="1"/>
          </p:cNvSpPr>
          <p:nvPr>
            <p:ph type="body" sz="quarter" idx="40" hasCustomPrompt="1"/>
          </p:nvPr>
        </p:nvSpPr>
        <p:spPr>
          <a:xfrm>
            <a:off x="3379242" y="4341215"/>
            <a:ext cx="433648"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101" name="Text Placeholder 58">
            <a:extLst>
              <a:ext uri="{FF2B5EF4-FFF2-40B4-BE49-F238E27FC236}">
                <a16:creationId xmlns:a16="http://schemas.microsoft.com/office/drawing/2014/main" id="{EA8232EA-EDD1-8444-B16C-D6651DC8B356}"/>
              </a:ext>
            </a:extLst>
          </p:cNvPr>
          <p:cNvSpPr>
            <a:spLocks noGrp="1"/>
          </p:cNvSpPr>
          <p:nvPr>
            <p:ph type="body" sz="quarter" idx="41" hasCustomPrompt="1"/>
          </p:nvPr>
        </p:nvSpPr>
        <p:spPr>
          <a:xfrm>
            <a:off x="6106993" y="4341215"/>
            <a:ext cx="446207"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102" name="Text Placeholder 58">
            <a:extLst>
              <a:ext uri="{FF2B5EF4-FFF2-40B4-BE49-F238E27FC236}">
                <a16:creationId xmlns:a16="http://schemas.microsoft.com/office/drawing/2014/main" id="{F1D57EE8-508F-73DD-3A47-E524FE0D97F1}"/>
              </a:ext>
            </a:extLst>
          </p:cNvPr>
          <p:cNvSpPr>
            <a:spLocks noGrp="1"/>
          </p:cNvSpPr>
          <p:nvPr>
            <p:ph type="body" sz="quarter" idx="42" hasCustomPrompt="1"/>
          </p:nvPr>
        </p:nvSpPr>
        <p:spPr>
          <a:xfrm>
            <a:off x="8865767" y="4341215"/>
            <a:ext cx="430634" cy="907943"/>
          </a:xfrm>
        </p:spPr>
        <p:txBody>
          <a:bodyPr tIns="0" rIns="0" bIns="0" anchor="t">
            <a:noAutofit/>
          </a:bodyPr>
          <a:lstStyle>
            <a:lvl1pPr marL="0" indent="0" algn="ctr">
              <a:lnSpc>
                <a:spcPct val="100000"/>
              </a:lnSpc>
              <a:buNone/>
              <a:defRPr sz="4400" b="0">
                <a:solidFill>
                  <a:schemeClr val="accent2"/>
                </a:solidFill>
              </a:defRPr>
            </a:lvl1pPr>
          </a:lstStyle>
          <a:p>
            <a:pPr lvl="0"/>
            <a:r>
              <a:rPr lang="en-US"/>
              <a:t>#</a:t>
            </a:r>
          </a:p>
        </p:txBody>
      </p:sp>
      <p:sp>
        <p:nvSpPr>
          <p:cNvPr id="2" name="Text Placeholder 58">
            <a:extLst>
              <a:ext uri="{FF2B5EF4-FFF2-40B4-BE49-F238E27FC236}">
                <a16:creationId xmlns:a16="http://schemas.microsoft.com/office/drawing/2014/main" id="{0FA9B3FB-DBE9-1D9B-1B6B-22BDF4EB6DD2}"/>
              </a:ext>
            </a:extLst>
          </p:cNvPr>
          <p:cNvSpPr>
            <a:spLocks noGrp="1"/>
          </p:cNvSpPr>
          <p:nvPr>
            <p:ph type="body" sz="quarter" idx="43" hasCustomPrompt="1"/>
          </p:nvPr>
        </p:nvSpPr>
        <p:spPr>
          <a:xfrm>
            <a:off x="3812890"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4" name="Text Placeholder 58">
            <a:extLst>
              <a:ext uri="{FF2B5EF4-FFF2-40B4-BE49-F238E27FC236}">
                <a16:creationId xmlns:a16="http://schemas.microsoft.com/office/drawing/2014/main" id="{BCB5BC77-2D5E-7064-8A63-CE9BA0251924}"/>
              </a:ext>
            </a:extLst>
          </p:cNvPr>
          <p:cNvSpPr>
            <a:spLocks noGrp="1"/>
          </p:cNvSpPr>
          <p:nvPr>
            <p:ph type="body" sz="quarter" idx="44" hasCustomPrompt="1"/>
          </p:nvPr>
        </p:nvSpPr>
        <p:spPr>
          <a:xfrm>
            <a:off x="6566916"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5" name="Text Placeholder 58">
            <a:extLst>
              <a:ext uri="{FF2B5EF4-FFF2-40B4-BE49-F238E27FC236}">
                <a16:creationId xmlns:a16="http://schemas.microsoft.com/office/drawing/2014/main" id="{E7E04FBD-F951-CA81-5F71-A9FED59C9D2C}"/>
              </a:ext>
            </a:extLst>
          </p:cNvPr>
          <p:cNvSpPr>
            <a:spLocks noGrp="1"/>
          </p:cNvSpPr>
          <p:nvPr>
            <p:ph type="body" sz="quarter" idx="45" hasCustomPrompt="1"/>
          </p:nvPr>
        </p:nvSpPr>
        <p:spPr>
          <a:xfrm>
            <a:off x="9306558" y="2500604"/>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6" name="Text Placeholder 58">
            <a:extLst>
              <a:ext uri="{FF2B5EF4-FFF2-40B4-BE49-F238E27FC236}">
                <a16:creationId xmlns:a16="http://schemas.microsoft.com/office/drawing/2014/main" id="{A5708A20-9033-79CE-B8C2-53A39DA15E90}"/>
              </a:ext>
            </a:extLst>
          </p:cNvPr>
          <p:cNvSpPr>
            <a:spLocks noGrp="1"/>
          </p:cNvSpPr>
          <p:nvPr>
            <p:ph type="body" sz="quarter" idx="46" hasCustomPrompt="1"/>
          </p:nvPr>
        </p:nvSpPr>
        <p:spPr>
          <a:xfrm>
            <a:off x="1066799"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7" name="Text Placeholder 58">
            <a:extLst>
              <a:ext uri="{FF2B5EF4-FFF2-40B4-BE49-F238E27FC236}">
                <a16:creationId xmlns:a16="http://schemas.microsoft.com/office/drawing/2014/main" id="{1FC98D49-6335-18FA-E630-A01EEB0BB8EE}"/>
              </a:ext>
            </a:extLst>
          </p:cNvPr>
          <p:cNvSpPr>
            <a:spLocks noGrp="1"/>
          </p:cNvSpPr>
          <p:nvPr>
            <p:ph type="body" sz="quarter" idx="47" hasCustomPrompt="1"/>
          </p:nvPr>
        </p:nvSpPr>
        <p:spPr>
          <a:xfrm>
            <a:off x="3812890"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8" name="Text Placeholder 58">
            <a:extLst>
              <a:ext uri="{FF2B5EF4-FFF2-40B4-BE49-F238E27FC236}">
                <a16:creationId xmlns:a16="http://schemas.microsoft.com/office/drawing/2014/main" id="{644EEBC9-05F2-C899-C2FC-177D808A875B}"/>
              </a:ext>
            </a:extLst>
          </p:cNvPr>
          <p:cNvSpPr>
            <a:spLocks noGrp="1"/>
          </p:cNvSpPr>
          <p:nvPr>
            <p:ph type="body" sz="quarter" idx="48" hasCustomPrompt="1"/>
          </p:nvPr>
        </p:nvSpPr>
        <p:spPr>
          <a:xfrm>
            <a:off x="6566916"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
        <p:nvSpPr>
          <p:cNvPr id="9" name="Text Placeholder 58">
            <a:extLst>
              <a:ext uri="{FF2B5EF4-FFF2-40B4-BE49-F238E27FC236}">
                <a16:creationId xmlns:a16="http://schemas.microsoft.com/office/drawing/2014/main" id="{6FF43840-E0D6-6B48-679F-9ED353D806E6}"/>
              </a:ext>
            </a:extLst>
          </p:cNvPr>
          <p:cNvSpPr>
            <a:spLocks noGrp="1"/>
          </p:cNvSpPr>
          <p:nvPr>
            <p:ph type="body" sz="quarter" idx="49" hasCustomPrompt="1"/>
          </p:nvPr>
        </p:nvSpPr>
        <p:spPr>
          <a:xfrm>
            <a:off x="9306558" y="4799460"/>
            <a:ext cx="2286001" cy="1365143"/>
          </a:xfrm>
        </p:spPr>
        <p:txBody>
          <a:bodyPr tIns="91440" rIns="182880" bIns="0" anchor="t">
            <a:normAutofit/>
          </a:bodyPr>
          <a:lstStyle>
            <a:lvl1pPr marL="0" indent="0">
              <a:lnSpc>
                <a:spcPct val="150000"/>
              </a:lnSpc>
              <a:buNone/>
              <a:defRPr sz="1200" b="0">
                <a:solidFill>
                  <a:srgbClr val="758390"/>
                </a:solidFill>
              </a:defRPr>
            </a:lvl1pPr>
          </a:lstStyle>
          <a:p>
            <a:pPr lvl="0"/>
            <a:r>
              <a:rPr lang="en-US"/>
              <a:t>Content</a:t>
            </a:r>
          </a:p>
        </p:txBody>
      </p:sp>
    </p:spTree>
    <p:extLst>
      <p:ext uri="{BB962C8B-B14F-4D97-AF65-F5344CB8AC3E}">
        <p14:creationId xmlns:p14="http://schemas.microsoft.com/office/powerpoint/2010/main" val="424032503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Journey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4DB7-69B8-53E3-6F0E-740819DC009D}"/>
              </a:ext>
            </a:extLst>
          </p:cNvPr>
          <p:cNvSpPr>
            <a:spLocks noGrp="1"/>
          </p:cNvSpPr>
          <p:nvPr>
            <p:ph type="title" hasCustomPrompt="1"/>
          </p:nvPr>
        </p:nvSpPr>
        <p:spPr>
          <a:xfrm>
            <a:off x="609600" y="685800"/>
            <a:ext cx="10972800" cy="1143000"/>
          </a:xfrm>
          <a:prstGeom prst="rect">
            <a:avLst/>
          </a:prstGeom>
        </p:spPr>
        <p:txBody>
          <a:bodyPr anchor="t"/>
          <a:lstStyle>
            <a:lvl1pPr>
              <a:defRPr>
                <a:solidFill>
                  <a:srgbClr val="311E57"/>
                </a:solidFill>
                <a:latin typeface="+mj-lt"/>
                <a:ea typeface="Inter" panose="02000503000000020004" pitchFamily="2" charset="0"/>
              </a:defRPr>
            </a:lvl1pPr>
          </a:lstStyle>
          <a:p>
            <a:r>
              <a:rPr lang="en-US"/>
              <a:t>Headline</a:t>
            </a:r>
          </a:p>
        </p:txBody>
      </p:sp>
      <p:cxnSp>
        <p:nvCxnSpPr>
          <p:cNvPr id="3" name="Straight Connector 2">
            <a:extLst>
              <a:ext uri="{FF2B5EF4-FFF2-40B4-BE49-F238E27FC236}">
                <a16:creationId xmlns:a16="http://schemas.microsoft.com/office/drawing/2014/main" id="{6E88F966-9D94-B507-2E2E-243ECA20EB14}"/>
              </a:ext>
            </a:extLst>
          </p:cNvPr>
          <p:cNvCxnSpPr>
            <a:cxnSpLocks/>
          </p:cNvCxnSpPr>
          <p:nvPr userDrawn="1"/>
        </p:nvCxnSpPr>
        <p:spPr>
          <a:xfrm>
            <a:off x="609600" y="4800601"/>
            <a:ext cx="10744195"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3C3D8781-68A5-C35D-0B5C-D7E308F99581}"/>
              </a:ext>
            </a:extLst>
          </p:cNvPr>
          <p:cNvSpPr/>
          <p:nvPr userDrawn="1"/>
        </p:nvSpPr>
        <p:spPr>
          <a:xfrm>
            <a:off x="2354266" y="4716376"/>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6B50534-8912-F488-1B98-299727704534}"/>
              </a:ext>
            </a:extLst>
          </p:cNvPr>
          <p:cNvSpPr/>
          <p:nvPr userDrawn="1"/>
        </p:nvSpPr>
        <p:spPr>
          <a:xfrm>
            <a:off x="6003936" y="4708534"/>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4AC03FD-8700-9897-5E2F-561981623E53}"/>
              </a:ext>
            </a:extLst>
          </p:cNvPr>
          <p:cNvSpPr/>
          <p:nvPr userDrawn="1"/>
        </p:nvSpPr>
        <p:spPr>
          <a:xfrm>
            <a:off x="9670685" y="4707730"/>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8D4B3424-4CD4-F2DD-3DA6-B42B813C9881}"/>
              </a:ext>
            </a:extLst>
          </p:cNvPr>
          <p:cNvSpPr>
            <a:spLocks noGrp="1"/>
          </p:cNvSpPr>
          <p:nvPr>
            <p:ph sz="half" idx="19" hasCustomPrompt="1"/>
          </p:nvPr>
        </p:nvSpPr>
        <p:spPr>
          <a:xfrm>
            <a:off x="1074730" y="2522400"/>
            <a:ext cx="27432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29" name="Content Placeholder 2">
            <a:extLst>
              <a:ext uri="{FF2B5EF4-FFF2-40B4-BE49-F238E27FC236}">
                <a16:creationId xmlns:a16="http://schemas.microsoft.com/office/drawing/2014/main" id="{5B863ACD-7E11-BD91-A36E-747BE8A9CFFF}"/>
              </a:ext>
            </a:extLst>
          </p:cNvPr>
          <p:cNvSpPr>
            <a:spLocks noGrp="1"/>
          </p:cNvSpPr>
          <p:nvPr>
            <p:ph sz="half" idx="20" hasCustomPrompt="1"/>
          </p:nvPr>
        </p:nvSpPr>
        <p:spPr>
          <a:xfrm>
            <a:off x="4724400" y="2521862"/>
            <a:ext cx="27432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30" name="Content Placeholder 2">
            <a:extLst>
              <a:ext uri="{FF2B5EF4-FFF2-40B4-BE49-F238E27FC236}">
                <a16:creationId xmlns:a16="http://schemas.microsoft.com/office/drawing/2014/main" id="{21D9F772-393D-241D-4D40-55887365D133}"/>
              </a:ext>
            </a:extLst>
          </p:cNvPr>
          <p:cNvSpPr>
            <a:spLocks noGrp="1"/>
          </p:cNvSpPr>
          <p:nvPr>
            <p:ph sz="half" idx="21" hasCustomPrompt="1"/>
          </p:nvPr>
        </p:nvSpPr>
        <p:spPr>
          <a:xfrm>
            <a:off x="8391149" y="2522401"/>
            <a:ext cx="2743200" cy="1976229"/>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41" name="Text Placeholder 10">
            <a:extLst>
              <a:ext uri="{FF2B5EF4-FFF2-40B4-BE49-F238E27FC236}">
                <a16:creationId xmlns:a16="http://schemas.microsoft.com/office/drawing/2014/main" id="{8E59E986-0595-7362-03E4-97BE1FCDFF09}"/>
              </a:ext>
            </a:extLst>
          </p:cNvPr>
          <p:cNvSpPr>
            <a:spLocks noGrp="1"/>
          </p:cNvSpPr>
          <p:nvPr>
            <p:ph type="body" sz="quarter" idx="27" hasCustomPrompt="1"/>
          </p:nvPr>
        </p:nvSpPr>
        <p:spPr>
          <a:xfrm>
            <a:off x="1074730" y="5029200"/>
            <a:ext cx="27432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2" name="Text Placeholder 10">
            <a:extLst>
              <a:ext uri="{FF2B5EF4-FFF2-40B4-BE49-F238E27FC236}">
                <a16:creationId xmlns:a16="http://schemas.microsoft.com/office/drawing/2014/main" id="{B5A23D72-0055-2840-F22D-D5273C360970}"/>
              </a:ext>
            </a:extLst>
          </p:cNvPr>
          <p:cNvSpPr>
            <a:spLocks noGrp="1"/>
          </p:cNvSpPr>
          <p:nvPr>
            <p:ph type="body" sz="quarter" idx="28" hasCustomPrompt="1"/>
          </p:nvPr>
        </p:nvSpPr>
        <p:spPr>
          <a:xfrm>
            <a:off x="4724400" y="5029200"/>
            <a:ext cx="27432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3" name="Text Placeholder 10">
            <a:extLst>
              <a:ext uri="{FF2B5EF4-FFF2-40B4-BE49-F238E27FC236}">
                <a16:creationId xmlns:a16="http://schemas.microsoft.com/office/drawing/2014/main" id="{D58F63C6-FB4E-E918-9446-A059C4D69657}"/>
              </a:ext>
            </a:extLst>
          </p:cNvPr>
          <p:cNvSpPr>
            <a:spLocks noGrp="1"/>
          </p:cNvSpPr>
          <p:nvPr>
            <p:ph type="body" sz="quarter" idx="29" hasCustomPrompt="1"/>
          </p:nvPr>
        </p:nvSpPr>
        <p:spPr>
          <a:xfrm>
            <a:off x="8391144" y="5029200"/>
            <a:ext cx="27432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50" name="Text Placeholder 49">
            <a:extLst>
              <a:ext uri="{FF2B5EF4-FFF2-40B4-BE49-F238E27FC236}">
                <a16:creationId xmlns:a16="http://schemas.microsoft.com/office/drawing/2014/main" id="{12EE100B-84F8-2156-A54C-647D387E7D1E}"/>
              </a:ext>
            </a:extLst>
          </p:cNvPr>
          <p:cNvSpPr>
            <a:spLocks noGrp="1"/>
          </p:cNvSpPr>
          <p:nvPr>
            <p:ph type="body" sz="quarter" idx="30" hasCustomPrompt="1"/>
          </p:nvPr>
        </p:nvSpPr>
        <p:spPr>
          <a:xfrm>
            <a:off x="1074730" y="2057400"/>
            <a:ext cx="2743200" cy="457200"/>
          </a:xfrm>
        </p:spPr>
        <p:txBody>
          <a:bodyPr tIns="0" bIns="0">
            <a:noAutofit/>
          </a:bodyPr>
          <a:lstStyle>
            <a:lvl1pPr marL="0" indent="0">
              <a:buNone/>
              <a:defRPr sz="2000" b="1">
                <a:solidFill>
                  <a:srgbClr val="311E57"/>
                </a:solidFill>
                <a:latin typeface="+mj-lt"/>
              </a:defRPr>
            </a:lvl1pPr>
          </a:lstStyle>
          <a:p>
            <a:pPr lvl="0"/>
            <a:r>
              <a:rPr lang="en-US"/>
              <a:t>Heading</a:t>
            </a:r>
          </a:p>
        </p:txBody>
      </p:sp>
      <p:sp>
        <p:nvSpPr>
          <p:cNvPr id="51" name="Text Placeholder 49">
            <a:extLst>
              <a:ext uri="{FF2B5EF4-FFF2-40B4-BE49-F238E27FC236}">
                <a16:creationId xmlns:a16="http://schemas.microsoft.com/office/drawing/2014/main" id="{B3D3FA32-19C3-B949-8DDF-8D8E39355EE9}"/>
              </a:ext>
            </a:extLst>
          </p:cNvPr>
          <p:cNvSpPr>
            <a:spLocks noGrp="1"/>
          </p:cNvSpPr>
          <p:nvPr>
            <p:ph type="body" sz="quarter" idx="31" hasCustomPrompt="1"/>
          </p:nvPr>
        </p:nvSpPr>
        <p:spPr>
          <a:xfrm>
            <a:off x="4724400" y="2054871"/>
            <a:ext cx="2743200" cy="457200"/>
          </a:xfrm>
        </p:spPr>
        <p:txBody>
          <a:bodyPr tIns="0" bIns="0">
            <a:noAutofit/>
          </a:bodyPr>
          <a:lstStyle>
            <a:lvl1pPr marL="0" indent="0">
              <a:buNone/>
              <a:defRPr sz="2000" b="1">
                <a:solidFill>
                  <a:srgbClr val="311E57"/>
                </a:solidFill>
                <a:latin typeface="+mj-lt"/>
              </a:defRPr>
            </a:lvl1pPr>
          </a:lstStyle>
          <a:p>
            <a:pPr lvl="0"/>
            <a:r>
              <a:rPr lang="en-US"/>
              <a:t>Heading</a:t>
            </a:r>
          </a:p>
        </p:txBody>
      </p:sp>
      <p:sp>
        <p:nvSpPr>
          <p:cNvPr id="52" name="Text Placeholder 49">
            <a:extLst>
              <a:ext uri="{FF2B5EF4-FFF2-40B4-BE49-F238E27FC236}">
                <a16:creationId xmlns:a16="http://schemas.microsoft.com/office/drawing/2014/main" id="{6228313E-0F48-0B2F-2A72-E24EA4ACD5A0}"/>
              </a:ext>
            </a:extLst>
          </p:cNvPr>
          <p:cNvSpPr>
            <a:spLocks noGrp="1"/>
          </p:cNvSpPr>
          <p:nvPr>
            <p:ph type="body" sz="quarter" idx="32" hasCustomPrompt="1"/>
          </p:nvPr>
        </p:nvSpPr>
        <p:spPr>
          <a:xfrm>
            <a:off x="8391144" y="2057398"/>
            <a:ext cx="2743200" cy="457200"/>
          </a:xfrm>
        </p:spPr>
        <p:txBody>
          <a:bodyPr tIns="0" bIns="0">
            <a:noAutofit/>
          </a:bodyPr>
          <a:lstStyle>
            <a:lvl1pPr marL="0" indent="0">
              <a:buNone/>
              <a:defRPr sz="2000" b="1">
                <a:solidFill>
                  <a:srgbClr val="311E57"/>
                </a:solidFill>
                <a:latin typeface="+mj-lt"/>
              </a:defRPr>
            </a:lvl1pPr>
          </a:lstStyle>
          <a:p>
            <a:pPr lvl="0"/>
            <a:r>
              <a:rPr lang="en-US"/>
              <a:t>Heading</a:t>
            </a:r>
          </a:p>
        </p:txBody>
      </p:sp>
      <p:sp>
        <p:nvSpPr>
          <p:cNvPr id="53" name="Text Placeholder 16">
            <a:extLst>
              <a:ext uri="{FF2B5EF4-FFF2-40B4-BE49-F238E27FC236}">
                <a16:creationId xmlns:a16="http://schemas.microsoft.com/office/drawing/2014/main" id="{4D3D1A39-D058-9C08-AC2A-30F15041A372}"/>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Tree>
    <p:extLst>
      <p:ext uri="{BB962C8B-B14F-4D97-AF65-F5344CB8AC3E}">
        <p14:creationId xmlns:p14="http://schemas.microsoft.com/office/powerpoint/2010/main" val="370747640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Journey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4DB7-69B8-53E3-6F0E-740819DC009D}"/>
              </a:ext>
            </a:extLst>
          </p:cNvPr>
          <p:cNvSpPr>
            <a:spLocks noGrp="1"/>
          </p:cNvSpPr>
          <p:nvPr>
            <p:ph type="title" hasCustomPrompt="1"/>
          </p:nvPr>
        </p:nvSpPr>
        <p:spPr>
          <a:xfrm>
            <a:off x="609600" y="685800"/>
            <a:ext cx="10972800" cy="1143000"/>
          </a:xfrm>
          <a:prstGeom prst="rect">
            <a:avLst/>
          </a:prstGeom>
        </p:spPr>
        <p:txBody>
          <a:bodyPr anchor="t"/>
          <a:lstStyle>
            <a:lvl1pPr>
              <a:defRPr>
                <a:solidFill>
                  <a:srgbClr val="311E57"/>
                </a:solidFill>
                <a:latin typeface="+mj-lt"/>
                <a:ea typeface="Inter" panose="02000503000000020004" pitchFamily="2" charset="0"/>
              </a:defRPr>
            </a:lvl1pPr>
          </a:lstStyle>
          <a:p>
            <a:r>
              <a:rPr lang="en-US"/>
              <a:t>Headline</a:t>
            </a:r>
          </a:p>
        </p:txBody>
      </p:sp>
      <p:cxnSp>
        <p:nvCxnSpPr>
          <p:cNvPr id="3" name="Straight Connector 2">
            <a:extLst>
              <a:ext uri="{FF2B5EF4-FFF2-40B4-BE49-F238E27FC236}">
                <a16:creationId xmlns:a16="http://schemas.microsoft.com/office/drawing/2014/main" id="{6E88F966-9D94-B507-2E2E-243ECA20EB14}"/>
              </a:ext>
            </a:extLst>
          </p:cNvPr>
          <p:cNvCxnSpPr>
            <a:cxnSpLocks/>
          </p:cNvCxnSpPr>
          <p:nvPr userDrawn="1"/>
        </p:nvCxnSpPr>
        <p:spPr>
          <a:xfrm>
            <a:off x="609600" y="4800601"/>
            <a:ext cx="10744195"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3C3D8781-68A5-C35D-0B5C-D7E308F99581}"/>
              </a:ext>
            </a:extLst>
          </p:cNvPr>
          <p:cNvSpPr/>
          <p:nvPr userDrawn="1"/>
        </p:nvSpPr>
        <p:spPr>
          <a:xfrm>
            <a:off x="1790072" y="4716376"/>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6B50534-8912-F488-1B98-299727704534}"/>
              </a:ext>
            </a:extLst>
          </p:cNvPr>
          <p:cNvSpPr/>
          <p:nvPr userDrawn="1"/>
        </p:nvSpPr>
        <p:spPr>
          <a:xfrm>
            <a:off x="4527180" y="4708534"/>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4AC03FD-8700-9897-5E2F-561981623E53}"/>
              </a:ext>
            </a:extLst>
          </p:cNvPr>
          <p:cNvSpPr/>
          <p:nvPr userDrawn="1"/>
        </p:nvSpPr>
        <p:spPr>
          <a:xfrm>
            <a:off x="7270662" y="4707730"/>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D00326-0BB5-1A5F-E5B0-1D20FD3C83AF}"/>
              </a:ext>
            </a:extLst>
          </p:cNvPr>
          <p:cNvSpPr/>
          <p:nvPr userDrawn="1"/>
        </p:nvSpPr>
        <p:spPr>
          <a:xfrm>
            <a:off x="10014144" y="4716375"/>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8D4B3424-4CD4-F2DD-3DA6-B42B813C9881}"/>
              </a:ext>
            </a:extLst>
          </p:cNvPr>
          <p:cNvSpPr>
            <a:spLocks noGrp="1"/>
          </p:cNvSpPr>
          <p:nvPr>
            <p:ph sz="half" idx="19" hasCustomPrompt="1"/>
          </p:nvPr>
        </p:nvSpPr>
        <p:spPr>
          <a:xfrm>
            <a:off x="609596" y="2522400"/>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41" name="Text Placeholder 10">
            <a:extLst>
              <a:ext uri="{FF2B5EF4-FFF2-40B4-BE49-F238E27FC236}">
                <a16:creationId xmlns:a16="http://schemas.microsoft.com/office/drawing/2014/main" id="{8E59E986-0595-7362-03E4-97BE1FCDFF09}"/>
              </a:ext>
            </a:extLst>
          </p:cNvPr>
          <p:cNvSpPr>
            <a:spLocks noGrp="1"/>
          </p:cNvSpPr>
          <p:nvPr>
            <p:ph type="body" sz="quarter" idx="27" hasCustomPrompt="1"/>
          </p:nvPr>
        </p:nvSpPr>
        <p:spPr>
          <a:xfrm>
            <a:off x="624836"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2" name="Text Placeholder 10">
            <a:extLst>
              <a:ext uri="{FF2B5EF4-FFF2-40B4-BE49-F238E27FC236}">
                <a16:creationId xmlns:a16="http://schemas.microsoft.com/office/drawing/2014/main" id="{B5A23D72-0055-2840-F22D-D5273C360970}"/>
              </a:ext>
            </a:extLst>
          </p:cNvPr>
          <p:cNvSpPr>
            <a:spLocks noGrp="1"/>
          </p:cNvSpPr>
          <p:nvPr>
            <p:ph type="body" sz="quarter" idx="28" hasCustomPrompt="1"/>
          </p:nvPr>
        </p:nvSpPr>
        <p:spPr>
          <a:xfrm>
            <a:off x="3361944"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3" name="Text Placeholder 10">
            <a:extLst>
              <a:ext uri="{FF2B5EF4-FFF2-40B4-BE49-F238E27FC236}">
                <a16:creationId xmlns:a16="http://schemas.microsoft.com/office/drawing/2014/main" id="{D58F63C6-FB4E-E918-9446-A059C4D69657}"/>
              </a:ext>
            </a:extLst>
          </p:cNvPr>
          <p:cNvSpPr>
            <a:spLocks noGrp="1"/>
          </p:cNvSpPr>
          <p:nvPr>
            <p:ph type="body" sz="quarter" idx="29" hasCustomPrompt="1"/>
          </p:nvPr>
        </p:nvSpPr>
        <p:spPr>
          <a:xfrm>
            <a:off x="6105426"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4" name="Text Placeholder 10">
            <a:extLst>
              <a:ext uri="{FF2B5EF4-FFF2-40B4-BE49-F238E27FC236}">
                <a16:creationId xmlns:a16="http://schemas.microsoft.com/office/drawing/2014/main" id="{C701C9FB-903C-6BEC-4E35-4F157EA6EBEF}"/>
              </a:ext>
            </a:extLst>
          </p:cNvPr>
          <p:cNvSpPr>
            <a:spLocks noGrp="1"/>
          </p:cNvSpPr>
          <p:nvPr>
            <p:ph type="body" sz="quarter" idx="30" hasCustomPrompt="1"/>
          </p:nvPr>
        </p:nvSpPr>
        <p:spPr>
          <a:xfrm>
            <a:off x="8848908" y="5029200"/>
            <a:ext cx="2514600" cy="1143000"/>
          </a:xfrm>
        </p:spPr>
        <p:txBody>
          <a:bodyPr tIns="182880" bIns="0">
            <a:normAutofit/>
          </a:bodyPr>
          <a:lstStyle>
            <a:lvl1pPr marL="0" indent="0" algn="ctr">
              <a:buNone/>
              <a:defRPr sz="1600">
                <a:solidFill>
                  <a:srgbClr val="6C7986"/>
                </a:solidFill>
              </a:defRPr>
            </a:lvl1pPr>
          </a:lstStyle>
          <a:p>
            <a:pPr lvl="0"/>
            <a:r>
              <a:rPr lang="en-US"/>
              <a:t>Phase</a:t>
            </a:r>
          </a:p>
        </p:txBody>
      </p:sp>
      <p:sp>
        <p:nvSpPr>
          <p:cNvPr id="4" name="Text Placeholder 49">
            <a:extLst>
              <a:ext uri="{FF2B5EF4-FFF2-40B4-BE49-F238E27FC236}">
                <a16:creationId xmlns:a16="http://schemas.microsoft.com/office/drawing/2014/main" id="{FE432563-387E-4F8E-01EA-0EDEFCC40A69}"/>
              </a:ext>
            </a:extLst>
          </p:cNvPr>
          <p:cNvSpPr>
            <a:spLocks noGrp="1"/>
          </p:cNvSpPr>
          <p:nvPr>
            <p:ph type="body" sz="quarter" idx="31" hasCustomPrompt="1"/>
          </p:nvPr>
        </p:nvSpPr>
        <p:spPr>
          <a:xfrm>
            <a:off x="624836" y="2057400"/>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6" name="Text Placeholder 49">
            <a:extLst>
              <a:ext uri="{FF2B5EF4-FFF2-40B4-BE49-F238E27FC236}">
                <a16:creationId xmlns:a16="http://schemas.microsoft.com/office/drawing/2014/main" id="{7D3C7461-772F-5569-387B-903B8E96DE73}"/>
              </a:ext>
            </a:extLst>
          </p:cNvPr>
          <p:cNvSpPr>
            <a:spLocks noGrp="1"/>
          </p:cNvSpPr>
          <p:nvPr>
            <p:ph type="body" sz="quarter" idx="32" hasCustomPrompt="1"/>
          </p:nvPr>
        </p:nvSpPr>
        <p:spPr>
          <a:xfrm>
            <a:off x="3361944" y="2054871"/>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7" name="Text Placeholder 49">
            <a:extLst>
              <a:ext uri="{FF2B5EF4-FFF2-40B4-BE49-F238E27FC236}">
                <a16:creationId xmlns:a16="http://schemas.microsoft.com/office/drawing/2014/main" id="{CCDCF1F2-FF2B-AA1A-0163-23430DE93B8D}"/>
              </a:ext>
            </a:extLst>
          </p:cNvPr>
          <p:cNvSpPr>
            <a:spLocks noGrp="1"/>
          </p:cNvSpPr>
          <p:nvPr>
            <p:ph type="body" sz="quarter" idx="33" hasCustomPrompt="1"/>
          </p:nvPr>
        </p:nvSpPr>
        <p:spPr>
          <a:xfrm>
            <a:off x="6105426" y="2057398"/>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8" name="Text Placeholder 49">
            <a:extLst>
              <a:ext uri="{FF2B5EF4-FFF2-40B4-BE49-F238E27FC236}">
                <a16:creationId xmlns:a16="http://schemas.microsoft.com/office/drawing/2014/main" id="{43C5DEEE-0137-F745-F55B-A46C800EF477}"/>
              </a:ext>
            </a:extLst>
          </p:cNvPr>
          <p:cNvSpPr>
            <a:spLocks noGrp="1"/>
          </p:cNvSpPr>
          <p:nvPr>
            <p:ph type="body" sz="quarter" idx="34" hasCustomPrompt="1"/>
          </p:nvPr>
        </p:nvSpPr>
        <p:spPr>
          <a:xfrm>
            <a:off x="8842534" y="2054871"/>
            <a:ext cx="2514600"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9" name="Text Placeholder 16">
            <a:extLst>
              <a:ext uri="{FF2B5EF4-FFF2-40B4-BE49-F238E27FC236}">
                <a16:creationId xmlns:a16="http://schemas.microsoft.com/office/drawing/2014/main" id="{B301D836-04FE-EB49-BE3A-E25952F2F57D}"/>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 name="Content Placeholder 2">
            <a:extLst>
              <a:ext uri="{FF2B5EF4-FFF2-40B4-BE49-F238E27FC236}">
                <a16:creationId xmlns:a16="http://schemas.microsoft.com/office/drawing/2014/main" id="{CB51FA94-F2B5-7FEF-6EB4-222BEED97231}"/>
              </a:ext>
            </a:extLst>
          </p:cNvPr>
          <p:cNvSpPr>
            <a:spLocks noGrp="1"/>
          </p:cNvSpPr>
          <p:nvPr>
            <p:ph sz="half" idx="35" hasCustomPrompt="1"/>
          </p:nvPr>
        </p:nvSpPr>
        <p:spPr>
          <a:xfrm>
            <a:off x="3352800" y="2514600"/>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1" name="Content Placeholder 2">
            <a:extLst>
              <a:ext uri="{FF2B5EF4-FFF2-40B4-BE49-F238E27FC236}">
                <a16:creationId xmlns:a16="http://schemas.microsoft.com/office/drawing/2014/main" id="{35C6491F-95E3-23D5-C7F0-2EA603FAEE6D}"/>
              </a:ext>
            </a:extLst>
          </p:cNvPr>
          <p:cNvSpPr>
            <a:spLocks noGrp="1"/>
          </p:cNvSpPr>
          <p:nvPr>
            <p:ph sz="half" idx="36" hasCustomPrompt="1"/>
          </p:nvPr>
        </p:nvSpPr>
        <p:spPr>
          <a:xfrm>
            <a:off x="6105426" y="2522400"/>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2" name="Content Placeholder 2">
            <a:extLst>
              <a:ext uri="{FF2B5EF4-FFF2-40B4-BE49-F238E27FC236}">
                <a16:creationId xmlns:a16="http://schemas.microsoft.com/office/drawing/2014/main" id="{CFE39998-4EB1-76C9-7121-0F55824955A5}"/>
              </a:ext>
            </a:extLst>
          </p:cNvPr>
          <p:cNvSpPr>
            <a:spLocks noGrp="1"/>
          </p:cNvSpPr>
          <p:nvPr>
            <p:ph sz="half" idx="37" hasCustomPrompt="1"/>
          </p:nvPr>
        </p:nvSpPr>
        <p:spPr>
          <a:xfrm>
            <a:off x="8839195" y="2528953"/>
            <a:ext cx="2514600" cy="1976986"/>
          </a:xfrm>
        </p:spPr>
        <p:txBody>
          <a:bodyPr tIns="182880" rIns="0">
            <a:normAutofit/>
          </a:bodyPr>
          <a:lstStyle>
            <a:lvl1pPr marL="0" indent="0" algn="l">
              <a:lnSpc>
                <a:spcPct val="12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Tree>
    <p:extLst>
      <p:ext uri="{BB962C8B-B14F-4D97-AF65-F5344CB8AC3E}">
        <p14:creationId xmlns:p14="http://schemas.microsoft.com/office/powerpoint/2010/main" val="720356512"/>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Journey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4DB7-69B8-53E3-6F0E-740819DC009D}"/>
              </a:ext>
            </a:extLst>
          </p:cNvPr>
          <p:cNvSpPr>
            <a:spLocks noGrp="1"/>
          </p:cNvSpPr>
          <p:nvPr>
            <p:ph type="title" hasCustomPrompt="1"/>
          </p:nvPr>
        </p:nvSpPr>
        <p:spPr>
          <a:xfrm>
            <a:off x="609600" y="685800"/>
            <a:ext cx="10972800" cy="1143000"/>
          </a:xfrm>
          <a:prstGeom prst="rect">
            <a:avLst/>
          </a:prstGeom>
        </p:spPr>
        <p:txBody>
          <a:bodyPr anchor="t"/>
          <a:lstStyle>
            <a:lvl1pPr>
              <a:defRPr>
                <a:solidFill>
                  <a:srgbClr val="311E57"/>
                </a:solidFill>
                <a:latin typeface="+mj-lt"/>
                <a:ea typeface="Inter" panose="02000503000000020004" pitchFamily="2" charset="0"/>
              </a:defRPr>
            </a:lvl1pPr>
          </a:lstStyle>
          <a:p>
            <a:r>
              <a:rPr lang="en-US"/>
              <a:t>Headline</a:t>
            </a:r>
          </a:p>
        </p:txBody>
      </p:sp>
      <p:cxnSp>
        <p:nvCxnSpPr>
          <p:cNvPr id="3" name="Straight Connector 2">
            <a:extLst>
              <a:ext uri="{FF2B5EF4-FFF2-40B4-BE49-F238E27FC236}">
                <a16:creationId xmlns:a16="http://schemas.microsoft.com/office/drawing/2014/main" id="{6E88F966-9D94-B507-2E2E-243ECA20EB14}"/>
              </a:ext>
            </a:extLst>
          </p:cNvPr>
          <p:cNvCxnSpPr>
            <a:cxnSpLocks/>
          </p:cNvCxnSpPr>
          <p:nvPr userDrawn="1"/>
        </p:nvCxnSpPr>
        <p:spPr>
          <a:xfrm>
            <a:off x="609600" y="4800602"/>
            <a:ext cx="10972800"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3C3D8781-68A5-C35D-0B5C-D7E308F99581}"/>
              </a:ext>
            </a:extLst>
          </p:cNvPr>
          <p:cNvSpPr/>
          <p:nvPr userDrawn="1"/>
        </p:nvSpPr>
        <p:spPr>
          <a:xfrm>
            <a:off x="1447172" y="4716377"/>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6B50534-8912-F488-1B98-299727704534}"/>
              </a:ext>
            </a:extLst>
          </p:cNvPr>
          <p:cNvSpPr/>
          <p:nvPr userDrawn="1"/>
        </p:nvSpPr>
        <p:spPr>
          <a:xfrm>
            <a:off x="3725216" y="4708535"/>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4AC03FD-8700-9897-5E2F-561981623E53}"/>
              </a:ext>
            </a:extLst>
          </p:cNvPr>
          <p:cNvSpPr/>
          <p:nvPr userDrawn="1"/>
        </p:nvSpPr>
        <p:spPr>
          <a:xfrm>
            <a:off x="6019460" y="4707730"/>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D00326-0BB5-1A5F-E5B0-1D20FD3C83AF}"/>
              </a:ext>
            </a:extLst>
          </p:cNvPr>
          <p:cNvSpPr/>
          <p:nvPr userDrawn="1"/>
        </p:nvSpPr>
        <p:spPr>
          <a:xfrm>
            <a:off x="8296033" y="4716376"/>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8D4B3424-4CD4-F2DD-3DA6-B42B813C9881}"/>
              </a:ext>
            </a:extLst>
          </p:cNvPr>
          <p:cNvSpPr>
            <a:spLocks noGrp="1"/>
          </p:cNvSpPr>
          <p:nvPr>
            <p:ph sz="half" idx="19" hasCustomPrompt="1"/>
          </p:nvPr>
        </p:nvSpPr>
        <p:spPr>
          <a:xfrm>
            <a:off x="609596" y="2522456"/>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8" name="Oval 7">
            <a:extLst>
              <a:ext uri="{FF2B5EF4-FFF2-40B4-BE49-F238E27FC236}">
                <a16:creationId xmlns:a16="http://schemas.microsoft.com/office/drawing/2014/main" id="{4BCBE279-6146-F8C0-489E-33FB47C7A3DA}"/>
              </a:ext>
            </a:extLst>
          </p:cNvPr>
          <p:cNvSpPr/>
          <p:nvPr userDrawn="1"/>
        </p:nvSpPr>
        <p:spPr>
          <a:xfrm>
            <a:off x="10579568" y="4716375"/>
            <a:ext cx="184129" cy="184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0">
            <a:extLst>
              <a:ext uri="{FF2B5EF4-FFF2-40B4-BE49-F238E27FC236}">
                <a16:creationId xmlns:a16="http://schemas.microsoft.com/office/drawing/2014/main" id="{C11D6D17-822B-2D8F-C83E-DA82FA11BEF7}"/>
              </a:ext>
            </a:extLst>
          </p:cNvPr>
          <p:cNvSpPr>
            <a:spLocks noGrp="1"/>
          </p:cNvSpPr>
          <p:nvPr>
            <p:ph type="body" sz="quarter" idx="27" hasCustomPrompt="1"/>
          </p:nvPr>
        </p:nvSpPr>
        <p:spPr>
          <a:xfrm>
            <a:off x="624836"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12" name="Text Placeholder 10">
            <a:extLst>
              <a:ext uri="{FF2B5EF4-FFF2-40B4-BE49-F238E27FC236}">
                <a16:creationId xmlns:a16="http://schemas.microsoft.com/office/drawing/2014/main" id="{FCF4AD1A-6948-3DD9-B27C-ADB321C65C87}"/>
              </a:ext>
            </a:extLst>
          </p:cNvPr>
          <p:cNvSpPr>
            <a:spLocks noGrp="1"/>
          </p:cNvSpPr>
          <p:nvPr>
            <p:ph type="body" sz="quarter" idx="28" hasCustomPrompt="1"/>
          </p:nvPr>
        </p:nvSpPr>
        <p:spPr>
          <a:xfrm>
            <a:off x="2902880"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13" name="Text Placeholder 10">
            <a:extLst>
              <a:ext uri="{FF2B5EF4-FFF2-40B4-BE49-F238E27FC236}">
                <a16:creationId xmlns:a16="http://schemas.microsoft.com/office/drawing/2014/main" id="{5C1F01C7-6711-D98D-657C-86FFD32DCEEC}"/>
              </a:ext>
            </a:extLst>
          </p:cNvPr>
          <p:cNvSpPr>
            <a:spLocks noGrp="1"/>
          </p:cNvSpPr>
          <p:nvPr>
            <p:ph type="body" sz="quarter" idx="29" hasCustomPrompt="1"/>
          </p:nvPr>
        </p:nvSpPr>
        <p:spPr>
          <a:xfrm>
            <a:off x="5197124"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14" name="Text Placeholder 10">
            <a:extLst>
              <a:ext uri="{FF2B5EF4-FFF2-40B4-BE49-F238E27FC236}">
                <a16:creationId xmlns:a16="http://schemas.microsoft.com/office/drawing/2014/main" id="{F19F6795-7145-01CE-B99B-FBDA21C3F22C}"/>
              </a:ext>
            </a:extLst>
          </p:cNvPr>
          <p:cNvSpPr>
            <a:spLocks noGrp="1"/>
          </p:cNvSpPr>
          <p:nvPr>
            <p:ph type="body" sz="quarter" idx="30" hasCustomPrompt="1"/>
          </p:nvPr>
        </p:nvSpPr>
        <p:spPr>
          <a:xfrm>
            <a:off x="7473697"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20" name="Text Placeholder 10">
            <a:extLst>
              <a:ext uri="{FF2B5EF4-FFF2-40B4-BE49-F238E27FC236}">
                <a16:creationId xmlns:a16="http://schemas.microsoft.com/office/drawing/2014/main" id="{D22D98CE-482A-0590-5314-A940C7489A1C}"/>
              </a:ext>
            </a:extLst>
          </p:cNvPr>
          <p:cNvSpPr>
            <a:spLocks noGrp="1"/>
          </p:cNvSpPr>
          <p:nvPr>
            <p:ph type="body" sz="quarter" idx="31" hasCustomPrompt="1"/>
          </p:nvPr>
        </p:nvSpPr>
        <p:spPr>
          <a:xfrm>
            <a:off x="9757232" y="4982885"/>
            <a:ext cx="1828800" cy="1188720"/>
          </a:xfrm>
        </p:spPr>
        <p:txBody>
          <a:bodyPr tIns="91440" bIns="0">
            <a:normAutofit/>
          </a:bodyPr>
          <a:lstStyle>
            <a:lvl1pPr marL="0" indent="0" algn="ctr">
              <a:buNone/>
              <a:defRPr sz="1600">
                <a:solidFill>
                  <a:srgbClr val="6C7986"/>
                </a:solidFill>
              </a:defRPr>
            </a:lvl1pPr>
          </a:lstStyle>
          <a:p>
            <a:pPr lvl="0"/>
            <a:r>
              <a:rPr lang="en-US"/>
              <a:t>Phase</a:t>
            </a:r>
          </a:p>
        </p:txBody>
      </p:sp>
      <p:sp>
        <p:nvSpPr>
          <p:cNvPr id="21" name="Text Placeholder 49">
            <a:extLst>
              <a:ext uri="{FF2B5EF4-FFF2-40B4-BE49-F238E27FC236}">
                <a16:creationId xmlns:a16="http://schemas.microsoft.com/office/drawing/2014/main" id="{D47C7531-B707-12B3-3B5F-80FDD536A441}"/>
              </a:ext>
            </a:extLst>
          </p:cNvPr>
          <p:cNvSpPr>
            <a:spLocks noGrp="1"/>
          </p:cNvSpPr>
          <p:nvPr>
            <p:ph type="body" sz="quarter" idx="32" hasCustomPrompt="1"/>
          </p:nvPr>
        </p:nvSpPr>
        <p:spPr>
          <a:xfrm>
            <a:off x="624836" y="2057400"/>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26" name="Text Placeholder 49">
            <a:extLst>
              <a:ext uri="{FF2B5EF4-FFF2-40B4-BE49-F238E27FC236}">
                <a16:creationId xmlns:a16="http://schemas.microsoft.com/office/drawing/2014/main" id="{E75051A1-C28C-B9FF-D1FE-6323860F1819}"/>
              </a:ext>
            </a:extLst>
          </p:cNvPr>
          <p:cNvSpPr>
            <a:spLocks noGrp="1"/>
          </p:cNvSpPr>
          <p:nvPr>
            <p:ph type="body" sz="quarter" idx="33" hasCustomPrompt="1"/>
          </p:nvPr>
        </p:nvSpPr>
        <p:spPr>
          <a:xfrm>
            <a:off x="2908972" y="2054871"/>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1" name="Text Placeholder 49">
            <a:extLst>
              <a:ext uri="{FF2B5EF4-FFF2-40B4-BE49-F238E27FC236}">
                <a16:creationId xmlns:a16="http://schemas.microsoft.com/office/drawing/2014/main" id="{6F9BF235-3745-9281-163A-0D2A1C80D685}"/>
              </a:ext>
            </a:extLst>
          </p:cNvPr>
          <p:cNvSpPr>
            <a:spLocks noGrp="1"/>
          </p:cNvSpPr>
          <p:nvPr>
            <p:ph type="body" sz="quarter" idx="34" hasCustomPrompt="1"/>
          </p:nvPr>
        </p:nvSpPr>
        <p:spPr>
          <a:xfrm>
            <a:off x="5181600" y="2057398"/>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3" name="Text Placeholder 49">
            <a:extLst>
              <a:ext uri="{FF2B5EF4-FFF2-40B4-BE49-F238E27FC236}">
                <a16:creationId xmlns:a16="http://schemas.microsoft.com/office/drawing/2014/main" id="{533E46F0-5CAA-BF8D-19FF-D2AA50FF194B}"/>
              </a:ext>
            </a:extLst>
          </p:cNvPr>
          <p:cNvSpPr>
            <a:spLocks noGrp="1"/>
          </p:cNvSpPr>
          <p:nvPr>
            <p:ph type="body" sz="quarter" idx="35" hasCustomPrompt="1"/>
          </p:nvPr>
        </p:nvSpPr>
        <p:spPr>
          <a:xfrm>
            <a:off x="7469464" y="2054871"/>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5" name="Text Placeholder 49">
            <a:extLst>
              <a:ext uri="{FF2B5EF4-FFF2-40B4-BE49-F238E27FC236}">
                <a16:creationId xmlns:a16="http://schemas.microsoft.com/office/drawing/2014/main" id="{E8E8A702-D08A-314C-58E4-65FD6073CCFD}"/>
              </a:ext>
            </a:extLst>
          </p:cNvPr>
          <p:cNvSpPr>
            <a:spLocks noGrp="1"/>
          </p:cNvSpPr>
          <p:nvPr>
            <p:ph type="body" sz="quarter" idx="36" hasCustomPrompt="1"/>
          </p:nvPr>
        </p:nvSpPr>
        <p:spPr>
          <a:xfrm>
            <a:off x="9761218" y="2054466"/>
            <a:ext cx="1813564" cy="457200"/>
          </a:xfrm>
        </p:spPr>
        <p:txBody>
          <a:bodyPr tIns="0" bIns="0">
            <a:noAutofit/>
          </a:bodyPr>
          <a:lstStyle>
            <a:lvl1pPr marL="0" indent="0">
              <a:lnSpc>
                <a:spcPct val="100000"/>
              </a:lnSpc>
              <a:buNone/>
              <a:defRPr sz="2000" b="1">
                <a:solidFill>
                  <a:srgbClr val="311E57"/>
                </a:solidFill>
                <a:latin typeface="+mj-lt"/>
              </a:defRPr>
            </a:lvl1pPr>
          </a:lstStyle>
          <a:p>
            <a:pPr lvl="0"/>
            <a:r>
              <a:rPr lang="en-US"/>
              <a:t>Heading</a:t>
            </a:r>
          </a:p>
        </p:txBody>
      </p:sp>
      <p:sp>
        <p:nvSpPr>
          <p:cNvPr id="36" name="Text Placeholder 16">
            <a:extLst>
              <a:ext uri="{FF2B5EF4-FFF2-40B4-BE49-F238E27FC236}">
                <a16:creationId xmlns:a16="http://schemas.microsoft.com/office/drawing/2014/main" id="{8CBC449B-49F0-F029-76DF-DD1637E8FE5F}"/>
              </a:ext>
            </a:extLst>
          </p:cNvPr>
          <p:cNvSpPr>
            <a:spLocks noGrp="1"/>
          </p:cNvSpPr>
          <p:nvPr>
            <p:ph type="body" sz="quarter" idx="18" hasCustomPrompt="1"/>
          </p:nvPr>
        </p:nvSpPr>
        <p:spPr>
          <a:xfrm>
            <a:off x="609600" y="0"/>
            <a:ext cx="4572000" cy="685800"/>
          </a:xfrm>
        </p:spPr>
        <p:txBody>
          <a:bodyPr anchor="ctr">
            <a:noAutofit/>
          </a:bodyPr>
          <a:lstStyle>
            <a:lvl1pPr marL="0" indent="0">
              <a:buNone/>
              <a:defRPr sz="1800" b="1">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Content Placeholder 2">
            <a:extLst>
              <a:ext uri="{FF2B5EF4-FFF2-40B4-BE49-F238E27FC236}">
                <a16:creationId xmlns:a16="http://schemas.microsoft.com/office/drawing/2014/main" id="{A0CAA698-AD4D-3BFD-1BA9-302769D441EE}"/>
              </a:ext>
            </a:extLst>
          </p:cNvPr>
          <p:cNvSpPr>
            <a:spLocks noGrp="1"/>
          </p:cNvSpPr>
          <p:nvPr>
            <p:ph sz="half" idx="37" hasCustomPrompt="1"/>
          </p:nvPr>
        </p:nvSpPr>
        <p:spPr>
          <a:xfrm>
            <a:off x="2902757" y="2514600"/>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6" name="Content Placeholder 2">
            <a:extLst>
              <a:ext uri="{FF2B5EF4-FFF2-40B4-BE49-F238E27FC236}">
                <a16:creationId xmlns:a16="http://schemas.microsoft.com/office/drawing/2014/main" id="{E0CE1036-EF86-858B-79E2-781EB050E663}"/>
              </a:ext>
            </a:extLst>
          </p:cNvPr>
          <p:cNvSpPr>
            <a:spLocks noGrp="1"/>
          </p:cNvSpPr>
          <p:nvPr>
            <p:ph sz="half" idx="38" hasCustomPrompt="1"/>
          </p:nvPr>
        </p:nvSpPr>
        <p:spPr>
          <a:xfrm>
            <a:off x="5171661" y="2528586"/>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9" name="Content Placeholder 2">
            <a:extLst>
              <a:ext uri="{FF2B5EF4-FFF2-40B4-BE49-F238E27FC236}">
                <a16:creationId xmlns:a16="http://schemas.microsoft.com/office/drawing/2014/main" id="{DC863667-3257-728E-DC1D-F6CE39EAB181}"/>
              </a:ext>
            </a:extLst>
          </p:cNvPr>
          <p:cNvSpPr>
            <a:spLocks noGrp="1"/>
          </p:cNvSpPr>
          <p:nvPr>
            <p:ph sz="half" idx="39" hasCustomPrompt="1"/>
          </p:nvPr>
        </p:nvSpPr>
        <p:spPr>
          <a:xfrm>
            <a:off x="7454879" y="2511666"/>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
        <p:nvSpPr>
          <p:cNvPr id="10" name="Content Placeholder 2">
            <a:extLst>
              <a:ext uri="{FF2B5EF4-FFF2-40B4-BE49-F238E27FC236}">
                <a16:creationId xmlns:a16="http://schemas.microsoft.com/office/drawing/2014/main" id="{B42A3A96-79D5-2EB5-99AF-5ECC51B321D5}"/>
              </a:ext>
            </a:extLst>
          </p:cNvPr>
          <p:cNvSpPr>
            <a:spLocks noGrp="1"/>
          </p:cNvSpPr>
          <p:nvPr>
            <p:ph sz="half" idx="40" hasCustomPrompt="1"/>
          </p:nvPr>
        </p:nvSpPr>
        <p:spPr>
          <a:xfrm>
            <a:off x="9745982" y="2525442"/>
            <a:ext cx="1828800" cy="1976986"/>
          </a:xfrm>
        </p:spPr>
        <p:txBody>
          <a:bodyPr tIns="182880" rIns="0">
            <a:normAutofit/>
          </a:bodyPr>
          <a:lstStyle>
            <a:lvl1pPr marL="0" indent="0" algn="l">
              <a:lnSpc>
                <a:spcPct val="150000"/>
              </a:lnSpc>
              <a:buNone/>
              <a:defRPr sz="1400">
                <a:solidFill>
                  <a:srgbClr val="6C7986"/>
                </a:solidFill>
                <a:latin typeface="+mn-lt"/>
                <a:ea typeface="Inter"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p:txBody>
      </p:sp>
    </p:spTree>
    <p:extLst>
      <p:ext uri="{BB962C8B-B14F-4D97-AF65-F5344CB8AC3E}">
        <p14:creationId xmlns:p14="http://schemas.microsoft.com/office/powerpoint/2010/main" val="398770395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Problem 1">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89D0656-72DA-2C3E-506E-46EB617BFE9E}"/>
              </a:ext>
            </a:extLst>
          </p:cNvPr>
          <p:cNvSpPr>
            <a:spLocks noGrp="1"/>
          </p:cNvSpPr>
          <p:nvPr>
            <p:ph type="pic" idx="31" hasCustomPrompt="1"/>
          </p:nvPr>
        </p:nvSpPr>
        <p:spPr>
          <a:xfrm>
            <a:off x="6096000" y="1"/>
            <a:ext cx="6096000" cy="6857999"/>
          </a:xfrm>
          <a:solidFill>
            <a:schemeClr val="tx1"/>
          </a:solidFill>
        </p:spPr>
        <p:txBody>
          <a:bodyPr lIns="457200" tIns="457200" rIns="457200" bIns="457200"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Use gray scale images to show the problem</a:t>
            </a:r>
          </a:p>
        </p:txBody>
      </p:sp>
      <p:sp>
        <p:nvSpPr>
          <p:cNvPr id="2" name="Title 1">
            <a:extLst>
              <a:ext uri="{FF2B5EF4-FFF2-40B4-BE49-F238E27FC236}">
                <a16:creationId xmlns:a16="http://schemas.microsoft.com/office/drawing/2014/main" id="{9F80BE02-1946-809E-8FCD-A212EAAAA1B0}"/>
              </a:ext>
            </a:extLst>
          </p:cNvPr>
          <p:cNvSpPr>
            <a:spLocks noGrp="1"/>
          </p:cNvSpPr>
          <p:nvPr>
            <p:ph type="title" hasCustomPrompt="1"/>
          </p:nvPr>
        </p:nvSpPr>
        <p:spPr>
          <a:xfrm>
            <a:off x="609600" y="685800"/>
            <a:ext cx="5029200" cy="5486400"/>
          </a:xfrm>
          <a:prstGeom prst="rect">
            <a:avLst/>
          </a:prstGeom>
        </p:spPr>
        <p:txBody>
          <a:bodyPr wrap="square" tIns="0" bIns="0" anchor="ctr">
            <a:noAutofit/>
          </a:bodyPr>
          <a:lstStyle>
            <a:lvl1pPr>
              <a:lnSpc>
                <a:spcPct val="100000"/>
              </a:lnSpc>
              <a:defRPr sz="3200">
                <a:solidFill>
                  <a:srgbClr val="311E57"/>
                </a:solidFill>
              </a:defRPr>
            </a:lvl1pPr>
          </a:lstStyle>
          <a:p>
            <a:r>
              <a:rPr lang="en-US"/>
              <a:t>Define the problem</a:t>
            </a:r>
          </a:p>
        </p:txBody>
      </p:sp>
    </p:spTree>
    <p:extLst>
      <p:ext uri="{BB962C8B-B14F-4D97-AF65-F5344CB8AC3E}">
        <p14:creationId xmlns:p14="http://schemas.microsoft.com/office/powerpoint/2010/main" val="1703865010"/>
      </p:ext>
    </p:extLst>
  </p:cSld>
  <p:clrMapOvr>
    <a:masterClrMapping/>
  </p:clrMapOvr>
  <p:extLst>
    <p:ext uri="{DCECCB84-F9BA-43D5-87BE-67443E8EF086}">
      <p15:sldGuideLst xmlns:p15="http://schemas.microsoft.com/office/powerpoint/2012/main"/>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Problem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F34991-B363-D1F8-0155-72D814D04FFA}"/>
              </a:ext>
            </a:extLst>
          </p:cNvPr>
          <p:cNvSpPr>
            <a:spLocks noGrp="1"/>
          </p:cNvSpPr>
          <p:nvPr>
            <p:ph type="title"/>
          </p:nvPr>
        </p:nvSpPr>
        <p:spPr>
          <a:xfrm>
            <a:off x="609600" y="1828800"/>
            <a:ext cx="4114800" cy="2514600"/>
          </a:xfrm>
          <a:prstGeom prst="rect">
            <a:avLst/>
          </a:prstGeom>
        </p:spPr>
        <p:txBody>
          <a:bodyPr/>
          <a:lstStyle/>
          <a:p>
            <a:r>
              <a:rPr lang="en-US"/>
              <a:t>Click to edit Master title style</a:t>
            </a:r>
          </a:p>
        </p:txBody>
      </p:sp>
      <p:sp>
        <p:nvSpPr>
          <p:cNvPr id="8" name="Picture Placeholder 7">
            <a:extLst>
              <a:ext uri="{FF2B5EF4-FFF2-40B4-BE49-F238E27FC236}">
                <a16:creationId xmlns:a16="http://schemas.microsoft.com/office/drawing/2014/main" id="{FC0DC290-4B1C-5400-5D4E-B12A64D97A86}"/>
              </a:ext>
            </a:extLst>
          </p:cNvPr>
          <p:cNvSpPr>
            <a:spLocks noGrp="1"/>
          </p:cNvSpPr>
          <p:nvPr>
            <p:ph type="pic" sz="quarter" idx="10" hasCustomPrompt="1"/>
          </p:nvPr>
        </p:nvSpPr>
        <p:spPr>
          <a:xfrm>
            <a:off x="0" y="2"/>
            <a:ext cx="12192000" cy="6857999"/>
          </a:xfrm>
          <a:custGeom>
            <a:avLst/>
            <a:gdLst>
              <a:gd name="connsiteX0" fmla="*/ 0 w 12192000"/>
              <a:gd name="connsiteY0" fmla="*/ 0 h 6857999"/>
              <a:gd name="connsiteX1" fmla="*/ 12192000 w 12192000"/>
              <a:gd name="connsiteY1" fmla="*/ 0 h 6857999"/>
              <a:gd name="connsiteX2" fmla="*/ 12192000 w 12192000"/>
              <a:gd name="connsiteY2" fmla="*/ 6857999 h 6857999"/>
              <a:gd name="connsiteX3" fmla="*/ 0 w 12192000"/>
              <a:gd name="connsiteY3" fmla="*/ 6857999 h 6857999"/>
              <a:gd name="connsiteX4" fmla="*/ 0 w 12192000"/>
              <a:gd name="connsiteY4" fmla="*/ 4571999 h 6857999"/>
              <a:gd name="connsiteX5" fmla="*/ 5181600 w 12192000"/>
              <a:gd name="connsiteY5" fmla="*/ 4571999 h 6857999"/>
              <a:gd name="connsiteX6" fmla="*/ 5181600 w 12192000"/>
              <a:gd name="connsiteY6" fmla="*/ 1600199 h 6857999"/>
              <a:gd name="connsiteX7" fmla="*/ 0 w 12192000"/>
              <a:gd name="connsiteY7" fmla="*/ 16001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7999">
                <a:moveTo>
                  <a:pt x="0" y="0"/>
                </a:moveTo>
                <a:lnTo>
                  <a:pt x="12192000" y="0"/>
                </a:lnTo>
                <a:lnTo>
                  <a:pt x="12192000" y="6857999"/>
                </a:lnTo>
                <a:lnTo>
                  <a:pt x="0" y="6857999"/>
                </a:lnTo>
                <a:lnTo>
                  <a:pt x="0" y="4571999"/>
                </a:lnTo>
                <a:lnTo>
                  <a:pt x="5181600" y="4571999"/>
                </a:lnTo>
                <a:lnTo>
                  <a:pt x="5181600" y="1600199"/>
                </a:lnTo>
                <a:lnTo>
                  <a:pt x="0" y="1600199"/>
                </a:lnTo>
                <a:close/>
              </a:path>
            </a:pathLst>
          </a:custGeom>
          <a:solidFill>
            <a:schemeClr val="tx1"/>
          </a:solidFill>
        </p:spPr>
        <p:txBody>
          <a:bodyPr wrap="square" anchor="t">
            <a:noAutofit/>
          </a:bodyPr>
          <a:lstStyle>
            <a:lvl1pPr marL="0" indent="0" algn="ctr">
              <a:buNone/>
              <a:defRPr>
                <a:solidFill>
                  <a:schemeClr val="bg1"/>
                </a:solidFill>
              </a:defRPr>
            </a:lvl1pPr>
          </a:lstStyle>
          <a:p>
            <a:pPr marL="0" marR="0" lvl="0" indent="0" algn="ctr" defTabSz="2286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a:t>Use gray scale images to show the problem</a:t>
            </a:r>
          </a:p>
        </p:txBody>
      </p:sp>
    </p:spTree>
    <p:extLst>
      <p:ext uri="{BB962C8B-B14F-4D97-AF65-F5344CB8AC3E}">
        <p14:creationId xmlns:p14="http://schemas.microsoft.com/office/powerpoint/2010/main" val="1644931203"/>
      </p:ext>
    </p:extLst>
  </p:cSld>
  <p:clrMapOvr>
    <a:masterClrMapping/>
  </p:clrMapOvr>
  <p:extLst>
    <p:ext uri="{DCECCB84-F9BA-43D5-87BE-67443E8EF086}">
      <p15:sldGuideLst xmlns:p15="http://schemas.microsoft.com/office/powerpoint/2012/main"/>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Problem 3">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2476E46B-718B-E6C4-8B76-A142D1F55920}"/>
              </a:ext>
            </a:extLst>
          </p:cNvPr>
          <p:cNvSpPr>
            <a:spLocks noGrp="1"/>
          </p:cNvSpPr>
          <p:nvPr>
            <p:ph type="body" sz="half" idx="2" hasCustomPrompt="1"/>
          </p:nvPr>
        </p:nvSpPr>
        <p:spPr>
          <a:xfrm>
            <a:off x="609600" y="2514600"/>
            <a:ext cx="4114800" cy="3657600"/>
          </a:xfrm>
        </p:spPr>
        <p:txBody>
          <a:bodyPr tIns="182880"/>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3" name="Picture Placeholder 2">
            <a:extLst>
              <a:ext uri="{FF2B5EF4-FFF2-40B4-BE49-F238E27FC236}">
                <a16:creationId xmlns:a16="http://schemas.microsoft.com/office/drawing/2014/main" id="{F6482F22-4DD0-02A5-70BC-118BF1C4963C}"/>
              </a:ext>
            </a:extLst>
          </p:cNvPr>
          <p:cNvSpPr>
            <a:spLocks noGrp="1"/>
          </p:cNvSpPr>
          <p:nvPr>
            <p:ph type="pic" idx="31" hasCustomPrompt="1"/>
          </p:nvPr>
        </p:nvSpPr>
        <p:spPr>
          <a:xfrm>
            <a:off x="5174971" y="1"/>
            <a:ext cx="7017029" cy="6857999"/>
          </a:xfrm>
          <a:solidFill>
            <a:schemeClr val="tx1"/>
          </a:solidFill>
        </p:spPr>
        <p:txBody>
          <a:bodyPr lIns="457200" tIns="457200" rIns="457200" bIns="457200"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Use gray scale images to show the problem</a:t>
            </a:r>
          </a:p>
        </p:txBody>
      </p:sp>
      <p:sp>
        <p:nvSpPr>
          <p:cNvPr id="4" name="Title 1">
            <a:extLst>
              <a:ext uri="{FF2B5EF4-FFF2-40B4-BE49-F238E27FC236}">
                <a16:creationId xmlns:a16="http://schemas.microsoft.com/office/drawing/2014/main" id="{226AA983-CD04-E16D-307E-4E6E3AC2C92E}"/>
              </a:ext>
            </a:extLst>
          </p:cNvPr>
          <p:cNvSpPr>
            <a:spLocks noGrp="1"/>
          </p:cNvSpPr>
          <p:nvPr>
            <p:ph type="title" hasCustomPrompt="1"/>
          </p:nvPr>
        </p:nvSpPr>
        <p:spPr>
          <a:xfrm>
            <a:off x="609600" y="685800"/>
            <a:ext cx="4114800" cy="1828800"/>
          </a:xfrm>
          <a:prstGeom prst="rect">
            <a:avLst/>
          </a:prstGeom>
        </p:spPr>
        <p:txBody>
          <a:bodyPr wrap="square" tIns="0" bIns="0" anchor="ctr">
            <a:noAutofit/>
          </a:bodyPr>
          <a:lstStyle>
            <a:lvl1pPr>
              <a:lnSpc>
                <a:spcPct val="100000"/>
              </a:lnSpc>
              <a:defRPr sz="3200">
                <a:solidFill>
                  <a:srgbClr val="311E57"/>
                </a:solidFill>
              </a:defRPr>
            </a:lvl1pPr>
          </a:lstStyle>
          <a:p>
            <a:r>
              <a:rPr lang="en-US"/>
              <a:t>Define the problem</a:t>
            </a:r>
          </a:p>
        </p:txBody>
      </p:sp>
    </p:spTree>
    <p:extLst>
      <p:ext uri="{BB962C8B-B14F-4D97-AF65-F5344CB8AC3E}">
        <p14:creationId xmlns:p14="http://schemas.microsoft.com/office/powerpoint/2010/main" val="3539934465"/>
      </p:ext>
    </p:extLst>
  </p:cSld>
  <p:clrMapOvr>
    <a:masterClrMapping/>
  </p:clrMapOvr>
  <p:extLst>
    <p:ext uri="{DCECCB84-F9BA-43D5-87BE-67443E8EF086}">
      <p15:sldGuideLst xmlns:p15="http://schemas.microsoft.com/office/powerpoint/2012/main"/>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End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p>
        </p:txBody>
      </p:sp>
      <p:sp>
        <p:nvSpPr>
          <p:cNvPr id="6" name="Title 1">
            <a:extLst>
              <a:ext uri="{FF2B5EF4-FFF2-40B4-BE49-F238E27FC236}">
                <a16:creationId xmlns:a16="http://schemas.microsoft.com/office/drawing/2014/main" id="{D302DBB9-7ECB-6301-753D-6B384C0ED426}"/>
              </a:ext>
            </a:extLst>
          </p:cNvPr>
          <p:cNvSpPr>
            <a:spLocks noGrp="1"/>
          </p:cNvSpPr>
          <p:nvPr>
            <p:ph type="title" hasCustomPrompt="1"/>
          </p:nvPr>
        </p:nvSpPr>
        <p:spPr>
          <a:xfrm>
            <a:off x="609600" y="685800"/>
            <a:ext cx="4991100" cy="2743200"/>
          </a:xfrm>
          <a:prstGeom prst="rect">
            <a:avLst/>
          </a:prstGeom>
        </p:spPr>
        <p:txBody>
          <a:bodyPr wrap="square" anchor="b">
            <a:noAutofit/>
          </a:bodyPr>
          <a:lstStyle>
            <a:lvl1pPr>
              <a:defRPr sz="3200">
                <a:solidFill>
                  <a:schemeClr val="bg1"/>
                </a:solidFill>
                <a:latin typeface="+mj-lt"/>
              </a:defRPr>
            </a:lvl1pPr>
          </a:lstStyle>
          <a:p>
            <a:r>
              <a:rPr lang="en-US"/>
              <a:t>Presentation Title</a:t>
            </a:r>
          </a:p>
        </p:txBody>
      </p:sp>
      <p:sp>
        <p:nvSpPr>
          <p:cNvPr id="7" name="Content Placeholder 2">
            <a:extLst>
              <a:ext uri="{FF2B5EF4-FFF2-40B4-BE49-F238E27FC236}">
                <a16:creationId xmlns:a16="http://schemas.microsoft.com/office/drawing/2014/main" id="{155D0DE3-AEC6-30BD-F148-6D0C1E2CEFE2}"/>
              </a:ext>
            </a:extLst>
          </p:cNvPr>
          <p:cNvSpPr>
            <a:spLocks noGrp="1"/>
          </p:cNvSpPr>
          <p:nvPr>
            <p:ph idx="1" hasCustomPrompt="1"/>
          </p:nvPr>
        </p:nvSpPr>
        <p:spPr>
          <a:xfrm>
            <a:off x="6095999" y="0"/>
            <a:ext cx="6095999" cy="6858000"/>
          </a:xfrm>
        </p:spPr>
        <p:txBody>
          <a:bodyPr wrap="square" lIns="457200" tIns="731520" rIns="457200" bIns="731520">
            <a:normAutofit/>
          </a:bodyPr>
          <a:lstStyle>
            <a:lvl1pPr marL="0" indent="0">
              <a:buNone/>
              <a:defRPr sz="2400">
                <a:solidFill>
                  <a:srgbClr val="758390"/>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a:defRPr sz="2000"/>
            </a:lvl6pPr>
            <a:lvl7pPr>
              <a:defRPr sz="2000"/>
            </a:lvl7pPr>
            <a:lvl8pPr>
              <a:defRPr sz="2000"/>
            </a:lvl8pPr>
            <a:lvl9pPr>
              <a:defRPr sz="2000"/>
            </a:lvl9pPr>
          </a:lstStyle>
          <a:p>
            <a:pPr lvl="0"/>
            <a:r>
              <a:rPr lang="en-US"/>
              <a:t>Next steps or picture</a:t>
            </a:r>
          </a:p>
        </p:txBody>
      </p:sp>
      <p:sp>
        <p:nvSpPr>
          <p:cNvPr id="8" name="Text Placeholder 3">
            <a:extLst>
              <a:ext uri="{FF2B5EF4-FFF2-40B4-BE49-F238E27FC236}">
                <a16:creationId xmlns:a16="http://schemas.microsoft.com/office/drawing/2014/main" id="{762EAA2A-CD2E-827E-8B1D-2AA9A9BA7840}"/>
              </a:ext>
            </a:extLst>
          </p:cNvPr>
          <p:cNvSpPr>
            <a:spLocks noGrp="1"/>
          </p:cNvSpPr>
          <p:nvPr>
            <p:ph type="body" sz="half" idx="2" hasCustomPrompt="1"/>
          </p:nvPr>
        </p:nvSpPr>
        <p:spPr>
          <a:xfrm>
            <a:off x="609600" y="3429000"/>
            <a:ext cx="4991100" cy="1828800"/>
          </a:xfrm>
        </p:spPr>
        <p:txBody>
          <a:bodyPr wrap="square" tIns="91440"/>
          <a:lstStyle>
            <a:lvl1pPr marL="0" indent="0">
              <a:lnSpc>
                <a:spcPct val="150000"/>
              </a:lnSpc>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FA4969BD-F6A3-B3FF-14F4-B18654B1D5C9}"/>
              </a:ext>
            </a:extLst>
          </p:cNvPr>
          <p:cNvSpPr>
            <a:spLocks noGrp="1"/>
          </p:cNvSpPr>
          <p:nvPr>
            <p:ph type="body" sz="quarter" idx="18" hasCustomPrompt="1"/>
          </p:nvPr>
        </p:nvSpPr>
        <p:spPr>
          <a:xfrm>
            <a:off x="609600" y="685800"/>
            <a:ext cx="4991100" cy="457200"/>
          </a:xfrm>
        </p:spPr>
        <p:txBody>
          <a:bodyPr wrap="square" tIns="0" bIns="0" anchor="ctr">
            <a:noAutofit/>
          </a:bodyPr>
          <a:lstStyle>
            <a:lvl1pPr marL="0" indent="0">
              <a:lnSpc>
                <a:spcPct val="100000"/>
              </a:lnSpc>
              <a:buNone/>
              <a:defRPr sz="1800" b="1">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Message</a:t>
            </a:r>
          </a:p>
        </p:txBody>
      </p:sp>
      <p:pic>
        <p:nvPicPr>
          <p:cNvPr id="2" name="Picture 1" descr="A picture containing text, clipart&#10;&#10;Description automatically generated">
            <a:extLst>
              <a:ext uri="{FF2B5EF4-FFF2-40B4-BE49-F238E27FC236}">
                <a16:creationId xmlns:a16="http://schemas.microsoft.com/office/drawing/2014/main" id="{F1CB2B22-644D-9AC6-DE13-1EC3C31826A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446440"/>
            <a:ext cx="1967419" cy="555189"/>
          </a:xfrm>
          <a:prstGeom prst="rect">
            <a:avLst/>
          </a:prstGeom>
        </p:spPr>
      </p:pic>
      <p:sp>
        <p:nvSpPr>
          <p:cNvPr id="9" name="TextBox 8">
            <a:extLst>
              <a:ext uri="{FF2B5EF4-FFF2-40B4-BE49-F238E27FC236}">
                <a16:creationId xmlns:a16="http://schemas.microsoft.com/office/drawing/2014/main" id="{B322E302-2C28-E8DD-140F-9821E64374EB}"/>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 ™️</a:t>
            </a:r>
          </a:p>
        </p:txBody>
      </p:sp>
    </p:spTree>
    <p:extLst>
      <p:ext uri="{BB962C8B-B14F-4D97-AF65-F5344CB8AC3E}">
        <p14:creationId xmlns:p14="http://schemas.microsoft.com/office/powerpoint/2010/main" val="3962534697"/>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End Next Steps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1" y="0"/>
            <a:ext cx="701516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p>
        </p:txBody>
      </p:sp>
      <p:sp>
        <p:nvSpPr>
          <p:cNvPr id="6" name="Title 1">
            <a:extLst>
              <a:ext uri="{FF2B5EF4-FFF2-40B4-BE49-F238E27FC236}">
                <a16:creationId xmlns:a16="http://schemas.microsoft.com/office/drawing/2014/main" id="{D302DBB9-7ECB-6301-753D-6B384C0ED426}"/>
              </a:ext>
            </a:extLst>
          </p:cNvPr>
          <p:cNvSpPr>
            <a:spLocks noGrp="1"/>
          </p:cNvSpPr>
          <p:nvPr>
            <p:ph type="title" hasCustomPrompt="1"/>
          </p:nvPr>
        </p:nvSpPr>
        <p:spPr>
          <a:xfrm>
            <a:off x="609600" y="1143000"/>
            <a:ext cx="5943600" cy="2286000"/>
          </a:xfrm>
          <a:prstGeom prst="rect">
            <a:avLst/>
          </a:prstGeom>
        </p:spPr>
        <p:txBody>
          <a:bodyPr wrap="square" anchor="b">
            <a:noAutofit/>
          </a:bodyPr>
          <a:lstStyle>
            <a:lvl1pPr>
              <a:defRPr sz="3200">
                <a:solidFill>
                  <a:schemeClr val="bg1"/>
                </a:solidFill>
                <a:latin typeface="+mj-lt"/>
              </a:defRPr>
            </a:lvl1pPr>
          </a:lstStyle>
          <a:p>
            <a:r>
              <a:rPr lang="en-US"/>
              <a:t>Presentation Title</a:t>
            </a:r>
          </a:p>
        </p:txBody>
      </p:sp>
      <p:sp>
        <p:nvSpPr>
          <p:cNvPr id="7" name="Content Placeholder 2">
            <a:extLst>
              <a:ext uri="{FF2B5EF4-FFF2-40B4-BE49-F238E27FC236}">
                <a16:creationId xmlns:a16="http://schemas.microsoft.com/office/drawing/2014/main" id="{155D0DE3-AEC6-30BD-F148-6D0C1E2CEFE2}"/>
              </a:ext>
            </a:extLst>
          </p:cNvPr>
          <p:cNvSpPr>
            <a:spLocks noGrp="1"/>
          </p:cNvSpPr>
          <p:nvPr>
            <p:ph idx="1" hasCustomPrompt="1"/>
          </p:nvPr>
        </p:nvSpPr>
        <p:spPr>
          <a:xfrm>
            <a:off x="7467600" y="685799"/>
            <a:ext cx="4114800" cy="5486401"/>
          </a:xfrm>
        </p:spPr>
        <p:txBody>
          <a:bodyPr wrap="square" anchor="ctr">
            <a:normAutofit/>
          </a:bodyPr>
          <a:lstStyle>
            <a:lvl1pPr marL="0" indent="0" algn="ctr">
              <a:buNone/>
              <a:defRPr sz="2400">
                <a:solidFill>
                  <a:srgbClr val="758390"/>
                </a:solidFill>
              </a:defRPr>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Next step</a:t>
            </a:r>
          </a:p>
        </p:txBody>
      </p:sp>
      <p:sp>
        <p:nvSpPr>
          <p:cNvPr id="2" name="TextBox 1">
            <a:extLst>
              <a:ext uri="{FF2B5EF4-FFF2-40B4-BE49-F238E27FC236}">
                <a16:creationId xmlns:a16="http://schemas.microsoft.com/office/drawing/2014/main" id="{C9D6414E-0FC1-4665-DDD9-A85C0D3F0C59}"/>
              </a:ext>
            </a:extLst>
          </p:cNvPr>
          <p:cNvSpPr txBox="1"/>
          <p:nvPr userDrawn="1"/>
        </p:nvSpPr>
        <p:spPr>
          <a:xfrm>
            <a:off x="609600" y="685800"/>
            <a:ext cx="5549153" cy="457200"/>
          </a:xfrm>
          <a:prstGeom prst="rect">
            <a:avLst/>
          </a:prstGeom>
          <a:noFill/>
        </p:spPr>
        <p:txBody>
          <a:bodyPr wrap="square" lIns="0" tIns="0" rIns="0" bIns="0" rtlCol="0" anchor="ctr">
            <a:noAutofit/>
          </a:bodyPr>
          <a:lstStyle/>
          <a:p>
            <a:r>
              <a:rPr lang="en-US" sz="1600" b="1" i="0">
                <a:solidFill>
                  <a:schemeClr val="bg1"/>
                </a:solidFill>
                <a:latin typeface="+mj-lt"/>
                <a:ea typeface="Inter" panose="02000503000000020004" pitchFamily="2" charset="0"/>
              </a:rPr>
              <a:t>Next Steps</a:t>
            </a:r>
          </a:p>
        </p:txBody>
      </p:sp>
      <p:pic>
        <p:nvPicPr>
          <p:cNvPr id="9" name="Picture 8" descr="A picture containing text, clipart&#10;&#10;Description automatically generated">
            <a:extLst>
              <a:ext uri="{FF2B5EF4-FFF2-40B4-BE49-F238E27FC236}">
                <a16:creationId xmlns:a16="http://schemas.microsoft.com/office/drawing/2014/main" id="{05BC52B8-E3C1-21C4-019B-66891A671B3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446440"/>
            <a:ext cx="1967419" cy="555189"/>
          </a:xfrm>
          <a:prstGeom prst="rect">
            <a:avLst/>
          </a:prstGeom>
        </p:spPr>
      </p:pic>
      <p:sp>
        <p:nvSpPr>
          <p:cNvPr id="10" name="TextBox 9">
            <a:extLst>
              <a:ext uri="{FF2B5EF4-FFF2-40B4-BE49-F238E27FC236}">
                <a16:creationId xmlns:a16="http://schemas.microsoft.com/office/drawing/2014/main" id="{DFB51127-3E7B-A620-0F19-6F967143E31E}"/>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 ™️</a:t>
            </a:r>
          </a:p>
        </p:txBody>
      </p:sp>
    </p:spTree>
    <p:extLst>
      <p:ext uri="{BB962C8B-B14F-4D97-AF65-F5344CB8AC3E}">
        <p14:creationId xmlns:p14="http://schemas.microsoft.com/office/powerpoint/2010/main" val="369704515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End Connect with Us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53C9E-D002-4B60-EFA5-7CFF0B2DA17F}"/>
              </a:ext>
            </a:extLst>
          </p:cNvPr>
          <p:cNvSpPr/>
          <p:nvPr userDrawn="1"/>
        </p:nvSpPr>
        <p:spPr>
          <a:xfrm>
            <a:off x="0" y="0"/>
            <a:ext cx="7010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p>
        </p:txBody>
      </p:sp>
      <p:sp>
        <p:nvSpPr>
          <p:cNvPr id="6" name="Title 1">
            <a:extLst>
              <a:ext uri="{FF2B5EF4-FFF2-40B4-BE49-F238E27FC236}">
                <a16:creationId xmlns:a16="http://schemas.microsoft.com/office/drawing/2014/main" id="{D302DBB9-7ECB-6301-753D-6B384C0ED426}"/>
              </a:ext>
            </a:extLst>
          </p:cNvPr>
          <p:cNvSpPr>
            <a:spLocks noGrp="1"/>
          </p:cNvSpPr>
          <p:nvPr>
            <p:ph type="title" hasCustomPrompt="1"/>
          </p:nvPr>
        </p:nvSpPr>
        <p:spPr>
          <a:xfrm>
            <a:off x="609600" y="685800"/>
            <a:ext cx="4991100" cy="2743200"/>
          </a:xfrm>
          <a:prstGeom prst="rect">
            <a:avLst/>
          </a:prstGeom>
        </p:spPr>
        <p:txBody>
          <a:bodyPr wrap="square" anchor="b">
            <a:noAutofit/>
          </a:bodyPr>
          <a:lstStyle>
            <a:lvl1pPr>
              <a:defRPr sz="3200">
                <a:solidFill>
                  <a:schemeClr val="bg1"/>
                </a:solidFill>
                <a:latin typeface="+mj-lt"/>
              </a:defRPr>
            </a:lvl1pPr>
          </a:lstStyle>
          <a:p>
            <a:r>
              <a:rPr lang="en-US"/>
              <a:t>Presentation Title</a:t>
            </a:r>
          </a:p>
        </p:txBody>
      </p:sp>
      <p:sp>
        <p:nvSpPr>
          <p:cNvPr id="8" name="Text Placeholder 3">
            <a:extLst>
              <a:ext uri="{FF2B5EF4-FFF2-40B4-BE49-F238E27FC236}">
                <a16:creationId xmlns:a16="http://schemas.microsoft.com/office/drawing/2014/main" id="{762EAA2A-CD2E-827E-8B1D-2AA9A9BA7840}"/>
              </a:ext>
            </a:extLst>
          </p:cNvPr>
          <p:cNvSpPr>
            <a:spLocks noGrp="1"/>
          </p:cNvSpPr>
          <p:nvPr>
            <p:ph type="body" sz="half" idx="2" hasCustomPrompt="1"/>
          </p:nvPr>
        </p:nvSpPr>
        <p:spPr>
          <a:xfrm>
            <a:off x="609600" y="3429000"/>
            <a:ext cx="4991100" cy="1828800"/>
          </a:xfrm>
        </p:spPr>
        <p:txBody>
          <a:bodyPr wrap="square" tIns="91440"/>
          <a:lstStyle>
            <a:lvl1pPr marL="0" indent="0">
              <a:lnSpc>
                <a:spcPct val="150000"/>
              </a:lnSpc>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4" name="Text Placeholder 16">
            <a:extLst>
              <a:ext uri="{FF2B5EF4-FFF2-40B4-BE49-F238E27FC236}">
                <a16:creationId xmlns:a16="http://schemas.microsoft.com/office/drawing/2014/main" id="{FA4969BD-F6A3-B3FF-14F4-B18654B1D5C9}"/>
              </a:ext>
            </a:extLst>
          </p:cNvPr>
          <p:cNvSpPr>
            <a:spLocks noGrp="1"/>
          </p:cNvSpPr>
          <p:nvPr>
            <p:ph type="body" sz="quarter" idx="18" hasCustomPrompt="1"/>
          </p:nvPr>
        </p:nvSpPr>
        <p:spPr>
          <a:xfrm>
            <a:off x="609600" y="685800"/>
            <a:ext cx="4991100" cy="457200"/>
          </a:xfrm>
        </p:spPr>
        <p:txBody>
          <a:bodyPr wrap="square" tIns="0" bIns="0" anchor="ctr">
            <a:noAutofit/>
          </a:bodyPr>
          <a:lstStyle>
            <a:lvl1pPr marL="0" indent="0">
              <a:lnSpc>
                <a:spcPct val="100000"/>
              </a:lnSpc>
              <a:buNone/>
              <a:defRPr sz="1800" b="1">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Message</a:t>
            </a:r>
          </a:p>
        </p:txBody>
      </p:sp>
      <p:pic>
        <p:nvPicPr>
          <p:cNvPr id="2" name="Picture 1" descr="A picture containing text, clipart&#10;&#10;Description automatically generated">
            <a:extLst>
              <a:ext uri="{FF2B5EF4-FFF2-40B4-BE49-F238E27FC236}">
                <a16:creationId xmlns:a16="http://schemas.microsoft.com/office/drawing/2014/main" id="{F1CB2B22-644D-9AC6-DE13-1EC3C31826A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5" y="5446440"/>
            <a:ext cx="1967419" cy="555189"/>
          </a:xfrm>
          <a:prstGeom prst="rect">
            <a:avLst/>
          </a:prstGeom>
        </p:spPr>
      </p:pic>
      <p:sp>
        <p:nvSpPr>
          <p:cNvPr id="9" name="TextBox 8">
            <a:extLst>
              <a:ext uri="{FF2B5EF4-FFF2-40B4-BE49-F238E27FC236}">
                <a16:creationId xmlns:a16="http://schemas.microsoft.com/office/drawing/2014/main" id="{B322E302-2C28-E8DD-140F-9821E64374EB}"/>
              </a:ext>
            </a:extLst>
          </p:cNvPr>
          <p:cNvSpPr txBox="1"/>
          <p:nvPr userDrawn="1"/>
        </p:nvSpPr>
        <p:spPr>
          <a:xfrm>
            <a:off x="609600" y="5925979"/>
            <a:ext cx="2286000" cy="246221"/>
          </a:xfrm>
          <a:prstGeom prst="rect">
            <a:avLst/>
          </a:prstGeom>
          <a:noFill/>
        </p:spPr>
        <p:txBody>
          <a:bodyPr wrap="square" lIns="0" tIns="0" rIns="0" rtlCol="0">
            <a:spAutoFit/>
          </a:bodyPr>
          <a:lstStyle/>
          <a:p>
            <a:r>
              <a:rPr lang="en-US" sz="1300" b="1">
                <a:solidFill>
                  <a:schemeClr val="bg1"/>
                </a:solidFill>
                <a:latin typeface="+mj-lt"/>
              </a:rPr>
              <a:t>Go Beyond Workflows ™️</a:t>
            </a:r>
          </a:p>
        </p:txBody>
      </p:sp>
      <p:sp>
        <p:nvSpPr>
          <p:cNvPr id="3" name="Text Placeholder 3">
            <a:extLst>
              <a:ext uri="{FF2B5EF4-FFF2-40B4-BE49-F238E27FC236}">
                <a16:creationId xmlns:a16="http://schemas.microsoft.com/office/drawing/2014/main" id="{E45EAEF8-33DF-4EEA-99BD-141EEE183314}"/>
              </a:ext>
            </a:extLst>
          </p:cNvPr>
          <p:cNvSpPr>
            <a:spLocks noGrp="1"/>
          </p:cNvSpPr>
          <p:nvPr>
            <p:ph type="body" sz="half" idx="19" hasCustomPrompt="1"/>
          </p:nvPr>
        </p:nvSpPr>
        <p:spPr>
          <a:xfrm>
            <a:off x="7467600" y="4800600"/>
            <a:ext cx="4114800" cy="457200"/>
          </a:xfrm>
        </p:spPr>
        <p:txBody>
          <a:bodyPr wrap="square" tIns="0" anchor="ctr"/>
          <a:lstStyle>
            <a:lvl1pPr marL="0" indent="0" algn="ctr">
              <a:lnSpc>
                <a:spcPct val="150000"/>
              </a:lnSpc>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0" name="Picture Placeholder 2">
            <a:extLst>
              <a:ext uri="{FF2B5EF4-FFF2-40B4-BE49-F238E27FC236}">
                <a16:creationId xmlns:a16="http://schemas.microsoft.com/office/drawing/2014/main" id="{4184D200-7686-F42E-59B5-EF77FFB069F3}"/>
              </a:ext>
            </a:extLst>
          </p:cNvPr>
          <p:cNvSpPr>
            <a:spLocks noGrp="1"/>
          </p:cNvSpPr>
          <p:nvPr>
            <p:ph type="pic" idx="10" hasCustomPrompt="1"/>
          </p:nvPr>
        </p:nvSpPr>
        <p:spPr>
          <a:xfrm>
            <a:off x="7010400" y="0"/>
            <a:ext cx="5167009" cy="45720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Headshot</a:t>
            </a:r>
          </a:p>
        </p:txBody>
      </p:sp>
      <p:sp>
        <p:nvSpPr>
          <p:cNvPr id="11" name="Text Placeholder 3">
            <a:extLst>
              <a:ext uri="{FF2B5EF4-FFF2-40B4-BE49-F238E27FC236}">
                <a16:creationId xmlns:a16="http://schemas.microsoft.com/office/drawing/2014/main" id="{93B5E569-E430-BBFF-0F6C-C23A83F54805}"/>
              </a:ext>
            </a:extLst>
          </p:cNvPr>
          <p:cNvSpPr>
            <a:spLocks noGrp="1"/>
          </p:cNvSpPr>
          <p:nvPr>
            <p:ph type="body" sz="half" idx="20" hasCustomPrompt="1"/>
          </p:nvPr>
        </p:nvSpPr>
        <p:spPr>
          <a:xfrm>
            <a:off x="7467600" y="5266834"/>
            <a:ext cx="4114800" cy="457200"/>
          </a:xfrm>
        </p:spPr>
        <p:txBody>
          <a:bodyPr wrap="square" tIns="0" anchor="ctr"/>
          <a:lstStyle>
            <a:lvl1pPr marL="0" indent="0" algn="ctr">
              <a:lnSpc>
                <a:spcPct val="150000"/>
              </a:lnSpc>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
        <p:nvSpPr>
          <p:cNvPr id="12" name="Text Placeholder 3">
            <a:extLst>
              <a:ext uri="{FF2B5EF4-FFF2-40B4-BE49-F238E27FC236}">
                <a16:creationId xmlns:a16="http://schemas.microsoft.com/office/drawing/2014/main" id="{7699F397-F20E-FB5B-ADF9-3E4F1FDF7F30}"/>
              </a:ext>
            </a:extLst>
          </p:cNvPr>
          <p:cNvSpPr>
            <a:spLocks noGrp="1"/>
          </p:cNvSpPr>
          <p:nvPr>
            <p:ph type="body" sz="half" idx="21" hasCustomPrompt="1"/>
          </p:nvPr>
        </p:nvSpPr>
        <p:spPr>
          <a:xfrm>
            <a:off x="7467600" y="5715000"/>
            <a:ext cx="4114800" cy="457200"/>
          </a:xfrm>
        </p:spPr>
        <p:txBody>
          <a:bodyPr wrap="square" tIns="0" anchor="ctr"/>
          <a:lstStyle>
            <a:lvl1pPr marL="0" indent="0" algn="ctr">
              <a:lnSpc>
                <a:spcPct val="150000"/>
              </a:lnSpc>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Content</a:t>
            </a:r>
          </a:p>
        </p:txBody>
      </p:sp>
    </p:spTree>
    <p:extLst>
      <p:ext uri="{BB962C8B-B14F-4D97-AF65-F5344CB8AC3E}">
        <p14:creationId xmlns:p14="http://schemas.microsoft.com/office/powerpoint/2010/main" val="93212319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QR Co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A0A6024-9CBA-CFF6-6BBB-26081CC529F4}"/>
              </a:ext>
            </a:extLst>
          </p:cNvPr>
          <p:cNvSpPr/>
          <p:nvPr userDrawn="1"/>
        </p:nvSpPr>
        <p:spPr>
          <a:xfrm>
            <a:off x="3352800" y="0"/>
            <a:ext cx="8839200" cy="6400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A530DE-3443-3A15-C7D0-7B59B16B9862}"/>
              </a:ext>
            </a:extLst>
          </p:cNvPr>
          <p:cNvSpPr>
            <a:spLocks noGrp="1"/>
          </p:cNvSpPr>
          <p:nvPr>
            <p:ph type="title"/>
          </p:nvPr>
        </p:nvSpPr>
        <p:spPr>
          <a:xfrm>
            <a:off x="4724400" y="2286000"/>
            <a:ext cx="6400800" cy="2286000"/>
          </a:xfrm>
          <a:prstGeom prst="rect">
            <a:avLst/>
          </a:prstGeom>
        </p:spPr>
        <p:txBody>
          <a:bodyPr/>
          <a:lstStyle>
            <a:lvl1pPr>
              <a:defRPr>
                <a:solidFill>
                  <a:schemeClr val="bg1"/>
                </a:solidFill>
              </a:defRPr>
            </a:lvl1pPr>
          </a:lstStyle>
          <a:p>
            <a:r>
              <a:rPr lang="en-US"/>
              <a:t>Click to edit Master title style</a:t>
            </a:r>
          </a:p>
        </p:txBody>
      </p:sp>
      <p:sp>
        <p:nvSpPr>
          <p:cNvPr id="10" name="Rounded Rectangle 9">
            <a:extLst>
              <a:ext uri="{FF2B5EF4-FFF2-40B4-BE49-F238E27FC236}">
                <a16:creationId xmlns:a16="http://schemas.microsoft.com/office/drawing/2014/main" id="{1276E5FE-E260-09B8-8166-BEFA9958ED68}"/>
              </a:ext>
            </a:extLst>
          </p:cNvPr>
          <p:cNvSpPr/>
          <p:nvPr userDrawn="1"/>
        </p:nvSpPr>
        <p:spPr>
          <a:xfrm>
            <a:off x="2438400" y="2514600"/>
            <a:ext cx="1828800" cy="18288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14">
            <a:extLst>
              <a:ext uri="{FF2B5EF4-FFF2-40B4-BE49-F238E27FC236}">
                <a16:creationId xmlns:a16="http://schemas.microsoft.com/office/drawing/2014/main" id="{4510AAC4-01A6-B230-FE39-943B2D6F8B1B}"/>
              </a:ext>
            </a:extLst>
          </p:cNvPr>
          <p:cNvSpPr>
            <a:spLocks noGrp="1"/>
          </p:cNvSpPr>
          <p:nvPr>
            <p:ph type="pic" sz="quarter" idx="10" hasCustomPrompt="1"/>
          </p:nvPr>
        </p:nvSpPr>
        <p:spPr>
          <a:xfrm>
            <a:off x="2667000" y="2743200"/>
            <a:ext cx="1371600" cy="1371600"/>
          </a:xfrm>
          <a:solidFill>
            <a:schemeClr val="tx1"/>
          </a:solidFill>
        </p:spPr>
        <p:txBody>
          <a:bodyPr/>
          <a:lstStyle>
            <a:lvl1pPr marL="0" indent="0" algn="ctr">
              <a:buNone/>
              <a:defRPr>
                <a:solidFill>
                  <a:schemeClr val="bg1"/>
                </a:solidFill>
              </a:defRPr>
            </a:lvl1pPr>
          </a:lstStyle>
          <a:p>
            <a:r>
              <a:rPr lang="en-US"/>
              <a:t>QR Code</a:t>
            </a:r>
          </a:p>
        </p:txBody>
      </p:sp>
    </p:spTree>
    <p:extLst>
      <p:ext uri="{BB962C8B-B14F-4D97-AF65-F5344CB8AC3E}">
        <p14:creationId xmlns:p14="http://schemas.microsoft.com/office/powerpoint/2010/main" val="342424746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AEC1D0B-9AB4-7C02-0D26-155655F57E02}"/>
              </a:ext>
            </a:extLst>
          </p:cNvPr>
          <p:cNvSpPr>
            <a:spLocks noGrp="1"/>
          </p:cNvSpPr>
          <p:nvPr>
            <p:ph type="pic" idx="1" hasCustomPrompt="1"/>
          </p:nvPr>
        </p:nvSpPr>
        <p:spPr>
          <a:xfrm>
            <a:off x="4724400" y="0"/>
            <a:ext cx="7467600" cy="6400800"/>
          </a:xfrm>
          <a:solidFill>
            <a:schemeClr val="tx1"/>
          </a:solidFill>
        </p:spPr>
        <p:txBody>
          <a:bodyPr anchor="t"/>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Picture</a:t>
            </a:r>
          </a:p>
        </p:txBody>
      </p:sp>
      <p:sp>
        <p:nvSpPr>
          <p:cNvPr id="4" name="TextBox 3">
            <a:extLst>
              <a:ext uri="{FF2B5EF4-FFF2-40B4-BE49-F238E27FC236}">
                <a16:creationId xmlns:a16="http://schemas.microsoft.com/office/drawing/2014/main" id="{1BB97280-E565-1490-812C-52B8B13A3CE4}"/>
              </a:ext>
            </a:extLst>
          </p:cNvPr>
          <p:cNvSpPr txBox="1"/>
          <p:nvPr userDrawn="1"/>
        </p:nvSpPr>
        <p:spPr>
          <a:xfrm>
            <a:off x="0" y="2286000"/>
            <a:ext cx="4724400" cy="2286000"/>
          </a:xfrm>
          <a:prstGeom prst="rect">
            <a:avLst/>
          </a:prstGeom>
          <a:noFill/>
        </p:spPr>
        <p:txBody>
          <a:bodyPr wrap="square" rtlCol="0" anchor="ctr" anchorCtr="0">
            <a:normAutofit/>
          </a:bodyPr>
          <a:lstStyle/>
          <a:p>
            <a:pPr algn="ctr"/>
            <a:r>
              <a:rPr lang="en-US" sz="5400" b="1" i="0">
                <a:solidFill>
                  <a:schemeClr val="tx2"/>
                </a:solidFill>
                <a:latin typeface="+mj-lt"/>
                <a:ea typeface="Inter" panose="02000503000000020004" pitchFamily="2" charset="0"/>
                <a:cs typeface="Arial" panose="020B0604020202020204" pitchFamily="34" charset="0"/>
              </a:rPr>
              <a:t>Thank You</a:t>
            </a:r>
          </a:p>
        </p:txBody>
      </p:sp>
    </p:spTree>
    <p:extLst>
      <p:ext uri="{BB962C8B-B14F-4D97-AF65-F5344CB8AC3E}">
        <p14:creationId xmlns:p14="http://schemas.microsoft.com/office/powerpoint/2010/main" val="264906041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51" name="Rounded Rectangle 15">
            <a:extLst>
              <a:ext uri="{FF2B5EF4-FFF2-40B4-BE49-F238E27FC236}">
                <a16:creationId xmlns:a16="http://schemas.microsoft.com/office/drawing/2014/main" id="{7FC08A43-2EC9-90B6-0E49-5C184AF2EDD0}"/>
              </a:ext>
            </a:extLst>
          </p:cNvPr>
          <p:cNvSpPr/>
          <p:nvPr userDrawn="1"/>
        </p:nvSpPr>
        <p:spPr>
          <a:xfrm>
            <a:off x="9288999" y="2624137"/>
            <a:ext cx="804672" cy="80486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0" i="0">
                <a:solidFill>
                  <a:srgbClr val="1D1C1D"/>
                </a:solidFill>
                <a:effectLst/>
                <a:latin typeface="+mn-lt"/>
                <a:ea typeface="Inter" panose="02000503000000020004" pitchFamily="2" charset="0"/>
                <a:cs typeface="Arial" panose="020B0604020202020204" pitchFamily="34" charset="0"/>
              </a:rPr>
              <a:t> </a:t>
            </a:r>
            <a:r>
              <a:rPr lang="en-US" sz="1200" b="0" i="0">
                <a:solidFill>
                  <a:schemeClr val="tx2"/>
                </a:solidFill>
                <a:effectLst/>
                <a:latin typeface="+mn-lt"/>
                <a:ea typeface="Inter" panose="02000503000000020004" pitchFamily="2" charset="0"/>
                <a:cs typeface="Arial" panose="020B0604020202020204" pitchFamily="34" charset="0"/>
              </a:rPr>
              <a:t>E1E4E7</a:t>
            </a:r>
          </a:p>
        </p:txBody>
      </p:sp>
      <p:sp>
        <p:nvSpPr>
          <p:cNvPr id="6" name="Title Placeholder 1">
            <a:extLst>
              <a:ext uri="{FF2B5EF4-FFF2-40B4-BE49-F238E27FC236}">
                <a16:creationId xmlns:a16="http://schemas.microsoft.com/office/drawing/2014/main" id="{4EA569AE-91AE-D038-F8CB-8B8B7B3FF73E}"/>
              </a:ext>
            </a:extLst>
          </p:cNvPr>
          <p:cNvSpPr>
            <a:spLocks noGrp="1"/>
          </p:cNvSpPr>
          <p:nvPr>
            <p:ph type="title" hasCustomPrompt="1"/>
          </p:nvPr>
        </p:nvSpPr>
        <p:spPr>
          <a:xfrm>
            <a:off x="609600" y="685800"/>
            <a:ext cx="10972800" cy="1143000"/>
          </a:xfrm>
          <a:prstGeom prst="rect">
            <a:avLst/>
          </a:prstGeom>
        </p:spPr>
        <p:txBody>
          <a:bodyPr vert="horz" wrap="square" lIns="0" tIns="45720" rIns="0" bIns="91440" rtlCol="0" anchor="t">
            <a:normAutofit/>
          </a:bodyPr>
          <a:lstStyle>
            <a:lvl1pPr>
              <a:defRPr b="1" i="0">
                <a:latin typeface="+mj-lt"/>
                <a:ea typeface="Inter" panose="02000503000000020004" pitchFamily="2" charset="0"/>
                <a:cs typeface="Arial" panose="020B0604020202020204" pitchFamily="34" charset="0"/>
              </a:defRPr>
            </a:lvl1pPr>
          </a:lstStyle>
          <a:p>
            <a:r>
              <a:rPr lang="en-US"/>
              <a:t>Colors</a:t>
            </a:r>
          </a:p>
        </p:txBody>
      </p:sp>
      <p:sp>
        <p:nvSpPr>
          <p:cNvPr id="2" name="Rounded Rectangle 1">
            <a:extLst>
              <a:ext uri="{FF2B5EF4-FFF2-40B4-BE49-F238E27FC236}">
                <a16:creationId xmlns:a16="http://schemas.microsoft.com/office/drawing/2014/main" id="{2344A932-AD7E-019A-5C9E-0AA20F8D163A}"/>
              </a:ext>
            </a:extLst>
          </p:cNvPr>
          <p:cNvSpPr/>
          <p:nvPr userDrawn="1"/>
        </p:nvSpPr>
        <p:spPr>
          <a:xfrm>
            <a:off x="4384492" y="4726095"/>
            <a:ext cx="804672" cy="804863"/>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solidFill>
                  <a:schemeClr val="bg1"/>
                </a:solidFill>
                <a:latin typeface="+mn-lt"/>
                <a:ea typeface="Inter" panose="02000503000000020004" pitchFamily="2" charset="0"/>
              </a:rPr>
              <a:t>BCABDD</a:t>
            </a:r>
          </a:p>
        </p:txBody>
      </p:sp>
      <p:sp>
        <p:nvSpPr>
          <p:cNvPr id="3" name="Rounded Rectangle 2">
            <a:extLst>
              <a:ext uri="{FF2B5EF4-FFF2-40B4-BE49-F238E27FC236}">
                <a16:creationId xmlns:a16="http://schemas.microsoft.com/office/drawing/2014/main" id="{B48518BB-9EB1-630C-8AA2-B9F2E726651F}"/>
              </a:ext>
            </a:extLst>
          </p:cNvPr>
          <p:cNvSpPr/>
          <p:nvPr userDrawn="1"/>
        </p:nvSpPr>
        <p:spPr>
          <a:xfrm>
            <a:off x="3470092" y="4726096"/>
            <a:ext cx="804672" cy="804863"/>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9A81CC</a:t>
            </a:r>
          </a:p>
        </p:txBody>
      </p:sp>
      <p:sp>
        <p:nvSpPr>
          <p:cNvPr id="4" name="Rounded Rectangle 3">
            <a:extLst>
              <a:ext uri="{FF2B5EF4-FFF2-40B4-BE49-F238E27FC236}">
                <a16:creationId xmlns:a16="http://schemas.microsoft.com/office/drawing/2014/main" id="{08983BDB-B3D2-ADA7-EC04-80FFA8CA4680}"/>
              </a:ext>
            </a:extLst>
          </p:cNvPr>
          <p:cNvSpPr/>
          <p:nvPr userDrawn="1"/>
        </p:nvSpPr>
        <p:spPr>
          <a:xfrm>
            <a:off x="1641292" y="4726098"/>
            <a:ext cx="804672" cy="804863"/>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452E72</a:t>
            </a:r>
          </a:p>
        </p:txBody>
      </p:sp>
      <p:sp>
        <p:nvSpPr>
          <p:cNvPr id="5" name="Rounded Rectangle 4">
            <a:extLst>
              <a:ext uri="{FF2B5EF4-FFF2-40B4-BE49-F238E27FC236}">
                <a16:creationId xmlns:a16="http://schemas.microsoft.com/office/drawing/2014/main" id="{8FBBC327-5B5F-8CE5-F797-ACA521A88711}"/>
              </a:ext>
            </a:extLst>
          </p:cNvPr>
          <p:cNvSpPr/>
          <p:nvPr userDrawn="1"/>
        </p:nvSpPr>
        <p:spPr>
          <a:xfrm>
            <a:off x="726892" y="4726099"/>
            <a:ext cx="804672" cy="804863"/>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2E1F4C</a:t>
            </a:r>
          </a:p>
        </p:txBody>
      </p:sp>
      <p:sp>
        <p:nvSpPr>
          <p:cNvPr id="7" name="Rounded Rectangle 6">
            <a:extLst>
              <a:ext uri="{FF2B5EF4-FFF2-40B4-BE49-F238E27FC236}">
                <a16:creationId xmlns:a16="http://schemas.microsoft.com/office/drawing/2014/main" id="{383143A6-4F47-CC1A-F463-830CBB79560D}"/>
              </a:ext>
            </a:extLst>
          </p:cNvPr>
          <p:cNvSpPr/>
          <p:nvPr userDrawn="1"/>
        </p:nvSpPr>
        <p:spPr>
          <a:xfrm>
            <a:off x="2555692" y="4726097"/>
            <a:ext cx="804672" cy="80486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5C3E98</a:t>
            </a:r>
          </a:p>
        </p:txBody>
      </p:sp>
      <p:sp>
        <p:nvSpPr>
          <p:cNvPr id="8" name="Rounded Rectangle 7">
            <a:extLst>
              <a:ext uri="{FF2B5EF4-FFF2-40B4-BE49-F238E27FC236}">
                <a16:creationId xmlns:a16="http://schemas.microsoft.com/office/drawing/2014/main" id="{1A9B7E72-04D3-9DF9-A92C-0494578A748B}"/>
              </a:ext>
            </a:extLst>
          </p:cNvPr>
          <p:cNvSpPr/>
          <p:nvPr userDrawn="1"/>
        </p:nvSpPr>
        <p:spPr>
          <a:xfrm>
            <a:off x="5298892" y="4726095"/>
            <a:ext cx="804672" cy="80486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solidFill>
                  <a:schemeClr val="tx2"/>
                </a:solidFill>
                <a:latin typeface="+mn-lt"/>
                <a:ea typeface="Inter" panose="02000503000000020004" pitchFamily="2" charset="0"/>
              </a:rPr>
              <a:t>DDD5EE</a:t>
            </a:r>
          </a:p>
        </p:txBody>
      </p:sp>
      <p:sp>
        <p:nvSpPr>
          <p:cNvPr id="19" name="Rounded Rectangle 18">
            <a:extLst>
              <a:ext uri="{FF2B5EF4-FFF2-40B4-BE49-F238E27FC236}">
                <a16:creationId xmlns:a16="http://schemas.microsoft.com/office/drawing/2014/main" id="{C2438120-120B-A5B8-310C-92E5FE0B3BBC}"/>
              </a:ext>
            </a:extLst>
          </p:cNvPr>
          <p:cNvSpPr/>
          <p:nvPr userDrawn="1"/>
        </p:nvSpPr>
        <p:spPr>
          <a:xfrm>
            <a:off x="596747" y="4343400"/>
            <a:ext cx="5616543" cy="1294210"/>
          </a:xfrm>
          <a:prstGeom prst="roundRect">
            <a:avLst/>
          </a:prstGeom>
          <a:noFill/>
          <a:ln w="19050">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US" sz="1400">
                <a:solidFill>
                  <a:schemeClr val="tx2"/>
                </a:solidFill>
                <a:latin typeface="+mn-lt"/>
                <a:ea typeface="Inter" panose="02000503000000020004" pitchFamily="2" charset="0"/>
              </a:rPr>
              <a:t>Shades of Primary</a:t>
            </a:r>
          </a:p>
        </p:txBody>
      </p:sp>
      <p:sp>
        <p:nvSpPr>
          <p:cNvPr id="30" name="Rounded Rectangle 29">
            <a:extLst>
              <a:ext uri="{FF2B5EF4-FFF2-40B4-BE49-F238E27FC236}">
                <a16:creationId xmlns:a16="http://schemas.microsoft.com/office/drawing/2014/main" id="{B6662229-28D9-6803-EC1A-244FF1B80BDF}"/>
              </a:ext>
            </a:extLst>
          </p:cNvPr>
          <p:cNvSpPr/>
          <p:nvPr userDrawn="1"/>
        </p:nvSpPr>
        <p:spPr>
          <a:xfrm>
            <a:off x="2922665" y="2624137"/>
            <a:ext cx="804672" cy="8048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E64680</a:t>
            </a:r>
          </a:p>
        </p:txBody>
      </p:sp>
      <p:sp>
        <p:nvSpPr>
          <p:cNvPr id="31" name="Rounded Rectangle 30">
            <a:extLst>
              <a:ext uri="{FF2B5EF4-FFF2-40B4-BE49-F238E27FC236}">
                <a16:creationId xmlns:a16="http://schemas.microsoft.com/office/drawing/2014/main" id="{BD726382-B6E1-0AD5-C9A6-DC7B3C77F6A7}"/>
              </a:ext>
            </a:extLst>
          </p:cNvPr>
          <p:cNvSpPr/>
          <p:nvPr userDrawn="1"/>
        </p:nvSpPr>
        <p:spPr>
          <a:xfrm>
            <a:off x="3830873" y="2624137"/>
            <a:ext cx="804672" cy="80486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BC93FF</a:t>
            </a:r>
          </a:p>
        </p:txBody>
      </p:sp>
      <p:sp>
        <p:nvSpPr>
          <p:cNvPr id="32" name="Rounded Rectangle 31">
            <a:extLst>
              <a:ext uri="{FF2B5EF4-FFF2-40B4-BE49-F238E27FC236}">
                <a16:creationId xmlns:a16="http://schemas.microsoft.com/office/drawing/2014/main" id="{37E1486D-5466-67D1-296D-2D3548B7B5C7}"/>
              </a:ext>
            </a:extLst>
          </p:cNvPr>
          <p:cNvSpPr/>
          <p:nvPr userDrawn="1"/>
        </p:nvSpPr>
        <p:spPr>
          <a:xfrm>
            <a:off x="5191432" y="2624137"/>
            <a:ext cx="804672" cy="80486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1EA3BE</a:t>
            </a:r>
          </a:p>
        </p:txBody>
      </p:sp>
      <p:sp>
        <p:nvSpPr>
          <p:cNvPr id="34" name="Rounded Rectangle 33">
            <a:extLst>
              <a:ext uri="{FF2B5EF4-FFF2-40B4-BE49-F238E27FC236}">
                <a16:creationId xmlns:a16="http://schemas.microsoft.com/office/drawing/2014/main" id="{94086131-B79C-081F-45DD-0DC06E793166}"/>
              </a:ext>
            </a:extLst>
          </p:cNvPr>
          <p:cNvSpPr/>
          <p:nvPr userDrawn="1"/>
        </p:nvSpPr>
        <p:spPr>
          <a:xfrm>
            <a:off x="6105832" y="2624137"/>
            <a:ext cx="804672" cy="804863"/>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FFB600</a:t>
            </a:r>
          </a:p>
        </p:txBody>
      </p:sp>
      <p:sp>
        <p:nvSpPr>
          <p:cNvPr id="35" name="Rounded Rectangle 34">
            <a:extLst>
              <a:ext uri="{FF2B5EF4-FFF2-40B4-BE49-F238E27FC236}">
                <a16:creationId xmlns:a16="http://schemas.microsoft.com/office/drawing/2014/main" id="{F84E3067-4112-A168-41BB-D72A95E97194}"/>
              </a:ext>
            </a:extLst>
          </p:cNvPr>
          <p:cNvSpPr/>
          <p:nvPr userDrawn="1"/>
        </p:nvSpPr>
        <p:spPr>
          <a:xfrm>
            <a:off x="1514785" y="2624137"/>
            <a:ext cx="804672" cy="80486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301E57</a:t>
            </a:r>
          </a:p>
        </p:txBody>
      </p:sp>
      <p:sp>
        <p:nvSpPr>
          <p:cNvPr id="36" name="Rounded Rectangle 35">
            <a:extLst>
              <a:ext uri="{FF2B5EF4-FFF2-40B4-BE49-F238E27FC236}">
                <a16:creationId xmlns:a16="http://schemas.microsoft.com/office/drawing/2014/main" id="{8B311440-209F-76F2-D59A-39B663A3A9AF}"/>
              </a:ext>
            </a:extLst>
          </p:cNvPr>
          <p:cNvSpPr/>
          <p:nvPr userDrawn="1"/>
        </p:nvSpPr>
        <p:spPr>
          <a:xfrm>
            <a:off x="7007844" y="2624137"/>
            <a:ext cx="804672" cy="804863"/>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94C63F</a:t>
            </a:r>
          </a:p>
        </p:txBody>
      </p:sp>
      <p:sp>
        <p:nvSpPr>
          <p:cNvPr id="37" name="Rounded Rectangle 36">
            <a:extLst>
              <a:ext uri="{FF2B5EF4-FFF2-40B4-BE49-F238E27FC236}">
                <a16:creationId xmlns:a16="http://schemas.microsoft.com/office/drawing/2014/main" id="{1BBF5943-DF2C-FF9D-DE5C-40035AC56C48}"/>
              </a:ext>
            </a:extLst>
          </p:cNvPr>
          <p:cNvSpPr/>
          <p:nvPr userDrawn="1"/>
        </p:nvSpPr>
        <p:spPr>
          <a:xfrm>
            <a:off x="612773" y="2624137"/>
            <a:ext cx="804672" cy="80486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latin typeface="+mn-lt"/>
                <a:ea typeface="Inter" panose="02000503000000020004" pitchFamily="2" charset="0"/>
              </a:rPr>
              <a:t>5C3E98</a:t>
            </a:r>
          </a:p>
        </p:txBody>
      </p:sp>
      <p:sp>
        <p:nvSpPr>
          <p:cNvPr id="38" name="Rounded Rectangle 37">
            <a:extLst>
              <a:ext uri="{FF2B5EF4-FFF2-40B4-BE49-F238E27FC236}">
                <a16:creationId xmlns:a16="http://schemas.microsoft.com/office/drawing/2014/main" id="{E11F781C-BA91-9ABE-C3D7-5EC2705F6F58}"/>
              </a:ext>
            </a:extLst>
          </p:cNvPr>
          <p:cNvSpPr/>
          <p:nvPr userDrawn="1"/>
        </p:nvSpPr>
        <p:spPr>
          <a:xfrm>
            <a:off x="8368403" y="2624137"/>
            <a:ext cx="804672" cy="80486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a:solidFill>
                  <a:schemeClr val="bg1"/>
                </a:solidFill>
                <a:latin typeface="+mn-lt"/>
                <a:ea typeface="Inter" panose="02000503000000020004" pitchFamily="2" charset="0"/>
              </a:rPr>
              <a:t>6C7986</a:t>
            </a:r>
          </a:p>
        </p:txBody>
      </p:sp>
      <p:cxnSp>
        <p:nvCxnSpPr>
          <p:cNvPr id="39" name="Straight Connector 38">
            <a:extLst>
              <a:ext uri="{FF2B5EF4-FFF2-40B4-BE49-F238E27FC236}">
                <a16:creationId xmlns:a16="http://schemas.microsoft.com/office/drawing/2014/main" id="{E83A2C9D-415A-8058-05F6-07D7D50F0C7E}"/>
              </a:ext>
            </a:extLst>
          </p:cNvPr>
          <p:cNvCxnSpPr>
            <a:cxnSpLocks/>
          </p:cNvCxnSpPr>
          <p:nvPr userDrawn="1"/>
        </p:nvCxnSpPr>
        <p:spPr>
          <a:xfrm>
            <a:off x="9282801" y="2710196"/>
            <a:ext cx="804672" cy="0"/>
          </a:xfrm>
          <a:prstGeom prst="line">
            <a:avLst/>
          </a:prstGeom>
          <a:ln w="190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0AC51072-6B4B-B176-4ABD-D9E3E9402FBB}"/>
              </a:ext>
            </a:extLst>
          </p:cNvPr>
          <p:cNvSpPr/>
          <p:nvPr userDrawn="1"/>
        </p:nvSpPr>
        <p:spPr>
          <a:xfrm>
            <a:off x="9282801"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Border</a:t>
            </a:r>
          </a:p>
        </p:txBody>
      </p:sp>
      <p:sp>
        <p:nvSpPr>
          <p:cNvPr id="41" name="Rounded Rectangle 40">
            <a:extLst>
              <a:ext uri="{FF2B5EF4-FFF2-40B4-BE49-F238E27FC236}">
                <a16:creationId xmlns:a16="http://schemas.microsoft.com/office/drawing/2014/main" id="{6A73967E-93F5-03F5-34F2-7147E7C85641}"/>
              </a:ext>
            </a:extLst>
          </p:cNvPr>
          <p:cNvSpPr/>
          <p:nvPr userDrawn="1"/>
        </p:nvSpPr>
        <p:spPr>
          <a:xfrm>
            <a:off x="1508589"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Dark Purple</a:t>
            </a:r>
          </a:p>
        </p:txBody>
      </p:sp>
      <p:sp>
        <p:nvSpPr>
          <p:cNvPr id="42" name="Rounded Rectangle 41">
            <a:extLst>
              <a:ext uri="{FF2B5EF4-FFF2-40B4-BE49-F238E27FC236}">
                <a16:creationId xmlns:a16="http://schemas.microsoft.com/office/drawing/2014/main" id="{7F6583CB-ACAC-4535-A28F-B46569545F75}"/>
              </a:ext>
            </a:extLst>
          </p:cNvPr>
          <p:cNvSpPr/>
          <p:nvPr userDrawn="1"/>
        </p:nvSpPr>
        <p:spPr>
          <a:xfrm>
            <a:off x="606579"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Primary Purple</a:t>
            </a:r>
          </a:p>
        </p:txBody>
      </p:sp>
      <p:sp>
        <p:nvSpPr>
          <p:cNvPr id="43" name="Rounded Rectangle 42">
            <a:extLst>
              <a:ext uri="{FF2B5EF4-FFF2-40B4-BE49-F238E27FC236}">
                <a16:creationId xmlns:a16="http://schemas.microsoft.com/office/drawing/2014/main" id="{7BEB0DBA-80CD-7F0F-2839-87B950F27011}"/>
              </a:ext>
            </a:extLst>
          </p:cNvPr>
          <p:cNvSpPr/>
          <p:nvPr userDrawn="1"/>
        </p:nvSpPr>
        <p:spPr>
          <a:xfrm>
            <a:off x="2922665"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Primary Accent</a:t>
            </a:r>
          </a:p>
        </p:txBody>
      </p:sp>
      <p:sp>
        <p:nvSpPr>
          <p:cNvPr id="44" name="Rounded Rectangle 43">
            <a:extLst>
              <a:ext uri="{FF2B5EF4-FFF2-40B4-BE49-F238E27FC236}">
                <a16:creationId xmlns:a16="http://schemas.microsoft.com/office/drawing/2014/main" id="{F611AD82-74FE-67B4-D665-40D356FC36A8}"/>
              </a:ext>
            </a:extLst>
          </p:cNvPr>
          <p:cNvSpPr/>
          <p:nvPr userDrawn="1"/>
        </p:nvSpPr>
        <p:spPr>
          <a:xfrm>
            <a:off x="3824669"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Secondary Accent</a:t>
            </a:r>
          </a:p>
        </p:txBody>
      </p:sp>
      <p:sp>
        <p:nvSpPr>
          <p:cNvPr id="45" name="Rounded Rectangle 44">
            <a:extLst>
              <a:ext uri="{FF2B5EF4-FFF2-40B4-BE49-F238E27FC236}">
                <a16:creationId xmlns:a16="http://schemas.microsoft.com/office/drawing/2014/main" id="{DA6401FB-D688-1780-2AAC-FE98D088FFE1}"/>
              </a:ext>
            </a:extLst>
          </p:cNvPr>
          <p:cNvSpPr/>
          <p:nvPr userDrawn="1"/>
        </p:nvSpPr>
        <p:spPr>
          <a:xfrm>
            <a:off x="5203820"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Teal</a:t>
            </a:r>
          </a:p>
          <a:p>
            <a:pPr algn="ctr"/>
            <a:r>
              <a:rPr lang="en-US" sz="1200">
                <a:solidFill>
                  <a:schemeClr val="tx2"/>
                </a:solidFill>
                <a:latin typeface="+mn-lt"/>
                <a:ea typeface="Inter" panose="02000503000000020004" pitchFamily="2" charset="0"/>
              </a:rPr>
              <a:t>Accent</a:t>
            </a:r>
          </a:p>
        </p:txBody>
      </p:sp>
      <p:sp>
        <p:nvSpPr>
          <p:cNvPr id="46" name="Rounded Rectangle 45">
            <a:extLst>
              <a:ext uri="{FF2B5EF4-FFF2-40B4-BE49-F238E27FC236}">
                <a16:creationId xmlns:a16="http://schemas.microsoft.com/office/drawing/2014/main" id="{321B3A5B-7AF8-336D-10FD-B78606D1ADCE}"/>
              </a:ext>
            </a:extLst>
          </p:cNvPr>
          <p:cNvSpPr/>
          <p:nvPr userDrawn="1"/>
        </p:nvSpPr>
        <p:spPr>
          <a:xfrm>
            <a:off x="6105832"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Yellow</a:t>
            </a:r>
          </a:p>
          <a:p>
            <a:pPr algn="ctr"/>
            <a:r>
              <a:rPr lang="en-US" sz="1200">
                <a:solidFill>
                  <a:schemeClr val="tx2"/>
                </a:solidFill>
                <a:latin typeface="+mn-lt"/>
                <a:ea typeface="Inter" panose="02000503000000020004" pitchFamily="2" charset="0"/>
              </a:rPr>
              <a:t>Accent</a:t>
            </a:r>
          </a:p>
        </p:txBody>
      </p:sp>
      <p:sp>
        <p:nvSpPr>
          <p:cNvPr id="47" name="Rounded Rectangle 46">
            <a:extLst>
              <a:ext uri="{FF2B5EF4-FFF2-40B4-BE49-F238E27FC236}">
                <a16:creationId xmlns:a16="http://schemas.microsoft.com/office/drawing/2014/main" id="{7482BB9F-4FDD-DBB0-6F0B-AB2C3AD2E7A4}"/>
              </a:ext>
            </a:extLst>
          </p:cNvPr>
          <p:cNvSpPr/>
          <p:nvPr userDrawn="1"/>
        </p:nvSpPr>
        <p:spPr>
          <a:xfrm>
            <a:off x="7007844" y="2199433"/>
            <a:ext cx="804672"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Green</a:t>
            </a:r>
          </a:p>
          <a:p>
            <a:pPr algn="ctr"/>
            <a:r>
              <a:rPr lang="en-US" sz="1200">
                <a:solidFill>
                  <a:schemeClr val="tx2"/>
                </a:solidFill>
                <a:latin typeface="+mn-lt"/>
                <a:ea typeface="Inter" panose="02000503000000020004" pitchFamily="2" charset="0"/>
              </a:rPr>
              <a:t>Accent</a:t>
            </a:r>
          </a:p>
        </p:txBody>
      </p:sp>
      <p:sp>
        <p:nvSpPr>
          <p:cNvPr id="48" name="Rounded Rectangle 47">
            <a:extLst>
              <a:ext uri="{FF2B5EF4-FFF2-40B4-BE49-F238E27FC236}">
                <a16:creationId xmlns:a16="http://schemas.microsoft.com/office/drawing/2014/main" id="{8825583A-FC37-1EA6-003C-680BCC62BA2D}"/>
              </a:ext>
            </a:extLst>
          </p:cNvPr>
          <p:cNvSpPr/>
          <p:nvPr userDrawn="1"/>
        </p:nvSpPr>
        <p:spPr>
          <a:xfrm>
            <a:off x="8313540" y="2199433"/>
            <a:ext cx="914398"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Body Text</a:t>
            </a:r>
          </a:p>
        </p:txBody>
      </p:sp>
      <p:sp>
        <p:nvSpPr>
          <p:cNvPr id="49" name="Rounded Rectangle 15">
            <a:extLst>
              <a:ext uri="{FF2B5EF4-FFF2-40B4-BE49-F238E27FC236}">
                <a16:creationId xmlns:a16="http://schemas.microsoft.com/office/drawing/2014/main" id="{DC2FA2C3-23BD-8D82-57B1-E0ECCAFCF39F}"/>
              </a:ext>
            </a:extLst>
          </p:cNvPr>
          <p:cNvSpPr/>
          <p:nvPr userDrawn="1"/>
        </p:nvSpPr>
        <p:spPr>
          <a:xfrm>
            <a:off x="10220632" y="2624137"/>
            <a:ext cx="804672" cy="804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b="0" i="0">
                <a:solidFill>
                  <a:schemeClr val="bg1"/>
                </a:solidFill>
                <a:effectLst/>
                <a:latin typeface="+mn-lt"/>
                <a:ea typeface="Inter" panose="02000503000000020004" pitchFamily="2" charset="0"/>
                <a:cs typeface="Arial" panose="020B0604020202020204" pitchFamily="34" charset="0"/>
              </a:rPr>
              <a:t> </a:t>
            </a:r>
            <a:r>
              <a:rPr lang="en-US" sz="1200" b="0" i="0">
                <a:solidFill>
                  <a:schemeClr val="tx2"/>
                </a:solidFill>
                <a:effectLst/>
                <a:latin typeface="+mn-lt"/>
                <a:ea typeface="Inter" panose="02000503000000020004" pitchFamily="2" charset="0"/>
                <a:cs typeface="Arial" panose="020B0604020202020204" pitchFamily="34" charset="0"/>
              </a:rPr>
              <a:t>F0F5FA</a:t>
            </a:r>
          </a:p>
        </p:txBody>
      </p:sp>
      <p:sp>
        <p:nvSpPr>
          <p:cNvPr id="50" name="Rounded Rectangle 26">
            <a:extLst>
              <a:ext uri="{FF2B5EF4-FFF2-40B4-BE49-F238E27FC236}">
                <a16:creationId xmlns:a16="http://schemas.microsoft.com/office/drawing/2014/main" id="{9F012C1D-5933-F647-480E-9A27C9C2F2A4}"/>
              </a:ext>
            </a:extLst>
          </p:cNvPr>
          <p:cNvSpPr/>
          <p:nvPr userDrawn="1"/>
        </p:nvSpPr>
        <p:spPr>
          <a:xfrm>
            <a:off x="10165769" y="2199433"/>
            <a:ext cx="914398" cy="2607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a:solidFill>
                  <a:schemeClr val="tx2"/>
                </a:solidFill>
                <a:latin typeface="+mn-lt"/>
                <a:ea typeface="Inter" panose="02000503000000020004" pitchFamily="2" charset="0"/>
              </a:rPr>
              <a:t>Background</a:t>
            </a:r>
          </a:p>
        </p:txBody>
      </p:sp>
      <p:sp>
        <p:nvSpPr>
          <p:cNvPr id="52" name="TextBox 51">
            <a:extLst>
              <a:ext uri="{FF2B5EF4-FFF2-40B4-BE49-F238E27FC236}">
                <a16:creationId xmlns:a16="http://schemas.microsoft.com/office/drawing/2014/main" id="{38EEFBD7-D481-D9DE-D187-1823C36B2B06}"/>
              </a:ext>
            </a:extLst>
          </p:cNvPr>
          <p:cNvSpPr txBox="1"/>
          <p:nvPr userDrawn="1"/>
        </p:nvSpPr>
        <p:spPr>
          <a:xfrm>
            <a:off x="9282801" y="3116757"/>
            <a:ext cx="804672" cy="246221"/>
          </a:xfrm>
          <a:prstGeom prst="rect">
            <a:avLst/>
          </a:prstGeom>
          <a:noFill/>
        </p:spPr>
        <p:txBody>
          <a:bodyPr wrap="square">
            <a:spAutoFit/>
          </a:bodyPr>
          <a:lstStyle/>
          <a:p>
            <a:pPr algn="ctr"/>
            <a:r>
              <a:rPr lang="en-US" sz="1000" b="0" i="0">
                <a:solidFill>
                  <a:schemeClr val="tx1"/>
                </a:solidFill>
                <a:effectLst/>
                <a:latin typeface="+mn-lt"/>
                <a:ea typeface="Inter" panose="02000503000000020004" pitchFamily="2" charset="0"/>
                <a:cs typeface="Arial" panose="020B0604020202020204" pitchFamily="34" charset="0"/>
              </a:rPr>
              <a:t>(1.5 pt)</a:t>
            </a:r>
          </a:p>
        </p:txBody>
      </p:sp>
    </p:spTree>
    <p:extLst>
      <p:ext uri="{BB962C8B-B14F-4D97-AF65-F5344CB8AC3E}">
        <p14:creationId xmlns:p14="http://schemas.microsoft.com/office/powerpoint/2010/main" val="2542008321"/>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1"/>
        <p:cNvGrpSpPr/>
        <p:nvPr/>
      </p:nvGrpSpPr>
      <p:grpSpPr>
        <a:xfrm>
          <a:off x="0" y="0"/>
          <a:ext cx="0" cy="0"/>
          <a:chOff x="0" y="0"/>
          <a:chExt cx="0" cy="0"/>
        </a:xfrm>
      </p:grpSpPr>
      <p:sp>
        <p:nvSpPr>
          <p:cNvPr id="52" name="Google Shape;52;g230b1a41ba8_0_220"/>
          <p:cNvSpPr txBox="1">
            <a:spLocks noGrp="1"/>
          </p:cNvSpPr>
          <p:nvPr>
            <p:ph type="title"/>
          </p:nvPr>
        </p:nvSpPr>
        <p:spPr>
          <a:xfrm>
            <a:off x="1409065" y="1127051"/>
            <a:ext cx="9373800" cy="29238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900" b="1" i="0">
                <a:solidFill>
                  <a:srgbClr val="231F20"/>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g230b1a41ba8_0_220"/>
          <p:cNvSpPr txBox="1">
            <a:spLocks noGrp="1"/>
          </p:cNvSpPr>
          <p:nvPr>
            <p:ph type="body" idx="1"/>
          </p:nvPr>
        </p:nvSpPr>
        <p:spPr>
          <a:xfrm>
            <a:off x="1435121" y="3029622"/>
            <a:ext cx="9321900" cy="230832"/>
          </a:xfrm>
          <a:prstGeom prst="rect">
            <a:avLst/>
          </a:prstGeom>
          <a:noFill/>
          <a:ln>
            <a:noFill/>
          </a:ln>
        </p:spPr>
        <p:txBody>
          <a:bodyPr spcFirstLastPara="1" wrap="square" lIns="0" tIns="0" rIns="0" bIns="0" anchor="t" anchorCtr="0">
            <a:spAutoFit/>
          </a:bodyPr>
          <a:lstStyle>
            <a:lvl1pPr marL="457189" lvl="0" indent="-228594" algn="l">
              <a:lnSpc>
                <a:spcPct val="100000"/>
              </a:lnSpc>
              <a:spcBef>
                <a:spcPts val="0"/>
              </a:spcBef>
              <a:spcAft>
                <a:spcPts val="0"/>
              </a:spcAft>
              <a:buSzPts val="1400"/>
              <a:buNone/>
              <a:defRPr sz="1500" b="0" i="0">
                <a:solidFill>
                  <a:srgbClr val="231F20"/>
                </a:solidFill>
                <a:latin typeface="Roboto Light"/>
                <a:ea typeface="Roboto Light"/>
                <a:cs typeface="Roboto Light"/>
                <a:sym typeface="Roboto Light"/>
              </a:defRPr>
            </a:lvl1pPr>
            <a:lvl2pPr marL="914377" lvl="1" indent="-228594" algn="l">
              <a:lnSpc>
                <a:spcPct val="100000"/>
              </a:lnSpc>
              <a:spcBef>
                <a:spcPts val="0"/>
              </a:spcBef>
              <a:spcAft>
                <a:spcPts val="0"/>
              </a:spcAft>
              <a:buSzPts val="1400"/>
              <a:buNone/>
              <a:defRPr/>
            </a:lvl2pPr>
            <a:lvl3pPr marL="1371566" lvl="2" indent="-228594" algn="l">
              <a:lnSpc>
                <a:spcPct val="100000"/>
              </a:lnSpc>
              <a:spcBef>
                <a:spcPts val="0"/>
              </a:spcBef>
              <a:spcAft>
                <a:spcPts val="0"/>
              </a:spcAft>
              <a:buSzPts val="1400"/>
              <a:buNone/>
              <a:defRPr/>
            </a:lvl3pPr>
            <a:lvl4pPr marL="1828754" lvl="3" indent="-228594" algn="l">
              <a:lnSpc>
                <a:spcPct val="100000"/>
              </a:lnSpc>
              <a:spcBef>
                <a:spcPts val="0"/>
              </a:spcBef>
              <a:spcAft>
                <a:spcPts val="0"/>
              </a:spcAft>
              <a:buSzPts val="1400"/>
              <a:buNone/>
              <a:defRPr/>
            </a:lvl4pPr>
            <a:lvl5pPr marL="2285943" lvl="4" indent="-228594" algn="l">
              <a:lnSpc>
                <a:spcPct val="100000"/>
              </a:lnSpc>
              <a:spcBef>
                <a:spcPts val="0"/>
              </a:spcBef>
              <a:spcAft>
                <a:spcPts val="0"/>
              </a:spcAft>
              <a:buSzPts val="1400"/>
              <a:buNone/>
              <a:defRPr/>
            </a:lvl5pPr>
            <a:lvl6pPr marL="2743131" lvl="5" indent="-228594" algn="l">
              <a:lnSpc>
                <a:spcPct val="100000"/>
              </a:lnSpc>
              <a:spcBef>
                <a:spcPts val="0"/>
              </a:spcBef>
              <a:spcAft>
                <a:spcPts val="0"/>
              </a:spcAft>
              <a:buSzPts val="1400"/>
              <a:buNone/>
              <a:defRPr/>
            </a:lvl6pPr>
            <a:lvl7pPr marL="3200320" lvl="6" indent="-228594" algn="l">
              <a:lnSpc>
                <a:spcPct val="100000"/>
              </a:lnSpc>
              <a:spcBef>
                <a:spcPts val="0"/>
              </a:spcBef>
              <a:spcAft>
                <a:spcPts val="0"/>
              </a:spcAft>
              <a:buSzPts val="1400"/>
              <a:buNone/>
              <a:defRPr/>
            </a:lvl7pPr>
            <a:lvl8pPr marL="3657509" lvl="7" indent="-228594" algn="l">
              <a:lnSpc>
                <a:spcPct val="100000"/>
              </a:lnSpc>
              <a:spcBef>
                <a:spcPts val="0"/>
              </a:spcBef>
              <a:spcAft>
                <a:spcPts val="0"/>
              </a:spcAft>
              <a:buSzPts val="1400"/>
              <a:buNone/>
              <a:defRPr/>
            </a:lvl8pPr>
            <a:lvl9pPr marL="4114697" lvl="8" indent="-228594" algn="l">
              <a:lnSpc>
                <a:spcPct val="100000"/>
              </a:lnSpc>
              <a:spcBef>
                <a:spcPts val="0"/>
              </a:spcBef>
              <a:spcAft>
                <a:spcPts val="0"/>
              </a:spcAft>
              <a:buSzPts val="1400"/>
              <a:buNone/>
              <a:defRPr/>
            </a:lvl9pPr>
          </a:lstStyle>
          <a:p>
            <a:endParaRPr/>
          </a:p>
        </p:txBody>
      </p:sp>
      <p:sp>
        <p:nvSpPr>
          <p:cNvPr id="54" name="Google Shape;54;g230b1a41ba8_0_220"/>
          <p:cNvSpPr txBox="1">
            <a:spLocks noGrp="1"/>
          </p:cNvSpPr>
          <p:nvPr>
            <p:ph type="ftr" idx="11"/>
          </p:nvPr>
        </p:nvSpPr>
        <p:spPr>
          <a:xfrm>
            <a:off x="683672" y="6441159"/>
            <a:ext cx="2722800" cy="161711"/>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051" b="0" i="0" u="none" strike="noStrike" cap="none">
                <a:solidFill>
                  <a:srgbClr val="020303"/>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g230b1a41ba8_0_220"/>
          <p:cNvSpPr txBox="1">
            <a:spLocks noGrp="1"/>
          </p:cNvSpPr>
          <p:nvPr>
            <p:ph type="dt" idx="10"/>
          </p:nvPr>
        </p:nvSpPr>
        <p:spPr>
          <a:xfrm>
            <a:off x="609601" y="6377941"/>
            <a:ext cx="28041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 name="Google Shape;56;g230b1a41ba8_0_220"/>
          <p:cNvSpPr txBox="1">
            <a:spLocks noGrp="1"/>
          </p:cNvSpPr>
          <p:nvPr>
            <p:ph type="sldNum" idx="12"/>
          </p:nvPr>
        </p:nvSpPr>
        <p:spPr>
          <a:xfrm>
            <a:off x="8778241" y="6377942"/>
            <a:ext cx="2804100" cy="276999"/>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979280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6.xml"/><Relationship Id="rId21" Type="http://schemas.openxmlformats.org/officeDocument/2006/relationships/slideLayout" Target="../slideLayouts/slideLayout41.xml"/><Relationship Id="rId42" Type="http://schemas.openxmlformats.org/officeDocument/2006/relationships/slideLayout" Target="../slideLayouts/slideLayout62.xml"/><Relationship Id="rId47" Type="http://schemas.openxmlformats.org/officeDocument/2006/relationships/slideLayout" Target="../slideLayouts/slideLayout67.xml"/><Relationship Id="rId63" Type="http://schemas.openxmlformats.org/officeDocument/2006/relationships/slideLayout" Target="../slideLayouts/slideLayout83.xml"/><Relationship Id="rId68" Type="http://schemas.openxmlformats.org/officeDocument/2006/relationships/slideLayout" Target="../slideLayouts/slideLayout88.xml"/><Relationship Id="rId84" Type="http://schemas.openxmlformats.org/officeDocument/2006/relationships/slideLayout" Target="../slideLayouts/slideLayout104.xml"/><Relationship Id="rId89" Type="http://schemas.openxmlformats.org/officeDocument/2006/relationships/slideLayout" Target="../slideLayouts/slideLayout109.xml"/><Relationship Id="rId16" Type="http://schemas.openxmlformats.org/officeDocument/2006/relationships/slideLayout" Target="../slideLayouts/slideLayout36.xml"/><Relationship Id="rId107" Type="http://schemas.openxmlformats.org/officeDocument/2006/relationships/image" Target="../media/image11.png"/><Relationship Id="rId11" Type="http://schemas.openxmlformats.org/officeDocument/2006/relationships/slideLayout" Target="../slideLayouts/slideLayout31.xml"/><Relationship Id="rId32" Type="http://schemas.openxmlformats.org/officeDocument/2006/relationships/slideLayout" Target="../slideLayouts/slideLayout52.xml"/><Relationship Id="rId37" Type="http://schemas.openxmlformats.org/officeDocument/2006/relationships/slideLayout" Target="../slideLayouts/slideLayout57.xml"/><Relationship Id="rId53" Type="http://schemas.openxmlformats.org/officeDocument/2006/relationships/slideLayout" Target="../slideLayouts/slideLayout73.xml"/><Relationship Id="rId58" Type="http://schemas.openxmlformats.org/officeDocument/2006/relationships/slideLayout" Target="../slideLayouts/slideLayout78.xml"/><Relationship Id="rId74" Type="http://schemas.openxmlformats.org/officeDocument/2006/relationships/slideLayout" Target="../slideLayouts/slideLayout94.xml"/><Relationship Id="rId79" Type="http://schemas.openxmlformats.org/officeDocument/2006/relationships/slideLayout" Target="../slideLayouts/slideLayout99.xml"/><Relationship Id="rId102" Type="http://schemas.openxmlformats.org/officeDocument/2006/relationships/slideLayout" Target="../slideLayouts/slideLayout122.xml"/><Relationship Id="rId5" Type="http://schemas.openxmlformats.org/officeDocument/2006/relationships/slideLayout" Target="../slideLayouts/slideLayout25.xml"/><Relationship Id="rId90" Type="http://schemas.openxmlformats.org/officeDocument/2006/relationships/slideLayout" Target="../slideLayouts/slideLayout110.xml"/><Relationship Id="rId95" Type="http://schemas.openxmlformats.org/officeDocument/2006/relationships/slideLayout" Target="../slideLayouts/slideLayout115.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43" Type="http://schemas.openxmlformats.org/officeDocument/2006/relationships/slideLayout" Target="../slideLayouts/slideLayout63.xml"/><Relationship Id="rId48" Type="http://schemas.openxmlformats.org/officeDocument/2006/relationships/slideLayout" Target="../slideLayouts/slideLayout68.xml"/><Relationship Id="rId64" Type="http://schemas.openxmlformats.org/officeDocument/2006/relationships/slideLayout" Target="../slideLayouts/slideLayout84.xml"/><Relationship Id="rId69" Type="http://schemas.openxmlformats.org/officeDocument/2006/relationships/slideLayout" Target="../slideLayouts/slideLayout89.xml"/><Relationship Id="rId80" Type="http://schemas.openxmlformats.org/officeDocument/2006/relationships/slideLayout" Target="../slideLayouts/slideLayout100.xml"/><Relationship Id="rId85" Type="http://schemas.openxmlformats.org/officeDocument/2006/relationships/slideLayout" Target="../slideLayouts/slideLayout105.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33" Type="http://schemas.openxmlformats.org/officeDocument/2006/relationships/slideLayout" Target="../slideLayouts/slideLayout53.xml"/><Relationship Id="rId38" Type="http://schemas.openxmlformats.org/officeDocument/2006/relationships/slideLayout" Target="../slideLayouts/slideLayout58.xml"/><Relationship Id="rId59" Type="http://schemas.openxmlformats.org/officeDocument/2006/relationships/slideLayout" Target="../slideLayouts/slideLayout79.xml"/><Relationship Id="rId103" Type="http://schemas.openxmlformats.org/officeDocument/2006/relationships/slideLayout" Target="../slideLayouts/slideLayout123.xml"/><Relationship Id="rId20" Type="http://schemas.openxmlformats.org/officeDocument/2006/relationships/slideLayout" Target="../slideLayouts/slideLayout40.xml"/><Relationship Id="rId41" Type="http://schemas.openxmlformats.org/officeDocument/2006/relationships/slideLayout" Target="../slideLayouts/slideLayout61.xml"/><Relationship Id="rId54" Type="http://schemas.openxmlformats.org/officeDocument/2006/relationships/slideLayout" Target="../slideLayouts/slideLayout74.xml"/><Relationship Id="rId62" Type="http://schemas.openxmlformats.org/officeDocument/2006/relationships/slideLayout" Target="../slideLayouts/slideLayout82.xml"/><Relationship Id="rId70" Type="http://schemas.openxmlformats.org/officeDocument/2006/relationships/slideLayout" Target="../slideLayouts/slideLayout90.xml"/><Relationship Id="rId75" Type="http://schemas.openxmlformats.org/officeDocument/2006/relationships/slideLayout" Target="../slideLayouts/slideLayout95.xml"/><Relationship Id="rId83" Type="http://schemas.openxmlformats.org/officeDocument/2006/relationships/slideLayout" Target="../slideLayouts/slideLayout103.xml"/><Relationship Id="rId88" Type="http://schemas.openxmlformats.org/officeDocument/2006/relationships/slideLayout" Target="../slideLayouts/slideLayout108.xml"/><Relationship Id="rId91" Type="http://schemas.openxmlformats.org/officeDocument/2006/relationships/slideLayout" Target="../slideLayouts/slideLayout111.xml"/><Relationship Id="rId96" Type="http://schemas.openxmlformats.org/officeDocument/2006/relationships/slideLayout" Target="../slideLayouts/slideLayout116.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36" Type="http://schemas.openxmlformats.org/officeDocument/2006/relationships/slideLayout" Target="../slideLayouts/slideLayout56.xml"/><Relationship Id="rId49" Type="http://schemas.openxmlformats.org/officeDocument/2006/relationships/slideLayout" Target="../slideLayouts/slideLayout69.xml"/><Relationship Id="rId57" Type="http://schemas.openxmlformats.org/officeDocument/2006/relationships/slideLayout" Target="../slideLayouts/slideLayout77.xml"/><Relationship Id="rId106" Type="http://schemas.openxmlformats.org/officeDocument/2006/relationships/theme" Target="../theme/theme2.xml"/><Relationship Id="rId10" Type="http://schemas.openxmlformats.org/officeDocument/2006/relationships/slideLayout" Target="../slideLayouts/slideLayout30.xml"/><Relationship Id="rId31" Type="http://schemas.openxmlformats.org/officeDocument/2006/relationships/slideLayout" Target="../slideLayouts/slideLayout51.xml"/><Relationship Id="rId44" Type="http://schemas.openxmlformats.org/officeDocument/2006/relationships/slideLayout" Target="../slideLayouts/slideLayout64.xml"/><Relationship Id="rId52" Type="http://schemas.openxmlformats.org/officeDocument/2006/relationships/slideLayout" Target="../slideLayouts/slideLayout72.xml"/><Relationship Id="rId60" Type="http://schemas.openxmlformats.org/officeDocument/2006/relationships/slideLayout" Target="../slideLayouts/slideLayout80.xml"/><Relationship Id="rId65" Type="http://schemas.openxmlformats.org/officeDocument/2006/relationships/slideLayout" Target="../slideLayouts/slideLayout85.xml"/><Relationship Id="rId73" Type="http://schemas.openxmlformats.org/officeDocument/2006/relationships/slideLayout" Target="../slideLayouts/slideLayout93.xml"/><Relationship Id="rId78" Type="http://schemas.openxmlformats.org/officeDocument/2006/relationships/slideLayout" Target="../slideLayouts/slideLayout98.xml"/><Relationship Id="rId81" Type="http://schemas.openxmlformats.org/officeDocument/2006/relationships/slideLayout" Target="../slideLayouts/slideLayout101.xml"/><Relationship Id="rId86" Type="http://schemas.openxmlformats.org/officeDocument/2006/relationships/slideLayout" Target="../slideLayouts/slideLayout106.xml"/><Relationship Id="rId94" Type="http://schemas.openxmlformats.org/officeDocument/2006/relationships/slideLayout" Target="../slideLayouts/slideLayout114.xml"/><Relationship Id="rId99" Type="http://schemas.openxmlformats.org/officeDocument/2006/relationships/slideLayout" Target="../slideLayouts/slideLayout119.xml"/><Relationship Id="rId101" Type="http://schemas.openxmlformats.org/officeDocument/2006/relationships/slideLayout" Target="../slideLayouts/slideLayout121.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9" Type="http://schemas.openxmlformats.org/officeDocument/2006/relationships/slideLayout" Target="../slideLayouts/slideLayout59.xml"/><Relationship Id="rId34" Type="http://schemas.openxmlformats.org/officeDocument/2006/relationships/slideLayout" Target="../slideLayouts/slideLayout54.xml"/><Relationship Id="rId50" Type="http://schemas.openxmlformats.org/officeDocument/2006/relationships/slideLayout" Target="../slideLayouts/slideLayout70.xml"/><Relationship Id="rId55" Type="http://schemas.openxmlformats.org/officeDocument/2006/relationships/slideLayout" Target="../slideLayouts/slideLayout75.xml"/><Relationship Id="rId76" Type="http://schemas.openxmlformats.org/officeDocument/2006/relationships/slideLayout" Target="../slideLayouts/slideLayout96.xml"/><Relationship Id="rId97" Type="http://schemas.openxmlformats.org/officeDocument/2006/relationships/slideLayout" Target="../slideLayouts/slideLayout117.xml"/><Relationship Id="rId104" Type="http://schemas.openxmlformats.org/officeDocument/2006/relationships/slideLayout" Target="../slideLayouts/slideLayout124.xml"/><Relationship Id="rId7" Type="http://schemas.openxmlformats.org/officeDocument/2006/relationships/slideLayout" Target="../slideLayouts/slideLayout27.xml"/><Relationship Id="rId71" Type="http://schemas.openxmlformats.org/officeDocument/2006/relationships/slideLayout" Target="../slideLayouts/slideLayout91.xml"/><Relationship Id="rId92" Type="http://schemas.openxmlformats.org/officeDocument/2006/relationships/slideLayout" Target="../slideLayouts/slideLayout112.xml"/><Relationship Id="rId2" Type="http://schemas.openxmlformats.org/officeDocument/2006/relationships/slideLayout" Target="../slideLayouts/slideLayout22.xml"/><Relationship Id="rId29" Type="http://schemas.openxmlformats.org/officeDocument/2006/relationships/slideLayout" Target="../slideLayouts/slideLayout49.xml"/><Relationship Id="rId24" Type="http://schemas.openxmlformats.org/officeDocument/2006/relationships/slideLayout" Target="../slideLayouts/slideLayout44.xml"/><Relationship Id="rId40" Type="http://schemas.openxmlformats.org/officeDocument/2006/relationships/slideLayout" Target="../slideLayouts/slideLayout60.xml"/><Relationship Id="rId45" Type="http://schemas.openxmlformats.org/officeDocument/2006/relationships/slideLayout" Target="../slideLayouts/slideLayout65.xml"/><Relationship Id="rId66" Type="http://schemas.openxmlformats.org/officeDocument/2006/relationships/slideLayout" Target="../slideLayouts/slideLayout86.xml"/><Relationship Id="rId87" Type="http://schemas.openxmlformats.org/officeDocument/2006/relationships/slideLayout" Target="../slideLayouts/slideLayout107.xml"/><Relationship Id="rId61" Type="http://schemas.openxmlformats.org/officeDocument/2006/relationships/slideLayout" Target="../slideLayouts/slideLayout81.xml"/><Relationship Id="rId82" Type="http://schemas.openxmlformats.org/officeDocument/2006/relationships/slideLayout" Target="../slideLayouts/slideLayout102.xml"/><Relationship Id="rId19" Type="http://schemas.openxmlformats.org/officeDocument/2006/relationships/slideLayout" Target="../slideLayouts/slideLayout39.xml"/><Relationship Id="rId14" Type="http://schemas.openxmlformats.org/officeDocument/2006/relationships/slideLayout" Target="../slideLayouts/slideLayout34.xml"/><Relationship Id="rId30" Type="http://schemas.openxmlformats.org/officeDocument/2006/relationships/slideLayout" Target="../slideLayouts/slideLayout50.xml"/><Relationship Id="rId35" Type="http://schemas.openxmlformats.org/officeDocument/2006/relationships/slideLayout" Target="../slideLayouts/slideLayout55.xml"/><Relationship Id="rId56" Type="http://schemas.openxmlformats.org/officeDocument/2006/relationships/slideLayout" Target="../slideLayouts/slideLayout76.xml"/><Relationship Id="rId77" Type="http://schemas.openxmlformats.org/officeDocument/2006/relationships/slideLayout" Target="../slideLayouts/slideLayout97.xml"/><Relationship Id="rId100" Type="http://schemas.openxmlformats.org/officeDocument/2006/relationships/slideLayout" Target="../slideLayouts/slideLayout120.xml"/><Relationship Id="rId105" Type="http://schemas.openxmlformats.org/officeDocument/2006/relationships/slideLayout" Target="../slideLayouts/slideLayout125.xml"/><Relationship Id="rId8" Type="http://schemas.openxmlformats.org/officeDocument/2006/relationships/slideLayout" Target="../slideLayouts/slideLayout28.xml"/><Relationship Id="rId51" Type="http://schemas.openxmlformats.org/officeDocument/2006/relationships/slideLayout" Target="../slideLayouts/slideLayout71.xml"/><Relationship Id="rId72" Type="http://schemas.openxmlformats.org/officeDocument/2006/relationships/slideLayout" Target="../slideLayouts/slideLayout92.xml"/><Relationship Id="rId93" Type="http://schemas.openxmlformats.org/officeDocument/2006/relationships/slideLayout" Target="../slideLayouts/slideLayout113.xml"/><Relationship Id="rId98" Type="http://schemas.openxmlformats.org/officeDocument/2006/relationships/slideLayout" Target="../slideLayouts/slideLayout118.xml"/><Relationship Id="rId3" Type="http://schemas.openxmlformats.org/officeDocument/2006/relationships/slideLayout" Target="../slideLayouts/slideLayout23.xml"/><Relationship Id="rId25" Type="http://schemas.openxmlformats.org/officeDocument/2006/relationships/slideLayout" Target="../slideLayouts/slideLayout45.xml"/><Relationship Id="rId46" Type="http://schemas.openxmlformats.org/officeDocument/2006/relationships/slideLayout" Target="../slideLayouts/slideLayout66.xml"/><Relationship Id="rId67" Type="http://schemas.openxmlformats.org/officeDocument/2006/relationships/slideLayout" Target="../slideLayouts/slideLayout8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51.xml"/><Relationship Id="rId21" Type="http://schemas.openxmlformats.org/officeDocument/2006/relationships/slideLayout" Target="../slideLayouts/slideLayout146.xml"/><Relationship Id="rId42" Type="http://schemas.openxmlformats.org/officeDocument/2006/relationships/slideLayout" Target="../slideLayouts/slideLayout167.xml"/><Relationship Id="rId47" Type="http://schemas.openxmlformats.org/officeDocument/2006/relationships/slideLayout" Target="../slideLayouts/slideLayout172.xml"/><Relationship Id="rId63" Type="http://schemas.openxmlformats.org/officeDocument/2006/relationships/slideLayout" Target="../slideLayouts/slideLayout188.xml"/><Relationship Id="rId68" Type="http://schemas.openxmlformats.org/officeDocument/2006/relationships/slideLayout" Target="../slideLayouts/slideLayout193.xml"/><Relationship Id="rId84" Type="http://schemas.openxmlformats.org/officeDocument/2006/relationships/slideLayout" Target="../slideLayouts/slideLayout209.xml"/><Relationship Id="rId89" Type="http://schemas.openxmlformats.org/officeDocument/2006/relationships/slideLayout" Target="../slideLayouts/slideLayout214.xml"/><Relationship Id="rId16" Type="http://schemas.openxmlformats.org/officeDocument/2006/relationships/slideLayout" Target="../slideLayouts/slideLayout141.xml"/><Relationship Id="rId107" Type="http://schemas.openxmlformats.org/officeDocument/2006/relationships/image" Target="../media/image11.png"/><Relationship Id="rId11" Type="http://schemas.openxmlformats.org/officeDocument/2006/relationships/slideLayout" Target="../slideLayouts/slideLayout136.xml"/><Relationship Id="rId32" Type="http://schemas.openxmlformats.org/officeDocument/2006/relationships/slideLayout" Target="../slideLayouts/slideLayout157.xml"/><Relationship Id="rId37" Type="http://schemas.openxmlformats.org/officeDocument/2006/relationships/slideLayout" Target="../slideLayouts/slideLayout162.xml"/><Relationship Id="rId53" Type="http://schemas.openxmlformats.org/officeDocument/2006/relationships/slideLayout" Target="../slideLayouts/slideLayout178.xml"/><Relationship Id="rId58" Type="http://schemas.openxmlformats.org/officeDocument/2006/relationships/slideLayout" Target="../slideLayouts/slideLayout183.xml"/><Relationship Id="rId74" Type="http://schemas.openxmlformats.org/officeDocument/2006/relationships/slideLayout" Target="../slideLayouts/slideLayout199.xml"/><Relationship Id="rId79" Type="http://schemas.openxmlformats.org/officeDocument/2006/relationships/slideLayout" Target="../slideLayouts/slideLayout204.xml"/><Relationship Id="rId102" Type="http://schemas.openxmlformats.org/officeDocument/2006/relationships/slideLayout" Target="../slideLayouts/slideLayout227.xml"/><Relationship Id="rId5" Type="http://schemas.openxmlformats.org/officeDocument/2006/relationships/slideLayout" Target="../slideLayouts/slideLayout130.xml"/><Relationship Id="rId90" Type="http://schemas.openxmlformats.org/officeDocument/2006/relationships/slideLayout" Target="../slideLayouts/slideLayout215.xml"/><Relationship Id="rId95" Type="http://schemas.openxmlformats.org/officeDocument/2006/relationships/slideLayout" Target="../slideLayouts/slideLayout220.xml"/><Relationship Id="rId22" Type="http://schemas.openxmlformats.org/officeDocument/2006/relationships/slideLayout" Target="../slideLayouts/slideLayout147.xml"/><Relationship Id="rId27" Type="http://schemas.openxmlformats.org/officeDocument/2006/relationships/slideLayout" Target="../slideLayouts/slideLayout152.xml"/><Relationship Id="rId43" Type="http://schemas.openxmlformats.org/officeDocument/2006/relationships/slideLayout" Target="../slideLayouts/slideLayout168.xml"/><Relationship Id="rId48" Type="http://schemas.openxmlformats.org/officeDocument/2006/relationships/slideLayout" Target="../slideLayouts/slideLayout173.xml"/><Relationship Id="rId64" Type="http://schemas.openxmlformats.org/officeDocument/2006/relationships/slideLayout" Target="../slideLayouts/slideLayout189.xml"/><Relationship Id="rId69" Type="http://schemas.openxmlformats.org/officeDocument/2006/relationships/slideLayout" Target="../slideLayouts/slideLayout194.xml"/><Relationship Id="rId80" Type="http://schemas.openxmlformats.org/officeDocument/2006/relationships/slideLayout" Target="../slideLayouts/slideLayout205.xml"/><Relationship Id="rId85" Type="http://schemas.openxmlformats.org/officeDocument/2006/relationships/slideLayout" Target="../slideLayouts/slideLayout210.xml"/><Relationship Id="rId12" Type="http://schemas.openxmlformats.org/officeDocument/2006/relationships/slideLayout" Target="../slideLayouts/slideLayout137.xml"/><Relationship Id="rId17" Type="http://schemas.openxmlformats.org/officeDocument/2006/relationships/slideLayout" Target="../slideLayouts/slideLayout142.xml"/><Relationship Id="rId33" Type="http://schemas.openxmlformats.org/officeDocument/2006/relationships/slideLayout" Target="../slideLayouts/slideLayout158.xml"/><Relationship Id="rId38" Type="http://schemas.openxmlformats.org/officeDocument/2006/relationships/slideLayout" Target="../slideLayouts/slideLayout163.xml"/><Relationship Id="rId59" Type="http://schemas.openxmlformats.org/officeDocument/2006/relationships/slideLayout" Target="../slideLayouts/slideLayout184.xml"/><Relationship Id="rId103" Type="http://schemas.openxmlformats.org/officeDocument/2006/relationships/slideLayout" Target="../slideLayouts/slideLayout228.xml"/><Relationship Id="rId20" Type="http://schemas.openxmlformats.org/officeDocument/2006/relationships/slideLayout" Target="../slideLayouts/slideLayout145.xml"/><Relationship Id="rId41" Type="http://schemas.openxmlformats.org/officeDocument/2006/relationships/slideLayout" Target="../slideLayouts/slideLayout166.xml"/><Relationship Id="rId54" Type="http://schemas.openxmlformats.org/officeDocument/2006/relationships/slideLayout" Target="../slideLayouts/slideLayout179.xml"/><Relationship Id="rId62" Type="http://schemas.openxmlformats.org/officeDocument/2006/relationships/slideLayout" Target="../slideLayouts/slideLayout187.xml"/><Relationship Id="rId70" Type="http://schemas.openxmlformats.org/officeDocument/2006/relationships/slideLayout" Target="../slideLayouts/slideLayout195.xml"/><Relationship Id="rId75" Type="http://schemas.openxmlformats.org/officeDocument/2006/relationships/slideLayout" Target="../slideLayouts/slideLayout200.xml"/><Relationship Id="rId83" Type="http://schemas.openxmlformats.org/officeDocument/2006/relationships/slideLayout" Target="../slideLayouts/slideLayout208.xml"/><Relationship Id="rId88" Type="http://schemas.openxmlformats.org/officeDocument/2006/relationships/slideLayout" Target="../slideLayouts/slideLayout213.xml"/><Relationship Id="rId91" Type="http://schemas.openxmlformats.org/officeDocument/2006/relationships/slideLayout" Target="../slideLayouts/slideLayout216.xml"/><Relationship Id="rId96" Type="http://schemas.openxmlformats.org/officeDocument/2006/relationships/slideLayout" Target="../slideLayouts/slideLayout221.xml"/><Relationship Id="rId1" Type="http://schemas.openxmlformats.org/officeDocument/2006/relationships/slideLayout" Target="../slideLayouts/slideLayout126.xml"/><Relationship Id="rId6" Type="http://schemas.openxmlformats.org/officeDocument/2006/relationships/slideLayout" Target="../slideLayouts/slideLayout131.xml"/><Relationship Id="rId15" Type="http://schemas.openxmlformats.org/officeDocument/2006/relationships/slideLayout" Target="../slideLayouts/slideLayout140.xml"/><Relationship Id="rId23" Type="http://schemas.openxmlformats.org/officeDocument/2006/relationships/slideLayout" Target="../slideLayouts/slideLayout148.xml"/><Relationship Id="rId28" Type="http://schemas.openxmlformats.org/officeDocument/2006/relationships/slideLayout" Target="../slideLayouts/slideLayout153.xml"/><Relationship Id="rId36" Type="http://schemas.openxmlformats.org/officeDocument/2006/relationships/slideLayout" Target="../slideLayouts/slideLayout161.xml"/><Relationship Id="rId49" Type="http://schemas.openxmlformats.org/officeDocument/2006/relationships/slideLayout" Target="../slideLayouts/slideLayout174.xml"/><Relationship Id="rId57" Type="http://schemas.openxmlformats.org/officeDocument/2006/relationships/slideLayout" Target="../slideLayouts/slideLayout182.xml"/><Relationship Id="rId106" Type="http://schemas.openxmlformats.org/officeDocument/2006/relationships/theme" Target="../theme/theme3.xml"/><Relationship Id="rId10" Type="http://schemas.openxmlformats.org/officeDocument/2006/relationships/slideLayout" Target="../slideLayouts/slideLayout135.xml"/><Relationship Id="rId31" Type="http://schemas.openxmlformats.org/officeDocument/2006/relationships/slideLayout" Target="../slideLayouts/slideLayout156.xml"/><Relationship Id="rId44" Type="http://schemas.openxmlformats.org/officeDocument/2006/relationships/slideLayout" Target="../slideLayouts/slideLayout169.xml"/><Relationship Id="rId52" Type="http://schemas.openxmlformats.org/officeDocument/2006/relationships/slideLayout" Target="../slideLayouts/slideLayout177.xml"/><Relationship Id="rId60" Type="http://schemas.openxmlformats.org/officeDocument/2006/relationships/slideLayout" Target="../slideLayouts/slideLayout185.xml"/><Relationship Id="rId65" Type="http://schemas.openxmlformats.org/officeDocument/2006/relationships/slideLayout" Target="../slideLayouts/slideLayout190.xml"/><Relationship Id="rId73" Type="http://schemas.openxmlformats.org/officeDocument/2006/relationships/slideLayout" Target="../slideLayouts/slideLayout198.xml"/><Relationship Id="rId78" Type="http://schemas.openxmlformats.org/officeDocument/2006/relationships/slideLayout" Target="../slideLayouts/slideLayout203.xml"/><Relationship Id="rId81" Type="http://schemas.openxmlformats.org/officeDocument/2006/relationships/slideLayout" Target="../slideLayouts/slideLayout206.xml"/><Relationship Id="rId86" Type="http://schemas.openxmlformats.org/officeDocument/2006/relationships/slideLayout" Target="../slideLayouts/slideLayout211.xml"/><Relationship Id="rId94" Type="http://schemas.openxmlformats.org/officeDocument/2006/relationships/slideLayout" Target="../slideLayouts/slideLayout219.xml"/><Relationship Id="rId99" Type="http://schemas.openxmlformats.org/officeDocument/2006/relationships/slideLayout" Target="../slideLayouts/slideLayout224.xml"/><Relationship Id="rId101" Type="http://schemas.openxmlformats.org/officeDocument/2006/relationships/slideLayout" Target="../slideLayouts/slideLayout226.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3" Type="http://schemas.openxmlformats.org/officeDocument/2006/relationships/slideLayout" Target="../slideLayouts/slideLayout138.xml"/><Relationship Id="rId18" Type="http://schemas.openxmlformats.org/officeDocument/2006/relationships/slideLayout" Target="../slideLayouts/slideLayout143.xml"/><Relationship Id="rId39" Type="http://schemas.openxmlformats.org/officeDocument/2006/relationships/slideLayout" Target="../slideLayouts/slideLayout164.xml"/><Relationship Id="rId34" Type="http://schemas.openxmlformats.org/officeDocument/2006/relationships/slideLayout" Target="../slideLayouts/slideLayout159.xml"/><Relationship Id="rId50" Type="http://schemas.openxmlformats.org/officeDocument/2006/relationships/slideLayout" Target="../slideLayouts/slideLayout175.xml"/><Relationship Id="rId55" Type="http://schemas.openxmlformats.org/officeDocument/2006/relationships/slideLayout" Target="../slideLayouts/slideLayout180.xml"/><Relationship Id="rId76" Type="http://schemas.openxmlformats.org/officeDocument/2006/relationships/slideLayout" Target="../slideLayouts/slideLayout201.xml"/><Relationship Id="rId97" Type="http://schemas.openxmlformats.org/officeDocument/2006/relationships/slideLayout" Target="../slideLayouts/slideLayout222.xml"/><Relationship Id="rId104" Type="http://schemas.openxmlformats.org/officeDocument/2006/relationships/slideLayout" Target="../slideLayouts/slideLayout229.xml"/><Relationship Id="rId7" Type="http://schemas.openxmlformats.org/officeDocument/2006/relationships/slideLayout" Target="../slideLayouts/slideLayout132.xml"/><Relationship Id="rId71" Type="http://schemas.openxmlformats.org/officeDocument/2006/relationships/slideLayout" Target="../slideLayouts/slideLayout196.xml"/><Relationship Id="rId92" Type="http://schemas.openxmlformats.org/officeDocument/2006/relationships/slideLayout" Target="../slideLayouts/slideLayout217.xml"/><Relationship Id="rId2" Type="http://schemas.openxmlformats.org/officeDocument/2006/relationships/slideLayout" Target="../slideLayouts/slideLayout127.xml"/><Relationship Id="rId29" Type="http://schemas.openxmlformats.org/officeDocument/2006/relationships/slideLayout" Target="../slideLayouts/slideLayout154.xml"/><Relationship Id="rId24" Type="http://schemas.openxmlformats.org/officeDocument/2006/relationships/slideLayout" Target="../slideLayouts/slideLayout149.xml"/><Relationship Id="rId40" Type="http://schemas.openxmlformats.org/officeDocument/2006/relationships/slideLayout" Target="../slideLayouts/slideLayout165.xml"/><Relationship Id="rId45" Type="http://schemas.openxmlformats.org/officeDocument/2006/relationships/slideLayout" Target="../slideLayouts/slideLayout170.xml"/><Relationship Id="rId66" Type="http://schemas.openxmlformats.org/officeDocument/2006/relationships/slideLayout" Target="../slideLayouts/slideLayout191.xml"/><Relationship Id="rId87" Type="http://schemas.openxmlformats.org/officeDocument/2006/relationships/slideLayout" Target="../slideLayouts/slideLayout212.xml"/><Relationship Id="rId61" Type="http://schemas.openxmlformats.org/officeDocument/2006/relationships/slideLayout" Target="../slideLayouts/slideLayout186.xml"/><Relationship Id="rId82" Type="http://schemas.openxmlformats.org/officeDocument/2006/relationships/slideLayout" Target="../slideLayouts/slideLayout207.xml"/><Relationship Id="rId19" Type="http://schemas.openxmlformats.org/officeDocument/2006/relationships/slideLayout" Target="../slideLayouts/slideLayout144.xml"/><Relationship Id="rId14" Type="http://schemas.openxmlformats.org/officeDocument/2006/relationships/slideLayout" Target="../slideLayouts/slideLayout139.xml"/><Relationship Id="rId30" Type="http://schemas.openxmlformats.org/officeDocument/2006/relationships/slideLayout" Target="../slideLayouts/slideLayout155.xml"/><Relationship Id="rId35" Type="http://schemas.openxmlformats.org/officeDocument/2006/relationships/slideLayout" Target="../slideLayouts/slideLayout160.xml"/><Relationship Id="rId56" Type="http://schemas.openxmlformats.org/officeDocument/2006/relationships/slideLayout" Target="../slideLayouts/slideLayout181.xml"/><Relationship Id="rId77" Type="http://schemas.openxmlformats.org/officeDocument/2006/relationships/slideLayout" Target="../slideLayouts/slideLayout202.xml"/><Relationship Id="rId100" Type="http://schemas.openxmlformats.org/officeDocument/2006/relationships/slideLayout" Target="../slideLayouts/slideLayout225.xml"/><Relationship Id="rId105" Type="http://schemas.openxmlformats.org/officeDocument/2006/relationships/slideLayout" Target="../slideLayouts/slideLayout230.xml"/><Relationship Id="rId8" Type="http://schemas.openxmlformats.org/officeDocument/2006/relationships/slideLayout" Target="../slideLayouts/slideLayout133.xml"/><Relationship Id="rId51" Type="http://schemas.openxmlformats.org/officeDocument/2006/relationships/slideLayout" Target="../slideLayouts/slideLayout176.xml"/><Relationship Id="rId72" Type="http://schemas.openxmlformats.org/officeDocument/2006/relationships/slideLayout" Target="../slideLayouts/slideLayout197.xml"/><Relationship Id="rId93" Type="http://schemas.openxmlformats.org/officeDocument/2006/relationships/slideLayout" Target="../slideLayouts/slideLayout218.xml"/><Relationship Id="rId98" Type="http://schemas.openxmlformats.org/officeDocument/2006/relationships/slideLayout" Target="../slideLayouts/slideLayout223.xml"/><Relationship Id="rId3" Type="http://schemas.openxmlformats.org/officeDocument/2006/relationships/slideLayout" Target="../slideLayouts/slideLayout128.xml"/><Relationship Id="rId25" Type="http://schemas.openxmlformats.org/officeDocument/2006/relationships/slideLayout" Target="../slideLayouts/slideLayout150.xml"/><Relationship Id="rId46" Type="http://schemas.openxmlformats.org/officeDocument/2006/relationships/slideLayout" Target="../slideLayouts/slideLayout171.xml"/><Relationship Id="rId67" Type="http://schemas.openxmlformats.org/officeDocument/2006/relationships/slideLayout" Target="../slideLayouts/slideLayout19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364948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4" r:id="rId15"/>
    <p:sldLayoutId id="2147483907" r:id="rId16"/>
    <p:sldLayoutId id="2147483908" r:id="rId17"/>
    <p:sldLayoutId id="2147483909" r:id="rId18"/>
    <p:sldLayoutId id="2147483910" r:id="rId19"/>
    <p:sldLayoutId id="2147483911" r:id="rId20"/>
  </p:sldLayoutIdLst>
  <p:hf sldNum="0"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4F733C-C8F4-39A1-6B11-BB8CF9EFFE42}"/>
              </a:ext>
            </a:extLst>
          </p:cNvPr>
          <p:cNvSpPr/>
          <p:nvPr userDrawn="1"/>
        </p:nvSpPr>
        <p:spPr>
          <a:xfrm>
            <a:off x="0" y="6400800"/>
            <a:ext cx="12192000" cy="468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B9632F4-4E52-14F7-39C8-56F420923F09}"/>
              </a:ext>
            </a:extLst>
          </p:cNvPr>
          <p:cNvSpPr>
            <a:spLocks noGrp="1"/>
          </p:cNvSpPr>
          <p:nvPr>
            <p:ph type="body" idx="1"/>
          </p:nvPr>
        </p:nvSpPr>
        <p:spPr>
          <a:xfrm>
            <a:off x="609599" y="2057400"/>
            <a:ext cx="10972799" cy="4114800"/>
          </a:xfrm>
          <a:prstGeom prst="rect">
            <a:avLst/>
          </a:prstGeom>
        </p:spPr>
        <p:txBody>
          <a:bodyPr vert="horz" lIns="0" tIns="0"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2B3313C8-0514-A799-82A9-9B28F2B545F0}"/>
              </a:ext>
            </a:extLst>
          </p:cNvPr>
          <p:cNvPicPr>
            <a:picLocks noChangeAspect="1"/>
          </p:cNvPicPr>
          <p:nvPr userDrawn="1"/>
        </p:nvPicPr>
        <p:blipFill>
          <a:blip r:embed="rId107">
            <a:extLst>
              <a:ext uri="{28A0092B-C50C-407E-A947-70E740481C1C}">
                <a14:useLocalDpi xmlns:a14="http://schemas.microsoft.com/office/drawing/2010/main"/>
              </a:ext>
            </a:extLst>
          </a:blip>
          <a:stretch>
            <a:fillRect/>
          </a:stretch>
        </p:blipFill>
        <p:spPr>
          <a:xfrm>
            <a:off x="88995" y="6415378"/>
            <a:ext cx="1568514" cy="442622"/>
          </a:xfrm>
          <a:prstGeom prst="rect">
            <a:avLst/>
          </a:prstGeom>
        </p:spPr>
      </p:pic>
      <p:sp>
        <p:nvSpPr>
          <p:cNvPr id="11" name="TextBox 10">
            <a:extLst>
              <a:ext uri="{FF2B5EF4-FFF2-40B4-BE49-F238E27FC236}">
                <a16:creationId xmlns:a16="http://schemas.microsoft.com/office/drawing/2014/main" id="{7EE3FDDD-4DA3-2700-19D7-0039D02463BA}"/>
              </a:ext>
            </a:extLst>
          </p:cNvPr>
          <p:cNvSpPr txBox="1"/>
          <p:nvPr userDrawn="1"/>
        </p:nvSpPr>
        <p:spPr>
          <a:xfrm>
            <a:off x="1524000" y="6400801"/>
            <a:ext cx="9144000" cy="442622"/>
          </a:xfrm>
          <a:prstGeom prst="rect">
            <a:avLst/>
          </a:prstGeom>
          <a:noFill/>
        </p:spPr>
        <p:txBody>
          <a:bodyPr wrap="square" anchor="ctr">
            <a:noAutofit/>
          </a:bodyPr>
          <a:lstStyle/>
          <a:p>
            <a:pPr algn="ctr"/>
            <a:r>
              <a:rPr lang="en-US" sz="800" b="0" i="0">
                <a:solidFill>
                  <a:schemeClr val="bg1"/>
                </a:solidFill>
                <a:latin typeface="+mn-lt"/>
                <a:cs typeface="Arial" panose="020B0604020202020204" pitchFamily="34" charset="0"/>
              </a:rPr>
              <a:t>© 2023 NewRocket, LLC. All Rights Reserved. Confidential.</a:t>
            </a:r>
          </a:p>
        </p:txBody>
      </p:sp>
      <p:sp>
        <p:nvSpPr>
          <p:cNvPr id="12" name="TextBox 11">
            <a:extLst>
              <a:ext uri="{FF2B5EF4-FFF2-40B4-BE49-F238E27FC236}">
                <a16:creationId xmlns:a16="http://schemas.microsoft.com/office/drawing/2014/main" id="{0CDF90F0-CF84-639C-DF65-B1A94766CBAE}"/>
              </a:ext>
            </a:extLst>
          </p:cNvPr>
          <p:cNvSpPr txBox="1"/>
          <p:nvPr userDrawn="1"/>
        </p:nvSpPr>
        <p:spPr>
          <a:xfrm>
            <a:off x="10668000" y="6400801"/>
            <a:ext cx="1295400" cy="453908"/>
          </a:xfrm>
          <a:prstGeom prst="rect">
            <a:avLst/>
          </a:prstGeom>
          <a:noFill/>
        </p:spPr>
        <p:txBody>
          <a:bodyPr wrap="square" rIns="0" anchor="ctr">
            <a:noAutofit/>
          </a:bodyPr>
          <a:lstStyle/>
          <a:p>
            <a:pPr algn="r"/>
            <a:fld id="{B936DE7D-A748-704C-8125-AED706105F2F}" type="slidenum">
              <a:rPr lang="en-US" sz="800" b="0" i="0" smtClean="0">
                <a:solidFill>
                  <a:schemeClr val="bg1"/>
                </a:solidFill>
                <a:latin typeface="+mn-lt"/>
                <a:cs typeface="Arial" panose="020B0604020202020204" pitchFamily="34" charset="0"/>
              </a:rPr>
              <a:pPr algn="r"/>
              <a:t>‹#›</a:t>
            </a:fld>
            <a:endParaRPr lang="en-US" sz="800" b="0" i="0">
              <a:solidFill>
                <a:schemeClr val="bg1"/>
              </a:solidFill>
              <a:latin typeface="+mn-lt"/>
              <a:cs typeface="Arial" panose="020B0604020202020204" pitchFamily="34" charset="0"/>
            </a:endParaRPr>
          </a:p>
        </p:txBody>
      </p:sp>
      <p:sp>
        <p:nvSpPr>
          <p:cNvPr id="5" name="Title Placeholder 4">
            <a:extLst>
              <a:ext uri="{FF2B5EF4-FFF2-40B4-BE49-F238E27FC236}">
                <a16:creationId xmlns:a16="http://schemas.microsoft.com/office/drawing/2014/main" id="{127F3CBE-F3A0-8B28-47F7-358381897687}"/>
              </a:ext>
            </a:extLst>
          </p:cNvPr>
          <p:cNvSpPr>
            <a:spLocks noGrp="1"/>
          </p:cNvSpPr>
          <p:nvPr>
            <p:ph type="title"/>
          </p:nvPr>
        </p:nvSpPr>
        <p:spPr>
          <a:xfrm>
            <a:off x="609600" y="685800"/>
            <a:ext cx="10972800" cy="1143000"/>
          </a:xfrm>
          <a:prstGeom prst="rect">
            <a:avLst/>
          </a:prstGeom>
        </p:spPr>
        <p:txBody>
          <a:bodyPr vert="horz" lIns="0" tIns="0" rIns="0" bIns="91440" rtlCol="0" anchor="ctr">
            <a:normAutofit/>
          </a:bodyPr>
          <a:lstStyle/>
          <a:p>
            <a:r>
              <a:rPr lang="en-US"/>
              <a:t>Click to edit Master title style</a:t>
            </a:r>
          </a:p>
        </p:txBody>
      </p:sp>
    </p:spTree>
    <p:extLst>
      <p:ext uri="{BB962C8B-B14F-4D97-AF65-F5344CB8AC3E}">
        <p14:creationId xmlns:p14="http://schemas.microsoft.com/office/powerpoint/2010/main" val="76028915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2" r:id="rId37"/>
    <p:sldLayoutId id="2147483733" r:id="rId38"/>
    <p:sldLayoutId id="2147483734" r:id="rId39"/>
    <p:sldLayoutId id="2147483735" r:id="rId40"/>
    <p:sldLayoutId id="2147483736" r:id="rId41"/>
    <p:sldLayoutId id="2147483737" r:id="rId42"/>
    <p:sldLayoutId id="2147483738" r:id="rId43"/>
    <p:sldLayoutId id="2147483739" r:id="rId44"/>
    <p:sldLayoutId id="2147483740" r:id="rId45"/>
    <p:sldLayoutId id="2147483741" r:id="rId46"/>
    <p:sldLayoutId id="2147483742" r:id="rId47"/>
    <p:sldLayoutId id="2147483743" r:id="rId48"/>
    <p:sldLayoutId id="2147483744" r:id="rId49"/>
    <p:sldLayoutId id="2147483745" r:id="rId50"/>
    <p:sldLayoutId id="2147483746" r:id="rId51"/>
    <p:sldLayoutId id="2147483747" r:id="rId52"/>
    <p:sldLayoutId id="2147483748" r:id="rId53"/>
    <p:sldLayoutId id="2147483749" r:id="rId54"/>
    <p:sldLayoutId id="2147483750" r:id="rId55"/>
    <p:sldLayoutId id="2147483751" r:id="rId56"/>
    <p:sldLayoutId id="2147483752" r:id="rId57"/>
    <p:sldLayoutId id="2147483753" r:id="rId58"/>
    <p:sldLayoutId id="2147483754" r:id="rId59"/>
    <p:sldLayoutId id="2147483755" r:id="rId60"/>
    <p:sldLayoutId id="2147483756" r:id="rId61"/>
    <p:sldLayoutId id="2147483757" r:id="rId62"/>
    <p:sldLayoutId id="2147483758" r:id="rId63"/>
    <p:sldLayoutId id="2147483759" r:id="rId64"/>
    <p:sldLayoutId id="2147483760" r:id="rId65"/>
    <p:sldLayoutId id="2147483761" r:id="rId66"/>
    <p:sldLayoutId id="2147483762" r:id="rId67"/>
    <p:sldLayoutId id="2147483763" r:id="rId68"/>
    <p:sldLayoutId id="2147483764" r:id="rId69"/>
    <p:sldLayoutId id="2147483765" r:id="rId70"/>
    <p:sldLayoutId id="2147483766" r:id="rId71"/>
    <p:sldLayoutId id="2147483767" r:id="rId72"/>
    <p:sldLayoutId id="2147483768" r:id="rId73"/>
    <p:sldLayoutId id="2147483769" r:id="rId74"/>
    <p:sldLayoutId id="2147483770" r:id="rId75"/>
    <p:sldLayoutId id="2147483771" r:id="rId76"/>
    <p:sldLayoutId id="2147483772" r:id="rId77"/>
    <p:sldLayoutId id="2147483773" r:id="rId78"/>
    <p:sldLayoutId id="2147483774" r:id="rId79"/>
    <p:sldLayoutId id="2147483775" r:id="rId80"/>
    <p:sldLayoutId id="2147483776" r:id="rId81"/>
    <p:sldLayoutId id="2147483777" r:id="rId82"/>
    <p:sldLayoutId id="2147483778" r:id="rId83"/>
    <p:sldLayoutId id="2147483779" r:id="rId84"/>
    <p:sldLayoutId id="2147483780" r:id="rId85"/>
    <p:sldLayoutId id="2147483781" r:id="rId86"/>
    <p:sldLayoutId id="2147483782" r:id="rId87"/>
    <p:sldLayoutId id="2147483783" r:id="rId88"/>
    <p:sldLayoutId id="2147483784" r:id="rId89"/>
    <p:sldLayoutId id="2147483785" r:id="rId90"/>
    <p:sldLayoutId id="2147483786" r:id="rId91"/>
    <p:sldLayoutId id="2147483787" r:id="rId92"/>
    <p:sldLayoutId id="2147483788" r:id="rId93"/>
    <p:sldLayoutId id="2147483789" r:id="rId94"/>
    <p:sldLayoutId id="2147483790" r:id="rId95"/>
    <p:sldLayoutId id="2147483791" r:id="rId96"/>
    <p:sldLayoutId id="2147483792" r:id="rId97"/>
    <p:sldLayoutId id="2147483793" r:id="rId98"/>
    <p:sldLayoutId id="2147483794" r:id="rId99"/>
    <p:sldLayoutId id="2147483795" r:id="rId100"/>
    <p:sldLayoutId id="2147483796" r:id="rId101"/>
    <p:sldLayoutId id="2147483797" r:id="rId102"/>
    <p:sldLayoutId id="2147483798" r:id="rId103"/>
    <p:sldLayoutId id="2147483799" r:id="rId104"/>
    <p:sldLayoutId id="2147483800" r:id="rId105"/>
  </p:sldLayoutIdLst>
  <p:transition/>
  <p:hf sldNum="0" hdr="0" ftr="0"/>
  <p:txStyles>
    <p:titleStyle>
      <a:lvl1pPr algn="l" defTabSz="228600" rtl="0" eaLnBrk="1" latinLnBrk="0" hangingPunct="1">
        <a:lnSpc>
          <a:spcPct val="100000"/>
        </a:lnSpc>
        <a:spcBef>
          <a:spcPct val="0"/>
        </a:spcBef>
        <a:buNone/>
        <a:defRPr sz="3200" b="1" i="0" kern="1200">
          <a:solidFill>
            <a:schemeClr val="tx2"/>
          </a:solidFill>
          <a:latin typeface="+mj-lt"/>
          <a:ea typeface="Inter" panose="02000503000000020004" pitchFamily="2" charset="0"/>
          <a:cs typeface="Arial" panose="020B0604020202020204" pitchFamily="34" charset="0"/>
        </a:defRPr>
      </a:lvl1pPr>
    </p:titleStyle>
    <p:bodyStyle>
      <a:lvl1pPr marL="228600" indent="-228600" algn="l" defTabSz="228600" rtl="0" eaLnBrk="1" latinLnBrk="0" hangingPunct="1">
        <a:lnSpc>
          <a:spcPct val="150000"/>
        </a:lnSpc>
        <a:spcBef>
          <a:spcPct val="0"/>
        </a:spcBef>
        <a:spcAft>
          <a:spcPct val="0"/>
        </a:spcAft>
        <a:buFont typeface="Arial" panose="020B0604020202020204" pitchFamily="34" charset="0"/>
        <a:buChar char="•"/>
        <a:defRPr sz="2400" b="0" i="0" kern="1200">
          <a:solidFill>
            <a:schemeClr val="tx1"/>
          </a:solidFill>
          <a:latin typeface="+mn-lt"/>
          <a:ea typeface="Inter" panose="02000503000000020004" pitchFamily="2" charset="0"/>
          <a:cs typeface="Arial" panose="020B0604020202020204" pitchFamily="34" charset="0"/>
        </a:defRPr>
      </a:lvl1pPr>
      <a:lvl2pPr marL="685800" indent="-228600" algn="l" defTabSz="228600" rtl="0" eaLnBrk="1" latinLnBrk="0" hangingPunct="1">
        <a:lnSpc>
          <a:spcPct val="150000"/>
        </a:lnSpc>
        <a:spcBef>
          <a:spcPct val="0"/>
        </a:spcBef>
        <a:spcAft>
          <a:spcPct val="0"/>
        </a:spcAft>
        <a:buFont typeface="Arial" panose="020B0604020202020204" pitchFamily="34" charset="0"/>
        <a:buChar char="•"/>
        <a:defRPr sz="2000" b="0" i="0" kern="1200">
          <a:solidFill>
            <a:schemeClr val="tx1"/>
          </a:solidFill>
          <a:latin typeface="+mn-lt"/>
          <a:ea typeface="Inter" panose="02000503000000020004" pitchFamily="2" charset="0"/>
          <a:cs typeface="Arial" panose="020B0604020202020204" pitchFamily="34" charset="0"/>
        </a:defRPr>
      </a:lvl2pPr>
      <a:lvl3pPr marL="1143000" indent="-228600" algn="l" defTabSz="228600" rtl="0" eaLnBrk="1" latinLnBrk="0" hangingPunct="1">
        <a:lnSpc>
          <a:spcPct val="150000"/>
        </a:lnSpc>
        <a:spcBef>
          <a:spcPct val="0"/>
        </a:spcBef>
        <a:spcAft>
          <a:spcPct val="0"/>
        </a:spcAft>
        <a:buFont typeface="Arial" panose="020B0604020202020204" pitchFamily="34" charset="0"/>
        <a:buChar char="•"/>
        <a:defRPr sz="1800" b="0" i="0" kern="1200">
          <a:solidFill>
            <a:schemeClr val="tx1"/>
          </a:solidFill>
          <a:latin typeface="+mn-lt"/>
          <a:ea typeface="Inter" panose="02000503000000020004" pitchFamily="2" charset="0"/>
          <a:cs typeface="Arial" panose="020B0604020202020204" pitchFamily="34" charset="0"/>
        </a:defRPr>
      </a:lvl3pPr>
      <a:lvl4pPr marL="1600200" indent="-228600" algn="l" defTabSz="228600" rtl="0" eaLnBrk="1" latinLnBrk="0" hangingPunct="1">
        <a:lnSpc>
          <a:spcPct val="150000"/>
        </a:lnSpc>
        <a:spcBef>
          <a:spcPct val="0"/>
        </a:spcBef>
        <a:spcAft>
          <a:spcPct val="0"/>
        </a:spcAft>
        <a:buFont typeface="Arial" panose="020B0604020202020204" pitchFamily="34" charset="0"/>
        <a:buChar char="•"/>
        <a:defRPr sz="1600" b="0" i="0" kern="1200">
          <a:solidFill>
            <a:schemeClr val="tx1"/>
          </a:solidFill>
          <a:latin typeface="+mn-lt"/>
          <a:ea typeface="Inter" panose="02000503000000020004" pitchFamily="2" charset="0"/>
          <a:cs typeface="Arial" panose="020B0604020202020204" pitchFamily="34" charset="0"/>
        </a:defRPr>
      </a:lvl4pPr>
      <a:lvl5pPr marL="2057400" indent="-228600" algn="l" defTabSz="228600" rtl="0" eaLnBrk="1" latinLnBrk="0" hangingPunct="1">
        <a:lnSpc>
          <a:spcPct val="150000"/>
        </a:lnSpc>
        <a:spcBef>
          <a:spcPct val="0"/>
        </a:spcBef>
        <a:spcAft>
          <a:spcPct val="0"/>
        </a:spcAft>
        <a:buFont typeface="Arial" panose="020B0604020202020204" pitchFamily="34" charset="0"/>
        <a:buChar char="•"/>
        <a:defRPr sz="1600" b="0" i="0" kern="1200">
          <a:solidFill>
            <a:schemeClr val="tx1"/>
          </a:solidFill>
          <a:latin typeface="+mn-lt"/>
          <a:ea typeface="Inter" panose="02000503000000020004"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000000"/>
          </p15:clr>
        </p15:guide>
        <p15:guide id="2" pos="672">
          <p15:clr>
            <a:srgbClr val="A4A3A4"/>
          </p15:clr>
        </p15:guide>
        <p15:guide id="3" pos="1248">
          <p15:clr>
            <a:srgbClr val="A4A3A4"/>
          </p15:clr>
        </p15:guide>
        <p15:guide id="4" pos="1824">
          <p15:clr>
            <a:srgbClr val="A4A3A4"/>
          </p15:clr>
        </p15:guide>
        <p15:guide id="5" pos="2112">
          <p15:clr>
            <a:srgbClr val="F26B43"/>
          </p15:clr>
        </p15:guide>
        <p15:guide id="6" pos="2400">
          <p15:clr>
            <a:srgbClr val="A4A3A4"/>
          </p15:clr>
        </p15:guide>
        <p15:guide id="7" pos="2976">
          <p15:clr>
            <a:srgbClr val="FDE53C"/>
          </p15:clr>
        </p15:guide>
        <p15:guide id="8" pos="3264">
          <p15:clr>
            <a:srgbClr val="F26B43"/>
          </p15:clr>
        </p15:guide>
        <p15:guide id="9" pos="4128">
          <p15:clr>
            <a:srgbClr val="A4A3A4"/>
          </p15:clr>
        </p15:guide>
        <p15:guide id="10" pos="4416">
          <p15:clr>
            <a:srgbClr val="F26B43"/>
          </p15:clr>
        </p15:guide>
        <p15:guide id="11" pos="4704">
          <p15:clr>
            <a:srgbClr val="A4A3A4"/>
          </p15:clr>
        </p15:guide>
        <p15:guide id="12" pos="5280">
          <p15:clr>
            <a:srgbClr val="A4A3A4"/>
          </p15:clr>
        </p15:guide>
        <p15:guide id="13" pos="5568">
          <p15:clr>
            <a:srgbClr val="F26B43"/>
          </p15:clr>
        </p15:guide>
        <p15:guide id="14" orient="horz" pos="4032">
          <p15:clr>
            <a:srgbClr val="5ACBF0"/>
          </p15:clr>
        </p15:guide>
        <p15:guide id="15" orient="horz" pos="1296">
          <p15:clr>
            <a:srgbClr val="A4A3A4"/>
          </p15:clr>
        </p15:guide>
        <p15:guide id="16" pos="384">
          <p15:clr>
            <a:srgbClr val="000000"/>
          </p15:clr>
        </p15:guide>
        <p15:guide id="17" pos="5856">
          <p15:clr>
            <a:srgbClr val="A4A3A4"/>
          </p15:clr>
        </p15:guide>
        <p15:guide id="18" orient="horz" pos="1152">
          <p15:clr>
            <a:srgbClr val="FBAE40"/>
          </p15:clr>
        </p15:guide>
        <p15:guide id="19" pos="3552">
          <p15:clr>
            <a:srgbClr val="A4A3A4"/>
          </p15:clr>
        </p15:guide>
        <p15:guide id="20" pos="4992">
          <p15:clr>
            <a:srgbClr val="F26B43"/>
          </p15:clr>
        </p15:guide>
        <p15:guide id="21" pos="960">
          <p15:clr>
            <a:srgbClr val="F26B43"/>
          </p15:clr>
        </p15:guide>
        <p15:guide id="22" pos="2688">
          <p15:clr>
            <a:srgbClr val="F26B43"/>
          </p15:clr>
        </p15:guide>
        <p15:guide id="23" pos="1536">
          <p15:clr>
            <a:srgbClr val="F26B43"/>
          </p15:clr>
        </p15:guide>
        <p15:guide id="24" pos="6144">
          <p15:clr>
            <a:srgbClr val="F26B43"/>
          </p15:clr>
        </p15:guide>
        <p15:guide id="25" pos="6432">
          <p15:clr>
            <a:srgbClr val="A4A3A4"/>
          </p15:clr>
        </p15:guide>
        <p15:guide id="26" pos="6720">
          <p15:clr>
            <a:srgbClr val="F26B43"/>
          </p15:clr>
        </p15:guide>
        <p15:guide id="27" pos="7008">
          <p15:clr>
            <a:srgbClr val="A4A3A4"/>
          </p15:clr>
        </p15:guide>
        <p15:guide id="28" pos="7296">
          <p15:clr>
            <a:srgbClr val="000000"/>
          </p15:clr>
        </p15:guide>
        <p15:guide id="29" pos="3840">
          <p15:clr>
            <a:srgbClr val="5ACBF0"/>
          </p15:clr>
        </p15:guide>
        <p15:guide id="30" orient="horz" pos="2160">
          <p15:clr>
            <a:srgbClr val="5ACBF0"/>
          </p15:clr>
        </p15:guide>
        <p15:guide id="31" orient="horz" pos="3888">
          <p15:clr>
            <a:srgbClr val="000000"/>
          </p15:clr>
        </p15:guide>
        <p15:guide id="32" orient="horz" pos="2016">
          <p15:clr>
            <a:srgbClr val="5ACBF0"/>
          </p15:clr>
        </p15:guide>
        <p15:guide id="33" orient="horz" pos="2736">
          <p15:clr>
            <a:srgbClr val="F26B43"/>
          </p15:clr>
        </p15:guide>
        <p15:guide id="34" orient="horz" pos="1872">
          <p15:clr>
            <a:srgbClr val="A4A3A4"/>
          </p15:clr>
        </p15:guide>
        <p15:guide id="35" orient="horz" pos="1584">
          <p15:clr>
            <a:srgbClr val="F26B43"/>
          </p15:clr>
        </p15:guide>
        <p15:guide id="37" orient="horz" pos="1008">
          <p15:clr>
            <a:srgbClr val="F26B43"/>
          </p15:clr>
        </p15:guide>
        <p15:guide id="38" orient="horz" pos="720">
          <p15:clr>
            <a:srgbClr val="A4A3A4"/>
          </p15:clr>
        </p15:guide>
        <p15:guide id="39" orient="horz" pos="2448">
          <p15:clr>
            <a:srgbClr val="A4A3A4"/>
          </p15:clr>
        </p15:guide>
        <p15:guide id="40" orient="horz" pos="3024">
          <p15:clr>
            <a:srgbClr val="A4A3A4"/>
          </p15:clr>
        </p15:guide>
        <p15:guide id="41" orient="horz" pos="3312">
          <p15:clr>
            <a:srgbClr val="F26B43"/>
          </p15:clr>
        </p15:guide>
        <p15:guide id="42" orient="horz" pos="3600">
          <p15:clr>
            <a:srgbClr val="A4A3A4"/>
          </p15:clr>
        </p15:guide>
        <p15:guide id="43" orient="horz" pos="1440">
          <p15:clr>
            <a:srgbClr val="FDE53C"/>
          </p15:clr>
        </p15:guide>
        <p15:guide id="44" orient="horz" pos="2880">
          <p15:clr>
            <a:srgbClr val="FDE53C"/>
          </p15:clr>
        </p15:guide>
        <p15:guide id="45" pos="2544">
          <p15:clr>
            <a:srgbClr val="FDE53C"/>
          </p15:clr>
        </p15:guide>
        <p15:guide id="46" pos="5136">
          <p15:clr>
            <a:srgbClr val="FDE53C"/>
          </p15:clr>
        </p15:guide>
        <p15:guide id="47" pos="144">
          <p15:clr>
            <a:srgbClr val="5ACBF0"/>
          </p15:clr>
        </p15:guide>
        <p15:guide id="48" pos="7536">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4F733C-C8F4-39A1-6B11-BB8CF9EFFE42}"/>
              </a:ext>
            </a:extLst>
          </p:cNvPr>
          <p:cNvSpPr/>
          <p:nvPr userDrawn="1"/>
        </p:nvSpPr>
        <p:spPr>
          <a:xfrm>
            <a:off x="0" y="6400800"/>
            <a:ext cx="12192000" cy="468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B9632F4-4E52-14F7-39C8-56F420923F09}"/>
              </a:ext>
            </a:extLst>
          </p:cNvPr>
          <p:cNvSpPr>
            <a:spLocks noGrp="1"/>
          </p:cNvSpPr>
          <p:nvPr>
            <p:ph type="body" idx="1"/>
          </p:nvPr>
        </p:nvSpPr>
        <p:spPr>
          <a:xfrm>
            <a:off x="609599" y="2057400"/>
            <a:ext cx="10972799" cy="4114800"/>
          </a:xfrm>
          <a:prstGeom prst="rect">
            <a:avLst/>
          </a:prstGeom>
        </p:spPr>
        <p:txBody>
          <a:bodyPr vert="horz" lIns="0" tIns="0"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2B3313C8-0514-A799-82A9-9B28F2B545F0}"/>
              </a:ext>
            </a:extLst>
          </p:cNvPr>
          <p:cNvPicPr>
            <a:picLocks noChangeAspect="1"/>
          </p:cNvPicPr>
          <p:nvPr userDrawn="1"/>
        </p:nvPicPr>
        <p:blipFill>
          <a:blip r:embed="rId107" cstate="screen">
            <a:extLst>
              <a:ext uri="{28A0092B-C50C-407E-A947-70E740481C1C}">
                <a14:useLocalDpi xmlns:a14="http://schemas.microsoft.com/office/drawing/2010/main"/>
              </a:ext>
            </a:extLst>
          </a:blip>
          <a:srcRect/>
          <a:stretch/>
        </p:blipFill>
        <p:spPr>
          <a:xfrm>
            <a:off x="88995" y="6415378"/>
            <a:ext cx="1568514" cy="442622"/>
          </a:xfrm>
          <a:prstGeom prst="rect">
            <a:avLst/>
          </a:prstGeom>
        </p:spPr>
      </p:pic>
      <p:sp>
        <p:nvSpPr>
          <p:cNvPr id="11" name="TextBox 10">
            <a:extLst>
              <a:ext uri="{FF2B5EF4-FFF2-40B4-BE49-F238E27FC236}">
                <a16:creationId xmlns:a16="http://schemas.microsoft.com/office/drawing/2014/main" id="{7EE3FDDD-4DA3-2700-19D7-0039D02463BA}"/>
              </a:ext>
            </a:extLst>
          </p:cNvPr>
          <p:cNvSpPr txBox="1"/>
          <p:nvPr userDrawn="1"/>
        </p:nvSpPr>
        <p:spPr>
          <a:xfrm>
            <a:off x="1524000" y="6400801"/>
            <a:ext cx="9144000" cy="442622"/>
          </a:xfrm>
          <a:prstGeom prst="rect">
            <a:avLst/>
          </a:prstGeom>
          <a:noFill/>
        </p:spPr>
        <p:txBody>
          <a:bodyPr wrap="square" anchor="ctr">
            <a:noAutofit/>
          </a:bodyPr>
          <a:lstStyle/>
          <a:p>
            <a:pPr algn="ctr"/>
            <a:r>
              <a:rPr lang="en-US" sz="800" b="0" i="0">
                <a:solidFill>
                  <a:schemeClr val="bg1"/>
                </a:solidFill>
                <a:latin typeface="+mn-lt"/>
                <a:cs typeface="Arial" panose="020B0604020202020204" pitchFamily="34" charset="0"/>
              </a:rPr>
              <a:t>© 2024 NewRocket, LLC. All Rights Reserved. Confidential.</a:t>
            </a:r>
          </a:p>
        </p:txBody>
      </p:sp>
      <p:sp>
        <p:nvSpPr>
          <p:cNvPr id="12" name="TextBox 11">
            <a:extLst>
              <a:ext uri="{FF2B5EF4-FFF2-40B4-BE49-F238E27FC236}">
                <a16:creationId xmlns:a16="http://schemas.microsoft.com/office/drawing/2014/main" id="{0CDF90F0-CF84-639C-DF65-B1A94766CBAE}"/>
              </a:ext>
            </a:extLst>
          </p:cNvPr>
          <p:cNvSpPr txBox="1"/>
          <p:nvPr userDrawn="1"/>
        </p:nvSpPr>
        <p:spPr>
          <a:xfrm>
            <a:off x="10668000" y="6400801"/>
            <a:ext cx="1295400" cy="453908"/>
          </a:xfrm>
          <a:prstGeom prst="rect">
            <a:avLst/>
          </a:prstGeom>
          <a:noFill/>
        </p:spPr>
        <p:txBody>
          <a:bodyPr wrap="square" rIns="0" anchor="ctr">
            <a:noAutofit/>
          </a:bodyPr>
          <a:lstStyle/>
          <a:p>
            <a:pPr algn="r"/>
            <a:fld id="{B936DE7D-A748-704C-8125-AED706105F2F}" type="slidenum">
              <a:rPr lang="en-US" sz="800" b="0" i="0" smtClean="0">
                <a:solidFill>
                  <a:schemeClr val="bg1"/>
                </a:solidFill>
                <a:latin typeface="+mn-lt"/>
                <a:cs typeface="Arial" panose="020B0604020202020204" pitchFamily="34" charset="0"/>
              </a:rPr>
              <a:pPr algn="r"/>
              <a:t>‹#›</a:t>
            </a:fld>
            <a:endParaRPr lang="en-US" sz="800" b="0" i="0">
              <a:solidFill>
                <a:schemeClr val="bg1"/>
              </a:solidFill>
              <a:latin typeface="+mn-lt"/>
              <a:cs typeface="Arial" panose="020B0604020202020204" pitchFamily="34" charset="0"/>
            </a:endParaRPr>
          </a:p>
        </p:txBody>
      </p:sp>
      <p:sp>
        <p:nvSpPr>
          <p:cNvPr id="5" name="Title Placeholder 4">
            <a:extLst>
              <a:ext uri="{FF2B5EF4-FFF2-40B4-BE49-F238E27FC236}">
                <a16:creationId xmlns:a16="http://schemas.microsoft.com/office/drawing/2014/main" id="{127F3CBE-F3A0-8B28-47F7-358381897687}"/>
              </a:ext>
            </a:extLst>
          </p:cNvPr>
          <p:cNvSpPr>
            <a:spLocks noGrp="1"/>
          </p:cNvSpPr>
          <p:nvPr>
            <p:ph type="title"/>
          </p:nvPr>
        </p:nvSpPr>
        <p:spPr>
          <a:xfrm>
            <a:off x="609600" y="685800"/>
            <a:ext cx="10972800" cy="1143000"/>
          </a:xfrm>
          <a:prstGeom prst="rect">
            <a:avLst/>
          </a:prstGeom>
        </p:spPr>
        <p:txBody>
          <a:bodyPr vert="horz" lIns="0" tIns="0" rIns="0" bIns="91440" rtlCol="0" anchor="ctr">
            <a:normAutofit/>
          </a:bodyPr>
          <a:lstStyle/>
          <a:p>
            <a:r>
              <a:rPr lang="en-US"/>
              <a:t>Click to edit Master title style</a:t>
            </a:r>
          </a:p>
        </p:txBody>
      </p:sp>
    </p:spTree>
    <p:extLst>
      <p:ext uri="{BB962C8B-B14F-4D97-AF65-F5344CB8AC3E}">
        <p14:creationId xmlns:p14="http://schemas.microsoft.com/office/powerpoint/2010/main" val="2379227608"/>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 id="2147483819" r:id="rId18"/>
    <p:sldLayoutId id="2147483820" r:id="rId19"/>
    <p:sldLayoutId id="2147483821" r:id="rId20"/>
    <p:sldLayoutId id="2147483822" r:id="rId21"/>
    <p:sldLayoutId id="2147483823" r:id="rId22"/>
    <p:sldLayoutId id="2147483824" r:id="rId23"/>
    <p:sldLayoutId id="2147483825" r:id="rId24"/>
    <p:sldLayoutId id="2147483826" r:id="rId25"/>
    <p:sldLayoutId id="2147483827" r:id="rId26"/>
    <p:sldLayoutId id="2147483828" r:id="rId27"/>
    <p:sldLayoutId id="2147483829" r:id="rId28"/>
    <p:sldLayoutId id="2147483830" r:id="rId29"/>
    <p:sldLayoutId id="2147483831" r:id="rId30"/>
    <p:sldLayoutId id="2147483832" r:id="rId31"/>
    <p:sldLayoutId id="2147483833" r:id="rId32"/>
    <p:sldLayoutId id="2147483834" r:id="rId33"/>
    <p:sldLayoutId id="2147483835" r:id="rId34"/>
    <p:sldLayoutId id="2147483836" r:id="rId35"/>
    <p:sldLayoutId id="2147483837" r:id="rId36"/>
    <p:sldLayoutId id="2147483838" r:id="rId37"/>
    <p:sldLayoutId id="2147483839" r:id="rId38"/>
    <p:sldLayoutId id="2147483840" r:id="rId39"/>
    <p:sldLayoutId id="2147483841" r:id="rId40"/>
    <p:sldLayoutId id="2147483842" r:id="rId41"/>
    <p:sldLayoutId id="2147483843" r:id="rId42"/>
    <p:sldLayoutId id="2147483844" r:id="rId43"/>
    <p:sldLayoutId id="2147483845" r:id="rId44"/>
    <p:sldLayoutId id="2147483846" r:id="rId45"/>
    <p:sldLayoutId id="2147483847" r:id="rId46"/>
    <p:sldLayoutId id="2147483848" r:id="rId47"/>
    <p:sldLayoutId id="2147483849" r:id="rId48"/>
    <p:sldLayoutId id="2147483850" r:id="rId49"/>
    <p:sldLayoutId id="2147483851" r:id="rId50"/>
    <p:sldLayoutId id="2147483852" r:id="rId51"/>
    <p:sldLayoutId id="2147483853" r:id="rId52"/>
    <p:sldLayoutId id="2147483854" r:id="rId53"/>
    <p:sldLayoutId id="2147483855" r:id="rId54"/>
    <p:sldLayoutId id="2147483856" r:id="rId55"/>
    <p:sldLayoutId id="2147483857" r:id="rId56"/>
    <p:sldLayoutId id="2147483858" r:id="rId57"/>
    <p:sldLayoutId id="2147483859" r:id="rId58"/>
    <p:sldLayoutId id="2147483860" r:id="rId59"/>
    <p:sldLayoutId id="2147483861" r:id="rId60"/>
    <p:sldLayoutId id="2147483862" r:id="rId61"/>
    <p:sldLayoutId id="2147483863" r:id="rId62"/>
    <p:sldLayoutId id="2147483864" r:id="rId63"/>
    <p:sldLayoutId id="2147483865" r:id="rId64"/>
    <p:sldLayoutId id="2147483866" r:id="rId65"/>
    <p:sldLayoutId id="2147483867" r:id="rId66"/>
    <p:sldLayoutId id="2147483868" r:id="rId67"/>
    <p:sldLayoutId id="2147483869" r:id="rId68"/>
    <p:sldLayoutId id="2147483870" r:id="rId69"/>
    <p:sldLayoutId id="2147483871" r:id="rId70"/>
    <p:sldLayoutId id="2147483872" r:id="rId71"/>
    <p:sldLayoutId id="2147483873" r:id="rId72"/>
    <p:sldLayoutId id="2147483874" r:id="rId73"/>
    <p:sldLayoutId id="2147483875" r:id="rId74"/>
    <p:sldLayoutId id="2147483876" r:id="rId75"/>
    <p:sldLayoutId id="2147483877" r:id="rId76"/>
    <p:sldLayoutId id="2147483878" r:id="rId77"/>
    <p:sldLayoutId id="2147483879" r:id="rId78"/>
    <p:sldLayoutId id="2147483880" r:id="rId79"/>
    <p:sldLayoutId id="2147483881" r:id="rId80"/>
    <p:sldLayoutId id="2147483882" r:id="rId81"/>
    <p:sldLayoutId id="2147483883" r:id="rId82"/>
    <p:sldLayoutId id="2147483884" r:id="rId83"/>
    <p:sldLayoutId id="2147483885" r:id="rId84"/>
    <p:sldLayoutId id="2147483886" r:id="rId85"/>
    <p:sldLayoutId id="2147483887" r:id="rId86"/>
    <p:sldLayoutId id="2147483888" r:id="rId87"/>
    <p:sldLayoutId id="2147483889" r:id="rId88"/>
    <p:sldLayoutId id="2147483890" r:id="rId89"/>
    <p:sldLayoutId id="2147483891" r:id="rId90"/>
    <p:sldLayoutId id="2147483892" r:id="rId91"/>
    <p:sldLayoutId id="2147483893" r:id="rId92"/>
    <p:sldLayoutId id="2147483894" r:id="rId93"/>
    <p:sldLayoutId id="2147483895" r:id="rId94"/>
    <p:sldLayoutId id="2147483896" r:id="rId95"/>
    <p:sldLayoutId id="2147483897" r:id="rId96"/>
    <p:sldLayoutId id="2147483898" r:id="rId97"/>
    <p:sldLayoutId id="2147483899" r:id="rId98"/>
    <p:sldLayoutId id="2147483900" r:id="rId99"/>
    <p:sldLayoutId id="2147483901" r:id="rId100"/>
    <p:sldLayoutId id="2147483902" r:id="rId101"/>
    <p:sldLayoutId id="2147483903" r:id="rId102"/>
    <p:sldLayoutId id="2147483904" r:id="rId103"/>
    <p:sldLayoutId id="2147483905" r:id="rId104"/>
    <p:sldLayoutId id="2147483906" r:id="rId105"/>
  </p:sldLayoutIdLst>
  <p:hf sldNum="0" hdr="0" ftr="0"/>
  <p:txStyles>
    <p:titleStyle>
      <a:lvl1pPr algn="l" defTabSz="228600" rtl="0" eaLnBrk="1" latinLnBrk="0" hangingPunct="1">
        <a:lnSpc>
          <a:spcPct val="100000"/>
        </a:lnSpc>
        <a:spcBef>
          <a:spcPct val="0"/>
        </a:spcBef>
        <a:buNone/>
        <a:defRPr sz="3200" b="1" i="0" kern="1200">
          <a:solidFill>
            <a:schemeClr val="tx2"/>
          </a:solidFill>
          <a:latin typeface="+mj-lt"/>
          <a:ea typeface="Inter" panose="02000503000000020004" pitchFamily="2" charset="0"/>
          <a:cs typeface="Arial" panose="020B0604020202020204" pitchFamily="34" charset="0"/>
        </a:defRPr>
      </a:lvl1pPr>
    </p:titleStyle>
    <p:bodyStyle>
      <a:lvl1pPr marL="228600" indent="-228600" algn="l" defTabSz="228600" rtl="0" eaLnBrk="1" latinLnBrk="0" hangingPunct="1">
        <a:lnSpc>
          <a:spcPct val="150000"/>
        </a:lnSpc>
        <a:spcBef>
          <a:spcPts val="0"/>
        </a:spcBef>
        <a:spcAft>
          <a:spcPts val="0"/>
        </a:spcAft>
        <a:buFont typeface="Arial" panose="020B0604020202020204" pitchFamily="34" charset="0"/>
        <a:buChar char="•"/>
        <a:tabLst/>
        <a:defRPr sz="2400" b="0" i="0" kern="1200">
          <a:solidFill>
            <a:schemeClr val="tx1"/>
          </a:solidFill>
          <a:latin typeface="+mn-lt"/>
          <a:ea typeface="Inter" panose="02000503000000020004" pitchFamily="2" charset="0"/>
          <a:cs typeface="Arial" panose="020B0604020202020204" pitchFamily="34" charset="0"/>
        </a:defRPr>
      </a:lvl1pPr>
      <a:lvl2pPr marL="685800" indent="-228600" algn="l" defTabSz="228600" rtl="0" eaLnBrk="1" latinLnBrk="0" hangingPunct="1">
        <a:lnSpc>
          <a:spcPct val="150000"/>
        </a:lnSpc>
        <a:spcBef>
          <a:spcPts val="0"/>
        </a:spcBef>
        <a:spcAft>
          <a:spcPts val="0"/>
        </a:spcAft>
        <a:buFont typeface="Arial" panose="020B0604020202020204" pitchFamily="34" charset="0"/>
        <a:buChar char="•"/>
        <a:tabLst/>
        <a:defRPr sz="2000" b="0" i="0" kern="1200">
          <a:solidFill>
            <a:schemeClr val="tx1"/>
          </a:solidFill>
          <a:latin typeface="+mn-lt"/>
          <a:ea typeface="Inter" panose="02000503000000020004" pitchFamily="2" charset="0"/>
          <a:cs typeface="Arial" panose="020B0604020202020204" pitchFamily="34" charset="0"/>
        </a:defRPr>
      </a:lvl2pPr>
      <a:lvl3pPr marL="1143000" indent="-228600" algn="l" defTabSz="228600" rtl="0" eaLnBrk="1" latinLnBrk="0" hangingPunct="1">
        <a:lnSpc>
          <a:spcPct val="150000"/>
        </a:lnSpc>
        <a:spcBef>
          <a:spcPts val="0"/>
        </a:spcBef>
        <a:spcAft>
          <a:spcPts val="0"/>
        </a:spcAft>
        <a:buFont typeface="Arial" panose="020B0604020202020204" pitchFamily="34" charset="0"/>
        <a:buChar char="•"/>
        <a:tabLst/>
        <a:defRPr sz="1800" b="0" i="0" kern="1200">
          <a:solidFill>
            <a:schemeClr val="tx1"/>
          </a:solidFill>
          <a:latin typeface="+mn-lt"/>
          <a:ea typeface="Inter" panose="02000503000000020004" pitchFamily="2" charset="0"/>
          <a:cs typeface="Arial" panose="020B0604020202020204" pitchFamily="34" charset="0"/>
        </a:defRPr>
      </a:lvl3pPr>
      <a:lvl4pPr marL="1600200" indent="-228600" algn="l" defTabSz="228600" rtl="0" eaLnBrk="1" latinLnBrk="0" hangingPunct="1">
        <a:lnSpc>
          <a:spcPct val="150000"/>
        </a:lnSpc>
        <a:spcBef>
          <a:spcPts val="0"/>
        </a:spcBef>
        <a:spcAft>
          <a:spcPts val="0"/>
        </a:spcAft>
        <a:buFont typeface="Arial" panose="020B0604020202020204" pitchFamily="34" charset="0"/>
        <a:buChar char="•"/>
        <a:tabLst/>
        <a:defRPr sz="1600" b="0" i="0" kern="1200">
          <a:solidFill>
            <a:schemeClr val="tx1"/>
          </a:solidFill>
          <a:latin typeface="+mn-lt"/>
          <a:ea typeface="Inter" panose="02000503000000020004" pitchFamily="2" charset="0"/>
          <a:cs typeface="Arial" panose="020B0604020202020204" pitchFamily="34" charset="0"/>
        </a:defRPr>
      </a:lvl4pPr>
      <a:lvl5pPr marL="2057400" indent="-228600" algn="l" defTabSz="228600" rtl="0" eaLnBrk="1" latinLnBrk="0" hangingPunct="1">
        <a:lnSpc>
          <a:spcPct val="150000"/>
        </a:lnSpc>
        <a:spcBef>
          <a:spcPts val="0"/>
        </a:spcBef>
        <a:spcAft>
          <a:spcPts val="0"/>
        </a:spcAft>
        <a:buFont typeface="Arial" panose="020B0604020202020204" pitchFamily="34" charset="0"/>
        <a:buChar char="•"/>
        <a:tabLst/>
        <a:defRPr sz="1600" b="0" i="0" kern="1200">
          <a:solidFill>
            <a:schemeClr val="tx1"/>
          </a:solidFill>
          <a:latin typeface="+mn-lt"/>
          <a:ea typeface="Inter" panose="02000503000000020004"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000000"/>
          </p15:clr>
        </p15:guide>
        <p15:guide id="2" pos="672">
          <p15:clr>
            <a:srgbClr val="A4A3A4"/>
          </p15:clr>
        </p15:guide>
        <p15:guide id="3" pos="1248">
          <p15:clr>
            <a:srgbClr val="A4A3A4"/>
          </p15:clr>
        </p15:guide>
        <p15:guide id="4" pos="1824">
          <p15:clr>
            <a:srgbClr val="A4A3A4"/>
          </p15:clr>
        </p15:guide>
        <p15:guide id="5" pos="2112">
          <p15:clr>
            <a:srgbClr val="F26B43"/>
          </p15:clr>
        </p15:guide>
        <p15:guide id="6" pos="2400">
          <p15:clr>
            <a:srgbClr val="A4A3A4"/>
          </p15:clr>
        </p15:guide>
        <p15:guide id="7" pos="2976">
          <p15:clr>
            <a:srgbClr val="FDE53C"/>
          </p15:clr>
        </p15:guide>
        <p15:guide id="8" pos="3264">
          <p15:clr>
            <a:srgbClr val="F26B43"/>
          </p15:clr>
        </p15:guide>
        <p15:guide id="9" pos="4128">
          <p15:clr>
            <a:srgbClr val="A4A3A4"/>
          </p15:clr>
        </p15:guide>
        <p15:guide id="10" pos="4416">
          <p15:clr>
            <a:srgbClr val="F26B43"/>
          </p15:clr>
        </p15:guide>
        <p15:guide id="11" pos="4704">
          <p15:clr>
            <a:srgbClr val="A4A3A4"/>
          </p15:clr>
        </p15:guide>
        <p15:guide id="12" pos="5280">
          <p15:clr>
            <a:srgbClr val="A4A3A4"/>
          </p15:clr>
        </p15:guide>
        <p15:guide id="13" pos="5568">
          <p15:clr>
            <a:srgbClr val="F26B43"/>
          </p15:clr>
        </p15:guide>
        <p15:guide id="14" orient="horz" pos="4032">
          <p15:clr>
            <a:srgbClr val="5ACBF0"/>
          </p15:clr>
        </p15:guide>
        <p15:guide id="15" orient="horz" pos="1296">
          <p15:clr>
            <a:srgbClr val="A4A3A4"/>
          </p15:clr>
        </p15:guide>
        <p15:guide id="16" pos="384">
          <p15:clr>
            <a:srgbClr val="000000"/>
          </p15:clr>
        </p15:guide>
        <p15:guide id="17" pos="5856">
          <p15:clr>
            <a:srgbClr val="A4A3A4"/>
          </p15:clr>
        </p15:guide>
        <p15:guide id="18" orient="horz" pos="1152">
          <p15:clr>
            <a:srgbClr val="FBAE40"/>
          </p15:clr>
        </p15:guide>
        <p15:guide id="19" pos="3552">
          <p15:clr>
            <a:srgbClr val="A4A3A4"/>
          </p15:clr>
        </p15:guide>
        <p15:guide id="20" pos="4992">
          <p15:clr>
            <a:srgbClr val="F26B43"/>
          </p15:clr>
        </p15:guide>
        <p15:guide id="21" pos="960">
          <p15:clr>
            <a:srgbClr val="F26B43"/>
          </p15:clr>
        </p15:guide>
        <p15:guide id="22" pos="2688">
          <p15:clr>
            <a:srgbClr val="F26B43"/>
          </p15:clr>
        </p15:guide>
        <p15:guide id="23" pos="1536">
          <p15:clr>
            <a:srgbClr val="F26B43"/>
          </p15:clr>
        </p15:guide>
        <p15:guide id="24" pos="6144">
          <p15:clr>
            <a:srgbClr val="F26B43"/>
          </p15:clr>
        </p15:guide>
        <p15:guide id="25" pos="6432">
          <p15:clr>
            <a:srgbClr val="A4A3A4"/>
          </p15:clr>
        </p15:guide>
        <p15:guide id="26" pos="6720">
          <p15:clr>
            <a:srgbClr val="F26B43"/>
          </p15:clr>
        </p15:guide>
        <p15:guide id="27" pos="7008">
          <p15:clr>
            <a:srgbClr val="A4A3A4"/>
          </p15:clr>
        </p15:guide>
        <p15:guide id="28" pos="7296">
          <p15:clr>
            <a:srgbClr val="000000"/>
          </p15:clr>
        </p15:guide>
        <p15:guide id="29" pos="3840">
          <p15:clr>
            <a:srgbClr val="5ACBF0"/>
          </p15:clr>
        </p15:guide>
        <p15:guide id="30" orient="horz" pos="2160">
          <p15:clr>
            <a:srgbClr val="5ACBF0"/>
          </p15:clr>
        </p15:guide>
        <p15:guide id="31" orient="horz" pos="3888">
          <p15:clr>
            <a:srgbClr val="000000"/>
          </p15:clr>
        </p15:guide>
        <p15:guide id="32" orient="horz" pos="2016">
          <p15:clr>
            <a:srgbClr val="5ACBF0"/>
          </p15:clr>
        </p15:guide>
        <p15:guide id="33" orient="horz" pos="2736">
          <p15:clr>
            <a:srgbClr val="F26B43"/>
          </p15:clr>
        </p15:guide>
        <p15:guide id="34" orient="horz" pos="1872">
          <p15:clr>
            <a:srgbClr val="A4A3A4"/>
          </p15:clr>
        </p15:guide>
        <p15:guide id="35" orient="horz" pos="1584">
          <p15:clr>
            <a:srgbClr val="F26B43"/>
          </p15:clr>
        </p15:guide>
        <p15:guide id="37" orient="horz" pos="1008">
          <p15:clr>
            <a:srgbClr val="F26B43"/>
          </p15:clr>
        </p15:guide>
        <p15:guide id="38" orient="horz" pos="720">
          <p15:clr>
            <a:srgbClr val="A4A3A4"/>
          </p15:clr>
        </p15:guide>
        <p15:guide id="39" orient="horz" pos="2448">
          <p15:clr>
            <a:srgbClr val="A4A3A4"/>
          </p15:clr>
        </p15:guide>
        <p15:guide id="40" orient="horz" pos="3024">
          <p15:clr>
            <a:srgbClr val="A4A3A4"/>
          </p15:clr>
        </p15:guide>
        <p15:guide id="41" orient="horz" pos="3312">
          <p15:clr>
            <a:srgbClr val="F26B43"/>
          </p15:clr>
        </p15:guide>
        <p15:guide id="42" orient="horz" pos="3600">
          <p15:clr>
            <a:srgbClr val="A4A3A4"/>
          </p15:clr>
        </p15:guide>
        <p15:guide id="43" orient="horz" pos="1440">
          <p15:clr>
            <a:srgbClr val="FDE53C"/>
          </p15:clr>
        </p15:guide>
        <p15:guide id="44" orient="horz" pos="2880">
          <p15:clr>
            <a:srgbClr val="FDE53C"/>
          </p15:clr>
        </p15:guide>
        <p15:guide id="45" pos="2544">
          <p15:clr>
            <a:srgbClr val="FDE53C"/>
          </p15:clr>
        </p15:guide>
        <p15:guide id="46" pos="5136">
          <p15:clr>
            <a:srgbClr val="FDE53C"/>
          </p15:clr>
        </p15:guide>
        <p15:guide id="47" pos="144">
          <p15:clr>
            <a:srgbClr val="5ACBF0"/>
          </p15:clr>
        </p15:guide>
        <p15:guide id="48" pos="7536">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05.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BA1C16-4D42-4708-AAFE-8441C48AF7DD}"/>
              </a:ext>
            </a:extLst>
          </p:cNvPr>
          <p:cNvSpPr>
            <a:spLocks noGrp="1"/>
          </p:cNvSpPr>
          <p:nvPr>
            <p:ph type="body" sz="quarter" idx="10"/>
          </p:nvPr>
        </p:nvSpPr>
        <p:spPr>
          <a:xfrm>
            <a:off x="805141" y="2905552"/>
            <a:ext cx="8250969" cy="3116751"/>
          </a:xfrm>
        </p:spPr>
        <p:txBody>
          <a:bodyPr/>
          <a:lstStyle/>
          <a:p>
            <a:r>
              <a:rPr lang="en-CA" sz="4400" dirty="0">
                <a:latin typeface="Barlow Light"/>
              </a:rPr>
              <a:t>ITSM Now Assist POC Project</a:t>
            </a:r>
            <a:br>
              <a:rPr lang="en-CA" sz="3200" dirty="0">
                <a:latin typeface="Barlow Light"/>
              </a:rPr>
            </a:br>
            <a:endParaRPr lang="en-CA" sz="3200" dirty="0">
              <a:latin typeface="Barlow Light"/>
            </a:endParaRPr>
          </a:p>
          <a:p>
            <a:r>
              <a:rPr lang="en-CA" sz="3200" b="1" dirty="0">
                <a:latin typeface="Barlow Light"/>
              </a:rPr>
              <a:t> PM Introduction</a:t>
            </a:r>
          </a:p>
          <a:p>
            <a:endParaRPr lang="en-CA" sz="3200" b="1" dirty="0">
              <a:latin typeface="Barlow Light"/>
            </a:endParaRPr>
          </a:p>
          <a:p>
            <a:r>
              <a:rPr lang="en-CA" sz="1600" b="1" dirty="0">
                <a:latin typeface="Barlow Light"/>
              </a:rPr>
              <a:t>October 28, 2025</a:t>
            </a:r>
          </a:p>
          <a:p>
            <a:endParaRPr lang="en-CA" sz="3200" b="1" dirty="0">
              <a:latin typeface="Barlow Light"/>
            </a:endParaRPr>
          </a:p>
        </p:txBody>
      </p:sp>
      <p:pic>
        <p:nvPicPr>
          <p:cNvPr id="3" name="Picture 2">
            <a:extLst>
              <a:ext uri="{FF2B5EF4-FFF2-40B4-BE49-F238E27FC236}">
                <a16:creationId xmlns:a16="http://schemas.microsoft.com/office/drawing/2014/main" id="{0D4B25E3-8126-4D89-8FD6-C06398986260}"/>
              </a:ext>
            </a:extLst>
          </p:cNvPr>
          <p:cNvPicPr>
            <a:picLocks noChangeAspect="1"/>
          </p:cNvPicPr>
          <p:nvPr/>
        </p:nvPicPr>
        <p:blipFill>
          <a:blip r:embed="rId2"/>
          <a:stretch>
            <a:fillRect/>
          </a:stretch>
        </p:blipFill>
        <p:spPr>
          <a:xfrm>
            <a:off x="4708026" y="931046"/>
            <a:ext cx="3037205" cy="913765"/>
          </a:xfrm>
          <a:prstGeom prst="rect">
            <a:avLst/>
          </a:prstGeom>
        </p:spPr>
      </p:pic>
    </p:spTree>
    <p:extLst>
      <p:ext uri="{BB962C8B-B14F-4D97-AF65-F5344CB8AC3E}">
        <p14:creationId xmlns:p14="http://schemas.microsoft.com/office/powerpoint/2010/main" val="4197514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2AFD-5D5E-D315-07CE-4B31EC400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367C0-E0BD-F579-DA1A-DA63CDDF7025}"/>
              </a:ext>
            </a:extLst>
          </p:cNvPr>
          <p:cNvSpPr>
            <a:spLocks noGrp="1"/>
          </p:cNvSpPr>
          <p:nvPr>
            <p:ph type="title"/>
          </p:nvPr>
        </p:nvSpPr>
        <p:spPr/>
        <p:txBody>
          <a:bodyPr lIns="91440" tIns="45720" rIns="91440" bIns="45720" anchor="t"/>
          <a:lstStyle/>
          <a:p>
            <a:r>
              <a:rPr lang="en-GB">
                <a:latin typeface="Barlow SemiBold"/>
              </a:rPr>
              <a:t>Agenda</a:t>
            </a:r>
            <a:endParaRPr lang="en-GB"/>
          </a:p>
        </p:txBody>
      </p:sp>
      <p:sp>
        <p:nvSpPr>
          <p:cNvPr id="4" name="Content Placeholder 3">
            <a:extLst>
              <a:ext uri="{FF2B5EF4-FFF2-40B4-BE49-F238E27FC236}">
                <a16:creationId xmlns:a16="http://schemas.microsoft.com/office/drawing/2014/main" id="{C19D8251-1108-8084-CB34-044A57610EEE}"/>
              </a:ext>
            </a:extLst>
          </p:cNvPr>
          <p:cNvSpPr>
            <a:spLocks noGrp="1"/>
          </p:cNvSpPr>
          <p:nvPr>
            <p:ph sz="quarter" idx="10"/>
          </p:nvPr>
        </p:nvSpPr>
        <p:spPr>
          <a:xfrm>
            <a:off x="442319" y="1265663"/>
            <a:ext cx="10998924" cy="4677938"/>
          </a:xfrm>
        </p:spPr>
        <p:txBody>
          <a:bodyPr lIns="91440" tIns="45720" rIns="91440" bIns="45720" anchor="t"/>
          <a:lstStyle/>
          <a:p>
            <a:pPr marL="467360" lvl="1" indent="-457200">
              <a:buAutoNum type="arabicPeriod"/>
            </a:pPr>
            <a:r>
              <a:rPr lang="en-GB" sz="1800" b="1" dirty="0">
                <a:latin typeface="Barlow Light"/>
              </a:rPr>
              <a:t>Introductions</a:t>
            </a:r>
            <a:endParaRPr lang="en-US" sz="1800" b="1" dirty="0"/>
          </a:p>
          <a:p>
            <a:pPr marL="467360" lvl="1" indent="-457200">
              <a:buFont typeface="Arial" panose="020B0604020202020204" pitchFamily="34" charset="0"/>
              <a:buAutoNum type="arabicPeriod"/>
            </a:pPr>
            <a:r>
              <a:rPr lang="en-GB" sz="1800" b="1" dirty="0">
                <a:latin typeface="Barlow Light"/>
              </a:rPr>
              <a:t>Overview of Statement of Work (SOW)</a:t>
            </a:r>
          </a:p>
          <a:p>
            <a:pPr marL="467360" lvl="1" indent="-457200">
              <a:buFont typeface="Arial" panose="020B0604020202020204" pitchFamily="34" charset="0"/>
              <a:buAutoNum type="arabicPeriod"/>
            </a:pPr>
            <a:r>
              <a:rPr lang="en-GB" sz="1800" b="1" dirty="0">
                <a:latin typeface="Barlow Light"/>
              </a:rPr>
              <a:t>Stakeholders &amp; Project Team</a:t>
            </a:r>
          </a:p>
          <a:p>
            <a:pPr marL="467360" lvl="1" indent="-457200">
              <a:buAutoNum type="arabicPeriod"/>
            </a:pPr>
            <a:r>
              <a:rPr lang="en-GB" sz="1800" b="1" dirty="0">
                <a:latin typeface="Barlow Light"/>
              </a:rPr>
              <a:t>Key Roles &amp; Responsibilities</a:t>
            </a:r>
            <a:endParaRPr lang="en-GB" sz="1800" b="1" dirty="0"/>
          </a:p>
          <a:p>
            <a:pPr marL="467360" lvl="1" indent="-457200">
              <a:buAutoNum type="arabicPeriod"/>
            </a:pPr>
            <a:r>
              <a:rPr lang="en-GB" sz="1800" b="1" dirty="0">
                <a:latin typeface="Barlow Light"/>
              </a:rPr>
              <a:t>Delivery Excellence/Project Methodology</a:t>
            </a:r>
          </a:p>
          <a:p>
            <a:pPr marL="467360" lvl="1" indent="-457200">
              <a:buAutoNum type="arabicPeriod"/>
            </a:pPr>
            <a:r>
              <a:rPr lang="en-GB" sz="1800" b="1" dirty="0">
                <a:latin typeface="Barlow Light"/>
              </a:rPr>
              <a:t>Project Tools </a:t>
            </a:r>
          </a:p>
          <a:p>
            <a:pPr marL="467360" lvl="1" indent="-457200">
              <a:buAutoNum type="arabicPeriod"/>
            </a:pPr>
            <a:r>
              <a:rPr lang="en-GB" sz="1800" b="1" dirty="0">
                <a:latin typeface="Barlow Light"/>
              </a:rPr>
              <a:t>Communication &amp; Meetings Planning</a:t>
            </a:r>
            <a:endParaRPr lang="en-GB" sz="1800" b="1" dirty="0">
              <a:solidFill>
                <a:srgbClr val="FF0000"/>
              </a:solidFill>
            </a:endParaRPr>
          </a:p>
          <a:p>
            <a:pPr marL="467360" lvl="1" indent="-457200">
              <a:buAutoNum type="arabicPeriod"/>
            </a:pPr>
            <a:r>
              <a:rPr lang="en-GB" sz="1800" b="1" dirty="0">
                <a:latin typeface="Barlow Light"/>
              </a:rPr>
              <a:t>Next Steps </a:t>
            </a:r>
          </a:p>
          <a:p>
            <a:pPr marL="467360" lvl="1" indent="-457200">
              <a:buAutoNum type="arabicPeriod"/>
            </a:pPr>
            <a:r>
              <a:rPr lang="en-GB" sz="1800" b="1" dirty="0">
                <a:latin typeface="Barlow Light"/>
              </a:rPr>
              <a:t>Q/A</a:t>
            </a:r>
            <a:endParaRPr lang="en-GB" sz="1800" b="1" dirty="0"/>
          </a:p>
          <a:p>
            <a:pPr marL="539750" lvl="2" indent="-285750">
              <a:buFont typeface="Arial" panose="020B0604020202020204" pitchFamily="34" charset="0"/>
              <a:buChar char="•"/>
            </a:pPr>
            <a:endParaRPr lang="en-GB" sz="1600" dirty="0"/>
          </a:p>
          <a:p>
            <a:pPr marL="711200" lvl="3"/>
            <a:endParaRPr lang="en-GB" sz="1400" dirty="0"/>
          </a:p>
        </p:txBody>
      </p:sp>
      <p:sp>
        <p:nvSpPr>
          <p:cNvPr id="5" name="Footer Placeholder 4">
            <a:extLst>
              <a:ext uri="{FF2B5EF4-FFF2-40B4-BE49-F238E27FC236}">
                <a16:creationId xmlns:a16="http://schemas.microsoft.com/office/drawing/2014/main" id="{329A2535-52E9-B162-997D-A57EE8714215}"/>
              </a:ext>
            </a:extLst>
          </p:cNvPr>
          <p:cNvSpPr>
            <a:spLocks noGrp="1"/>
          </p:cNvSpPr>
          <p:nvPr>
            <p:ph type="ftr" sz="quarter" idx="3"/>
          </p:nvPr>
        </p:nvSpPr>
        <p:spPr/>
        <p:txBody>
          <a:bodyPr/>
          <a:lstStyle/>
          <a:p>
            <a:r>
              <a:rPr lang="en-CA"/>
              <a:t>CONFIDENTIAL</a:t>
            </a:r>
          </a:p>
        </p:txBody>
      </p:sp>
    </p:spTree>
    <p:extLst>
      <p:ext uri="{BB962C8B-B14F-4D97-AF65-F5344CB8AC3E}">
        <p14:creationId xmlns:p14="http://schemas.microsoft.com/office/powerpoint/2010/main" val="784993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9105-E754-79A1-0818-C7781A9007F8}"/>
              </a:ext>
            </a:extLst>
          </p:cNvPr>
          <p:cNvSpPr>
            <a:spLocks noGrp="1"/>
          </p:cNvSpPr>
          <p:nvPr>
            <p:ph type="title"/>
          </p:nvPr>
        </p:nvSpPr>
        <p:spPr>
          <a:xfrm>
            <a:off x="442319" y="184208"/>
            <a:ext cx="10683070" cy="527848"/>
          </a:xfrm>
        </p:spPr>
        <p:txBody>
          <a:bodyPr/>
          <a:lstStyle/>
          <a:p>
            <a:r>
              <a:rPr lang="en-GB" dirty="0"/>
              <a:t>Statement of Work (SOW) Overview – In Scope</a:t>
            </a:r>
          </a:p>
        </p:txBody>
      </p:sp>
      <p:sp>
        <p:nvSpPr>
          <p:cNvPr id="5" name="Footer Placeholder 4">
            <a:extLst>
              <a:ext uri="{FF2B5EF4-FFF2-40B4-BE49-F238E27FC236}">
                <a16:creationId xmlns:a16="http://schemas.microsoft.com/office/drawing/2014/main" id="{DF26271D-4E4A-6899-F255-2E7CF0AFC3C9}"/>
              </a:ext>
            </a:extLst>
          </p:cNvPr>
          <p:cNvSpPr>
            <a:spLocks noGrp="1"/>
          </p:cNvSpPr>
          <p:nvPr>
            <p:ph type="ftr" sz="quarter" idx="3"/>
          </p:nvPr>
        </p:nvSpPr>
        <p:spPr/>
        <p:txBody>
          <a:bodyPr/>
          <a:lstStyle/>
          <a:p>
            <a:r>
              <a:rPr lang="en-CA" dirty="0"/>
              <a:t>CONFIDENTIAL</a:t>
            </a:r>
          </a:p>
        </p:txBody>
      </p:sp>
      <p:pic>
        <p:nvPicPr>
          <p:cNvPr id="6" name="Picture 5">
            <a:extLst>
              <a:ext uri="{FF2B5EF4-FFF2-40B4-BE49-F238E27FC236}">
                <a16:creationId xmlns:a16="http://schemas.microsoft.com/office/drawing/2014/main" id="{B3745D66-7524-37DC-A4B1-4A2C5AE4E4D6}"/>
              </a:ext>
            </a:extLst>
          </p:cNvPr>
          <p:cNvPicPr>
            <a:picLocks noChangeAspect="1"/>
          </p:cNvPicPr>
          <p:nvPr/>
        </p:nvPicPr>
        <p:blipFill>
          <a:blip r:embed="rId2"/>
          <a:srcRect b="35428"/>
          <a:stretch>
            <a:fillRect/>
          </a:stretch>
        </p:blipFill>
        <p:spPr>
          <a:xfrm>
            <a:off x="522516" y="1244706"/>
            <a:ext cx="11185547" cy="2581862"/>
          </a:xfrm>
          <a:prstGeom prst="rect">
            <a:avLst/>
          </a:prstGeom>
        </p:spPr>
      </p:pic>
      <p:sp>
        <p:nvSpPr>
          <p:cNvPr id="8" name="Content Placeholder 7">
            <a:extLst>
              <a:ext uri="{FF2B5EF4-FFF2-40B4-BE49-F238E27FC236}">
                <a16:creationId xmlns:a16="http://schemas.microsoft.com/office/drawing/2014/main" id="{99CCD1DF-272F-052D-B0F4-ABF04E921F86}"/>
              </a:ext>
            </a:extLst>
          </p:cNvPr>
          <p:cNvSpPr>
            <a:spLocks noGrp="1"/>
          </p:cNvSpPr>
          <p:nvPr>
            <p:ph sz="quarter" idx="10"/>
          </p:nvPr>
        </p:nvSpPr>
        <p:spPr/>
        <p:txBody>
          <a:bodyPr/>
          <a:lstStyle/>
          <a:p>
            <a:endParaRPr lang="en-US" dirty="0"/>
          </a:p>
        </p:txBody>
      </p:sp>
      <p:pic>
        <p:nvPicPr>
          <p:cNvPr id="10" name="Picture 9">
            <a:extLst>
              <a:ext uri="{FF2B5EF4-FFF2-40B4-BE49-F238E27FC236}">
                <a16:creationId xmlns:a16="http://schemas.microsoft.com/office/drawing/2014/main" id="{D8CA3386-5EF6-E7AD-389A-1E4D7966EF14}"/>
              </a:ext>
            </a:extLst>
          </p:cNvPr>
          <p:cNvPicPr>
            <a:picLocks noChangeAspect="1"/>
          </p:cNvPicPr>
          <p:nvPr/>
        </p:nvPicPr>
        <p:blipFill>
          <a:blip r:embed="rId3"/>
          <a:stretch>
            <a:fillRect/>
          </a:stretch>
        </p:blipFill>
        <p:spPr>
          <a:xfrm>
            <a:off x="522516" y="4322363"/>
            <a:ext cx="10858500" cy="1475848"/>
          </a:xfrm>
          <a:prstGeom prst="rect">
            <a:avLst/>
          </a:prstGeom>
        </p:spPr>
      </p:pic>
    </p:spTree>
    <p:extLst>
      <p:ext uri="{BB962C8B-B14F-4D97-AF65-F5344CB8AC3E}">
        <p14:creationId xmlns:p14="http://schemas.microsoft.com/office/powerpoint/2010/main" val="69310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9105-E754-79A1-0818-C7781A9007F8}"/>
              </a:ext>
            </a:extLst>
          </p:cNvPr>
          <p:cNvSpPr>
            <a:spLocks noGrp="1"/>
          </p:cNvSpPr>
          <p:nvPr>
            <p:ph type="title"/>
          </p:nvPr>
        </p:nvSpPr>
        <p:spPr/>
        <p:txBody>
          <a:bodyPr/>
          <a:lstStyle/>
          <a:p>
            <a:r>
              <a:rPr lang="en-GB"/>
              <a:t>Stakeholders &amp; Project Team </a:t>
            </a:r>
          </a:p>
        </p:txBody>
      </p:sp>
      <p:sp>
        <p:nvSpPr>
          <p:cNvPr id="4" name="Content Placeholder 3">
            <a:extLst>
              <a:ext uri="{FF2B5EF4-FFF2-40B4-BE49-F238E27FC236}">
                <a16:creationId xmlns:a16="http://schemas.microsoft.com/office/drawing/2014/main" id="{CD8617E3-27BD-CA06-B020-B9658E8138EB}"/>
              </a:ext>
            </a:extLst>
          </p:cNvPr>
          <p:cNvSpPr>
            <a:spLocks noGrp="1"/>
          </p:cNvSpPr>
          <p:nvPr>
            <p:ph sz="quarter" idx="10"/>
          </p:nvPr>
        </p:nvSpPr>
        <p:spPr>
          <a:xfrm>
            <a:off x="315319" y="1258606"/>
            <a:ext cx="5656168" cy="4781177"/>
          </a:xfrm>
        </p:spPr>
        <p:txBody>
          <a:bodyPr lIns="91440" tIns="45720" rIns="91440" bIns="45720" anchor="t"/>
          <a:lstStyle/>
          <a:p>
            <a:pPr marL="254000" lvl="2"/>
            <a:r>
              <a:rPr lang="en-GB" sz="2000" b="1" dirty="0" err="1">
                <a:solidFill>
                  <a:srgbClr val="7030A0"/>
                </a:solidFill>
              </a:rPr>
              <a:t>NewRocket</a:t>
            </a:r>
            <a:endParaRPr lang="en-GB" sz="2000" b="1" dirty="0">
              <a:solidFill>
                <a:srgbClr val="7030A0"/>
              </a:solidFill>
            </a:endParaRPr>
          </a:p>
          <a:p>
            <a:pPr marL="539750" lvl="2" indent="-285750">
              <a:buFont typeface="Arial" panose="020B0604020202020204" pitchFamily="34" charset="0"/>
              <a:buChar char="•"/>
            </a:pPr>
            <a:r>
              <a:rPr lang="en-GB" sz="2000" dirty="0">
                <a:latin typeface="Barlow Light"/>
              </a:rPr>
              <a:t>Lisa Brown – Area Delivery Director</a:t>
            </a:r>
          </a:p>
          <a:p>
            <a:pPr marL="539750" lvl="2" indent="-285750">
              <a:buFont typeface="Arial" panose="020B0604020202020204" pitchFamily="34" charset="0"/>
              <a:buChar char="•"/>
            </a:pPr>
            <a:r>
              <a:rPr lang="en-GB" sz="2000" dirty="0">
                <a:latin typeface="Barlow Light"/>
              </a:rPr>
              <a:t>Yitbarek Redda – Project Manager</a:t>
            </a:r>
          </a:p>
          <a:p>
            <a:pPr marL="539750" lvl="2" indent="-285750">
              <a:buFont typeface="Arial" panose="020B0604020202020204" pitchFamily="34" charset="0"/>
              <a:buChar char="•"/>
            </a:pPr>
            <a:r>
              <a:rPr lang="en-US" sz="2000">
                <a:latin typeface="Barlow Light"/>
              </a:rPr>
              <a:t>Anusha </a:t>
            </a:r>
          </a:p>
          <a:p>
            <a:pPr marL="539750" lvl="2" indent="-285750">
              <a:buFont typeface="Arial" panose="020B0604020202020204" pitchFamily="34" charset="0"/>
              <a:buChar char="•"/>
            </a:pPr>
            <a:r>
              <a:rPr lang="en-US" sz="2000" dirty="0">
                <a:latin typeface="Barlow Light"/>
              </a:rPr>
              <a:t>Pankaj Yadav – Solution Architect </a:t>
            </a:r>
          </a:p>
          <a:p>
            <a:pPr marL="539750" lvl="2" indent="-285750">
              <a:buFont typeface="Arial" panose="020B0604020202020204" pitchFamily="34" charset="0"/>
              <a:buChar char="•"/>
            </a:pPr>
            <a:r>
              <a:rPr lang="en-US" sz="2000" dirty="0">
                <a:latin typeface="Barlow Light"/>
              </a:rPr>
              <a:t>Mylene Nadeau - Business Process Architect</a:t>
            </a:r>
          </a:p>
          <a:p>
            <a:pPr marL="539750" lvl="2" indent="-285750">
              <a:buFont typeface="Arial" panose="020B0604020202020204" pitchFamily="34" charset="0"/>
              <a:buChar char="•"/>
            </a:pPr>
            <a:r>
              <a:rPr lang="en-US" sz="2000" dirty="0">
                <a:solidFill>
                  <a:srgbClr val="49505F"/>
                </a:solidFill>
                <a:latin typeface="Barlow Light"/>
                <a:ea typeface="Lato"/>
                <a:cs typeface="Lato"/>
              </a:rPr>
              <a:t>Ashish Kaushik – Engineer/Technical Consultant</a:t>
            </a:r>
            <a:endParaRPr lang="en-US" sz="1600" dirty="0">
              <a:solidFill>
                <a:srgbClr val="49505F"/>
              </a:solidFill>
              <a:latin typeface="Barlow Light"/>
              <a:ea typeface="Lato"/>
              <a:cs typeface="Lato"/>
            </a:endParaRPr>
          </a:p>
        </p:txBody>
      </p:sp>
      <p:sp>
        <p:nvSpPr>
          <p:cNvPr id="5" name="Footer Placeholder 4">
            <a:extLst>
              <a:ext uri="{FF2B5EF4-FFF2-40B4-BE49-F238E27FC236}">
                <a16:creationId xmlns:a16="http://schemas.microsoft.com/office/drawing/2014/main" id="{DF26271D-4E4A-6899-F255-2E7CF0AFC3C9}"/>
              </a:ext>
            </a:extLst>
          </p:cNvPr>
          <p:cNvSpPr>
            <a:spLocks noGrp="1"/>
          </p:cNvSpPr>
          <p:nvPr>
            <p:ph type="ftr" sz="quarter" idx="3"/>
          </p:nvPr>
        </p:nvSpPr>
        <p:spPr/>
        <p:txBody>
          <a:bodyPr/>
          <a:lstStyle/>
          <a:p>
            <a:r>
              <a:rPr lang="en-CA"/>
              <a:t>CONFIDENTIAL</a:t>
            </a:r>
          </a:p>
        </p:txBody>
      </p:sp>
      <p:sp>
        <p:nvSpPr>
          <p:cNvPr id="3" name="Content Placeholder 3">
            <a:extLst>
              <a:ext uri="{FF2B5EF4-FFF2-40B4-BE49-F238E27FC236}">
                <a16:creationId xmlns:a16="http://schemas.microsoft.com/office/drawing/2014/main" id="{D17E7F16-4114-AD32-C754-37262962640C}"/>
              </a:ext>
            </a:extLst>
          </p:cNvPr>
          <p:cNvSpPr txBox="1">
            <a:spLocks/>
          </p:cNvSpPr>
          <p:nvPr/>
        </p:nvSpPr>
        <p:spPr>
          <a:xfrm>
            <a:off x="5966803" y="1159516"/>
            <a:ext cx="5869551" cy="52594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 name="connsiteX0" fmla="*/ 0 w 5255326"/>
              <a:gd name="connsiteY0" fmla="*/ 0 h 2829155"/>
              <a:gd name="connsiteX1" fmla="*/ 5247510 w 5255326"/>
              <a:gd name="connsiteY1" fmla="*/ 6263 h 2829155"/>
              <a:gd name="connsiteX2" fmla="*/ 5255326 w 5255326"/>
              <a:gd name="connsiteY2" fmla="*/ 2825752 h 2829155"/>
              <a:gd name="connsiteX3" fmla="*/ 0 w 5255326"/>
              <a:gd name="connsiteY3" fmla="*/ 2829155 h 2829155"/>
              <a:gd name="connsiteX4" fmla="*/ 0 w 5255326"/>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5326" h="2829155">
                <a:moveTo>
                  <a:pt x="0" y="0"/>
                </a:moveTo>
                <a:lnTo>
                  <a:pt x="5247510" y="6263"/>
                </a:lnTo>
                <a:cubicBezTo>
                  <a:pt x="5250115" y="946093"/>
                  <a:pt x="5252721" y="1885922"/>
                  <a:pt x="5255326" y="2825752"/>
                </a:cubicBezTo>
                <a:lnTo>
                  <a:pt x="0" y="2829155"/>
                </a:lnTo>
                <a:lnTo>
                  <a:pt x="0" y="0"/>
                </a:lnTo>
                <a:close/>
              </a:path>
            </a:pathLst>
          </a:custGeom>
        </p:spPr>
        <p:txBody>
          <a:bodyPr lIns="91440" tIns="45720" rIns="91440" bIns="45720" anchor="t"/>
          <a:lstStyle>
            <a:lvl1pPr marL="0" indent="0" algn="l" defTabSz="914377" rtl="0" eaLnBrk="1" latinLnBrk="0" hangingPunct="1">
              <a:lnSpc>
                <a:spcPct val="110000"/>
              </a:lnSpc>
              <a:spcBef>
                <a:spcPts val="0"/>
              </a:spcBef>
              <a:spcAft>
                <a:spcPts val="1333"/>
              </a:spcAft>
              <a:buFont typeface="Arial" panose="020B0604020202020204" pitchFamily="34" charset="0"/>
              <a:buNone/>
              <a:defRPr sz="1467" b="0" i="0" kern="1200">
                <a:solidFill>
                  <a:schemeClr val="tx2"/>
                </a:solidFill>
                <a:latin typeface="Barlow Light" pitchFamily="2" charset="77"/>
                <a:ea typeface="+mn-ea"/>
                <a:cs typeface="+mn-cs"/>
              </a:defRPr>
            </a:lvl1pPr>
            <a:lvl2pPr marL="184146" indent="-173562" algn="l" defTabSz="914377" rtl="0" eaLnBrk="1" latinLnBrk="0" hangingPunct="1">
              <a:lnSpc>
                <a:spcPct val="110000"/>
              </a:lnSpc>
              <a:spcBef>
                <a:spcPts val="0"/>
              </a:spcBef>
              <a:spcAft>
                <a:spcPts val="533"/>
              </a:spcAft>
              <a:buFont typeface="Arial" panose="020B0604020202020204" pitchFamily="34" charset="0"/>
              <a:buChar char="•"/>
              <a:tabLst/>
              <a:defRPr sz="1467" b="0" i="0" kern="1200">
                <a:solidFill>
                  <a:schemeClr val="tx2"/>
                </a:solidFill>
                <a:latin typeface="Barlow Light" pitchFamily="2" charset="77"/>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1333" b="0" i="0" kern="1200">
                <a:solidFill>
                  <a:schemeClr val="tx2"/>
                </a:solidFill>
                <a:latin typeface="Barlow Light" pitchFamily="2" charset="77"/>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1200" b="0" i="0" kern="1200">
                <a:solidFill>
                  <a:schemeClr val="tx2"/>
                </a:solidFill>
                <a:latin typeface="Barlow Light" pitchFamily="2" charset="77"/>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1200" b="0" i="0" kern="1200">
                <a:solidFill>
                  <a:schemeClr val="tx2"/>
                </a:solidFill>
                <a:latin typeface="Barlow Ligh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00" lvl="2"/>
            <a:r>
              <a:rPr lang="en-GB" sz="2000" b="1" dirty="0">
                <a:solidFill>
                  <a:srgbClr val="7030A0"/>
                </a:solidFill>
                <a:latin typeface="Barlow Light"/>
              </a:rPr>
              <a:t>Boeing</a:t>
            </a:r>
            <a:endParaRPr lang="en-US" dirty="0"/>
          </a:p>
          <a:p>
            <a:pPr marL="539750" lvl="2" indent="-285750">
              <a:buFont typeface="Arial" panose="020B0604020202020204" pitchFamily="34" charset="0"/>
              <a:buChar char="•"/>
            </a:pPr>
            <a:r>
              <a:rPr lang="en-GB" sz="2000" dirty="0">
                <a:latin typeface="Barlow Light"/>
              </a:rPr>
              <a:t>Project Sponsor (?)</a:t>
            </a:r>
          </a:p>
          <a:p>
            <a:pPr marL="539750" lvl="2" indent="-285750">
              <a:buFont typeface="Arial" panose="020B0604020202020204" pitchFamily="34" charset="0"/>
              <a:buChar char="•"/>
            </a:pPr>
            <a:r>
              <a:rPr lang="en-GB" sz="2000" dirty="0">
                <a:latin typeface="Barlow Light"/>
              </a:rPr>
              <a:t>Project Manager</a:t>
            </a:r>
          </a:p>
          <a:p>
            <a:pPr marL="539750" lvl="2" indent="-285750">
              <a:buFont typeface="Arial" panose="020B0604020202020204" pitchFamily="34" charset="0"/>
              <a:buChar char="•"/>
            </a:pPr>
            <a:r>
              <a:rPr lang="en-GB" sz="2000" dirty="0">
                <a:latin typeface="Barlow Light"/>
              </a:rPr>
              <a:t>SME's</a:t>
            </a:r>
            <a:endParaRPr lang="en-GB" dirty="0"/>
          </a:p>
          <a:p>
            <a:pPr marL="539750" lvl="2" indent="-285750">
              <a:buFont typeface="Arial" panose="020B0604020202020204" pitchFamily="34" charset="0"/>
              <a:buChar char="•"/>
            </a:pPr>
            <a:r>
              <a:rPr lang="en-GB" sz="2000" dirty="0">
                <a:latin typeface="Barlow Light"/>
              </a:rPr>
              <a:t>SN Platform Owner </a:t>
            </a:r>
            <a:endParaRPr lang="en-GB" sz="1300" dirty="0"/>
          </a:p>
          <a:p>
            <a:pPr marL="539750" lvl="2" indent="-285750">
              <a:buFont typeface="Arial" panose="020B0604020202020204" pitchFamily="34" charset="0"/>
              <a:buChar char="•"/>
            </a:pPr>
            <a:r>
              <a:rPr lang="en-GB" sz="2000" dirty="0">
                <a:latin typeface="Barlow Light"/>
              </a:rPr>
              <a:t>SN Architect </a:t>
            </a:r>
            <a:endParaRPr lang="en-GB" sz="1300" dirty="0"/>
          </a:p>
          <a:p>
            <a:pPr marL="539750" lvl="2" indent="-285750">
              <a:buFont typeface="Arial" panose="020B0604020202020204" pitchFamily="34" charset="0"/>
              <a:buChar char="•"/>
            </a:pPr>
            <a:r>
              <a:rPr lang="en-GB" sz="2000" dirty="0">
                <a:highlight>
                  <a:srgbClr val="FFFF00"/>
                </a:highlight>
                <a:latin typeface="Barlow Light"/>
              </a:rPr>
              <a:t>Name - [Position], Project Role </a:t>
            </a:r>
            <a:endParaRPr lang="en-GB" sz="1300" dirty="0">
              <a:highlight>
                <a:srgbClr val="FFFF00"/>
              </a:highlight>
            </a:endParaRPr>
          </a:p>
          <a:p>
            <a:pPr marL="254000" lvl="2"/>
            <a:endParaRPr lang="en-GB" sz="2000" dirty="0"/>
          </a:p>
        </p:txBody>
      </p:sp>
    </p:spTree>
    <p:extLst>
      <p:ext uri="{BB962C8B-B14F-4D97-AF65-F5344CB8AC3E}">
        <p14:creationId xmlns:p14="http://schemas.microsoft.com/office/powerpoint/2010/main" val="195886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9105-E754-79A1-0818-C7781A9007F8}"/>
              </a:ext>
            </a:extLst>
          </p:cNvPr>
          <p:cNvSpPr>
            <a:spLocks noGrp="1"/>
          </p:cNvSpPr>
          <p:nvPr>
            <p:ph type="title"/>
          </p:nvPr>
        </p:nvSpPr>
        <p:spPr>
          <a:xfrm>
            <a:off x="500745" y="208343"/>
            <a:ext cx="6302828" cy="678844"/>
          </a:xfrm>
        </p:spPr>
        <p:txBody>
          <a:bodyPr/>
          <a:lstStyle/>
          <a:p>
            <a:r>
              <a:rPr lang="en-GB" dirty="0"/>
              <a:t>Key Roles and Responsibilities</a:t>
            </a:r>
          </a:p>
        </p:txBody>
      </p:sp>
      <p:sp>
        <p:nvSpPr>
          <p:cNvPr id="4" name="Content Placeholder 3">
            <a:extLst>
              <a:ext uri="{FF2B5EF4-FFF2-40B4-BE49-F238E27FC236}">
                <a16:creationId xmlns:a16="http://schemas.microsoft.com/office/drawing/2014/main" id="{CD8617E3-27BD-CA06-B020-B9658E8138EB}"/>
              </a:ext>
            </a:extLst>
          </p:cNvPr>
          <p:cNvSpPr>
            <a:spLocks noGrp="1"/>
          </p:cNvSpPr>
          <p:nvPr>
            <p:ph sz="quarter" idx="10"/>
          </p:nvPr>
        </p:nvSpPr>
        <p:spPr>
          <a:xfrm>
            <a:off x="500745" y="770544"/>
            <a:ext cx="5228830" cy="5273780"/>
          </a:xfrm>
        </p:spPr>
        <p:txBody>
          <a:bodyPr lIns="91440" tIns="45720" rIns="91440" bIns="45720" anchor="t"/>
          <a:lstStyle/>
          <a:p>
            <a:pPr marL="254000" lvl="2"/>
            <a:r>
              <a:rPr lang="en-GB" sz="2000" b="1" err="1">
                <a:solidFill>
                  <a:srgbClr val="7030A0"/>
                </a:solidFill>
              </a:rPr>
              <a:t>NewRocket</a:t>
            </a:r>
            <a:endParaRPr lang="en-GB" sz="2000" b="1">
              <a:solidFill>
                <a:srgbClr val="7030A0"/>
              </a:solidFill>
            </a:endParaRPr>
          </a:p>
          <a:p>
            <a:pPr marL="539750" lvl="2" indent="-285750">
              <a:buFont typeface="Arial" panose="020B0604020202020204" pitchFamily="34" charset="0"/>
              <a:buChar char="•"/>
            </a:pPr>
            <a:r>
              <a:rPr lang="en-GB" sz="2000">
                <a:latin typeface="Barlow Light"/>
              </a:rPr>
              <a:t>Develop project schedule</a:t>
            </a:r>
          </a:p>
          <a:p>
            <a:pPr marL="539750" lvl="2" indent="-285750">
              <a:buFont typeface="Arial" panose="020B0604020202020204" pitchFamily="34" charset="0"/>
              <a:buChar char="•"/>
            </a:pPr>
            <a:r>
              <a:rPr lang="en-GB" sz="2000">
                <a:latin typeface="Barlow Light"/>
              </a:rPr>
              <a:t>Lead Status calls</a:t>
            </a:r>
          </a:p>
          <a:p>
            <a:pPr marL="539750" lvl="2" indent="-285750">
              <a:buFont typeface="Arial" panose="020B0604020202020204" pitchFamily="34" charset="0"/>
              <a:buChar char="•"/>
            </a:pPr>
            <a:r>
              <a:rPr lang="en-GB" sz="2000">
                <a:latin typeface="Barlow Light"/>
              </a:rPr>
              <a:t>Lead Steering Calls</a:t>
            </a:r>
          </a:p>
          <a:p>
            <a:pPr marL="539750" lvl="2" indent="-285750">
              <a:buFont typeface="Arial" panose="020B0604020202020204" pitchFamily="34" charset="0"/>
              <a:buChar char="•"/>
            </a:pPr>
            <a:r>
              <a:rPr lang="en-GB" sz="2000">
                <a:latin typeface="Barlow Light"/>
              </a:rPr>
              <a:t>Manage budget</a:t>
            </a:r>
          </a:p>
          <a:p>
            <a:pPr marL="539750" lvl="2" indent="-285750">
              <a:buFont typeface="Arial" panose="020B0604020202020204" pitchFamily="34" charset="0"/>
              <a:buChar char="•"/>
            </a:pPr>
            <a:r>
              <a:rPr lang="en-GB" sz="2000">
                <a:latin typeface="Barlow Light"/>
              </a:rPr>
              <a:t>Maintain RIDAC</a:t>
            </a:r>
          </a:p>
          <a:p>
            <a:pPr marL="539750" lvl="2" indent="-285750">
              <a:buFont typeface="Arial" panose="020B0604020202020204" pitchFamily="34" charset="0"/>
              <a:buChar char="•"/>
            </a:pPr>
            <a:r>
              <a:rPr lang="en-GB" sz="2000">
                <a:latin typeface="Barlow Light"/>
              </a:rPr>
              <a:t>Manage and monitor project budget</a:t>
            </a:r>
          </a:p>
          <a:p>
            <a:pPr marL="539750" lvl="2" indent="-285750">
              <a:buFont typeface="Arial" panose="020B0604020202020204" pitchFamily="34" charset="0"/>
              <a:buChar char="•"/>
            </a:pPr>
            <a:r>
              <a:rPr lang="en-GB" sz="2000">
                <a:latin typeface="Barlow Light"/>
              </a:rPr>
              <a:t>Lead workshops</a:t>
            </a:r>
          </a:p>
          <a:p>
            <a:pPr marL="539750" lvl="2" indent="-285750">
              <a:buFont typeface="Arial" panose="020B0604020202020204" pitchFamily="34" charset="0"/>
              <a:buChar char="•"/>
            </a:pPr>
            <a:r>
              <a:rPr lang="en-GB" sz="2000">
                <a:latin typeface="Barlow Light"/>
              </a:rPr>
              <a:t>Create stories backlog</a:t>
            </a:r>
          </a:p>
          <a:p>
            <a:pPr marL="539750" lvl="2" indent="-285750">
              <a:buFont typeface="Arial" panose="020B0604020202020204" pitchFamily="34" charset="0"/>
              <a:buChar char="•"/>
            </a:pPr>
            <a:r>
              <a:rPr lang="en-GB" sz="2000">
                <a:latin typeface="Barlow Light"/>
              </a:rPr>
              <a:t>Manage sprints</a:t>
            </a:r>
          </a:p>
          <a:p>
            <a:pPr marL="539750" lvl="2" indent="-285750">
              <a:buFont typeface="Arial" panose="020B0604020202020204" pitchFamily="34" charset="0"/>
              <a:buChar char="•"/>
            </a:pPr>
            <a:r>
              <a:rPr lang="en-GB" sz="2000">
                <a:latin typeface="Barlow Light"/>
              </a:rPr>
              <a:t>Manage sprint ceremonies</a:t>
            </a:r>
          </a:p>
          <a:p>
            <a:pPr marL="539750" lvl="2" indent="-285750">
              <a:buFont typeface="Arial" panose="020B0604020202020204" pitchFamily="34" charset="0"/>
              <a:buChar char="•"/>
            </a:pPr>
            <a:r>
              <a:rPr lang="en-GB" sz="2000">
                <a:latin typeface="Barlow Light"/>
              </a:rPr>
              <a:t>Resolve UAT issues</a:t>
            </a:r>
          </a:p>
          <a:p>
            <a:pPr marL="539750" lvl="2" indent="-285750">
              <a:buFont typeface="Arial" panose="020B0604020202020204" pitchFamily="34" charset="0"/>
              <a:buChar char="•"/>
            </a:pPr>
            <a:r>
              <a:rPr lang="en-GB" sz="2000">
                <a:latin typeface="Barlow Light"/>
              </a:rPr>
              <a:t>Co-manage Release to (Pre) Production</a:t>
            </a:r>
          </a:p>
          <a:p>
            <a:pPr marL="539750" lvl="2" indent="-285750">
              <a:buFont typeface="Arial" panose="020B0604020202020204" pitchFamily="34" charset="0"/>
              <a:buChar char="•"/>
            </a:pPr>
            <a:r>
              <a:rPr lang="en-GB" sz="2000">
                <a:latin typeface="Barlow Light"/>
              </a:rPr>
              <a:t>Resolve post Go-live issues</a:t>
            </a:r>
          </a:p>
          <a:p>
            <a:pPr marL="539750" lvl="2" indent="-285750">
              <a:buFont typeface="Arial" panose="020B0604020202020204" pitchFamily="34" charset="0"/>
              <a:buChar char="•"/>
            </a:pPr>
            <a:endParaRPr lang="en-GB" sz="2000"/>
          </a:p>
          <a:p>
            <a:pPr marL="711200" lvl="3"/>
            <a:endParaRPr lang="en-GB" sz="1667"/>
          </a:p>
        </p:txBody>
      </p:sp>
      <p:sp>
        <p:nvSpPr>
          <p:cNvPr id="5" name="Footer Placeholder 4">
            <a:extLst>
              <a:ext uri="{FF2B5EF4-FFF2-40B4-BE49-F238E27FC236}">
                <a16:creationId xmlns:a16="http://schemas.microsoft.com/office/drawing/2014/main" id="{DF26271D-4E4A-6899-F255-2E7CF0AFC3C9}"/>
              </a:ext>
            </a:extLst>
          </p:cNvPr>
          <p:cNvSpPr>
            <a:spLocks noGrp="1"/>
          </p:cNvSpPr>
          <p:nvPr>
            <p:ph type="ftr" sz="quarter" idx="3"/>
          </p:nvPr>
        </p:nvSpPr>
        <p:spPr/>
        <p:txBody>
          <a:bodyPr/>
          <a:lstStyle/>
          <a:p>
            <a:r>
              <a:rPr lang="en-CA"/>
              <a:t>CONFIDENTIAL</a:t>
            </a:r>
          </a:p>
        </p:txBody>
      </p:sp>
      <p:sp>
        <p:nvSpPr>
          <p:cNvPr id="3" name="Content Placeholder 3">
            <a:extLst>
              <a:ext uri="{FF2B5EF4-FFF2-40B4-BE49-F238E27FC236}">
                <a16:creationId xmlns:a16="http://schemas.microsoft.com/office/drawing/2014/main" id="{D17E7F16-4114-AD32-C754-37262962640C}"/>
              </a:ext>
            </a:extLst>
          </p:cNvPr>
          <p:cNvSpPr txBox="1">
            <a:spLocks/>
          </p:cNvSpPr>
          <p:nvPr/>
        </p:nvSpPr>
        <p:spPr>
          <a:xfrm>
            <a:off x="6548024" y="763426"/>
            <a:ext cx="5243207" cy="5259403"/>
          </a:xfrm>
          <a:custGeom>
            <a:avLst/>
            <a:gdLst>
              <a:gd name="connsiteX0" fmla="*/ 0 w 4702628"/>
              <a:gd name="connsiteY0" fmla="*/ 0 h 2829155"/>
              <a:gd name="connsiteX1" fmla="*/ 4702628 w 4702628"/>
              <a:gd name="connsiteY1" fmla="*/ 0 h 2829155"/>
              <a:gd name="connsiteX2" fmla="*/ 4702628 w 4702628"/>
              <a:gd name="connsiteY2" fmla="*/ 2829155 h 2829155"/>
              <a:gd name="connsiteX3" fmla="*/ 0 w 4702628"/>
              <a:gd name="connsiteY3" fmla="*/ 2829155 h 2829155"/>
              <a:gd name="connsiteX4" fmla="*/ 0 w 4702628"/>
              <a:gd name="connsiteY4" fmla="*/ 0 h 2829155"/>
              <a:gd name="connsiteX0" fmla="*/ 0 w 4702628"/>
              <a:gd name="connsiteY0" fmla="*/ 0 h 2829155"/>
              <a:gd name="connsiteX1" fmla="*/ 4702628 w 4702628"/>
              <a:gd name="connsiteY1" fmla="*/ 0 h 2829155"/>
              <a:gd name="connsiteX2" fmla="*/ 3844595 w 4702628"/>
              <a:gd name="connsiteY2" fmla="*/ 2829155 h 2829155"/>
              <a:gd name="connsiteX3" fmla="*/ 0 w 4702628"/>
              <a:gd name="connsiteY3" fmla="*/ 2829155 h 2829155"/>
              <a:gd name="connsiteX4" fmla="*/ 0 w 4702628"/>
              <a:gd name="connsiteY4" fmla="*/ 0 h 2829155"/>
              <a:gd name="connsiteX0" fmla="*/ 0 w 5109724"/>
              <a:gd name="connsiteY0" fmla="*/ 0 h 2829155"/>
              <a:gd name="connsiteX1" fmla="*/ 5109724 w 5109724"/>
              <a:gd name="connsiteY1" fmla="*/ 0 h 2829155"/>
              <a:gd name="connsiteX2" fmla="*/ 3844595 w 5109724"/>
              <a:gd name="connsiteY2" fmla="*/ 2829155 h 2829155"/>
              <a:gd name="connsiteX3" fmla="*/ 0 w 5109724"/>
              <a:gd name="connsiteY3" fmla="*/ 2829155 h 2829155"/>
              <a:gd name="connsiteX4" fmla="*/ 0 w 5109724"/>
              <a:gd name="connsiteY4" fmla="*/ 0 h 2829155"/>
              <a:gd name="connsiteX0" fmla="*/ 0 w 5147302"/>
              <a:gd name="connsiteY0" fmla="*/ 0 h 2829155"/>
              <a:gd name="connsiteX1" fmla="*/ 5147302 w 5147302"/>
              <a:gd name="connsiteY1" fmla="*/ 6263 h 2829155"/>
              <a:gd name="connsiteX2" fmla="*/ 3844595 w 5147302"/>
              <a:gd name="connsiteY2" fmla="*/ 2829155 h 2829155"/>
              <a:gd name="connsiteX3" fmla="*/ 0 w 5147302"/>
              <a:gd name="connsiteY3" fmla="*/ 2829155 h 2829155"/>
              <a:gd name="connsiteX4" fmla="*/ 0 w 5147302"/>
              <a:gd name="connsiteY4" fmla="*/ 0 h 2829155"/>
              <a:gd name="connsiteX0" fmla="*/ 0 w 5147302"/>
              <a:gd name="connsiteY0" fmla="*/ 0 h 2829155"/>
              <a:gd name="connsiteX1" fmla="*/ 5147302 w 5147302"/>
              <a:gd name="connsiteY1" fmla="*/ 6263 h 2829155"/>
              <a:gd name="connsiteX2" fmla="*/ 3688020 w 5147302"/>
              <a:gd name="connsiteY2" fmla="*/ 2829155 h 2829155"/>
              <a:gd name="connsiteX3" fmla="*/ 0 w 5147302"/>
              <a:gd name="connsiteY3" fmla="*/ 2829155 h 2829155"/>
              <a:gd name="connsiteX4" fmla="*/ 0 w 5147302"/>
              <a:gd name="connsiteY4" fmla="*/ 0 h 2829155"/>
              <a:gd name="connsiteX0" fmla="*/ 0 w 5247510"/>
              <a:gd name="connsiteY0" fmla="*/ 0 h 2829155"/>
              <a:gd name="connsiteX1" fmla="*/ 5247510 w 5247510"/>
              <a:gd name="connsiteY1" fmla="*/ 6263 h 2829155"/>
              <a:gd name="connsiteX2" fmla="*/ 3688020 w 5247510"/>
              <a:gd name="connsiteY2" fmla="*/ 2829155 h 2829155"/>
              <a:gd name="connsiteX3" fmla="*/ 0 w 5247510"/>
              <a:gd name="connsiteY3" fmla="*/ 2829155 h 2829155"/>
              <a:gd name="connsiteX4" fmla="*/ 0 w 5247510"/>
              <a:gd name="connsiteY4" fmla="*/ 0 h 2829155"/>
              <a:gd name="connsiteX0" fmla="*/ 0 w 5247510"/>
              <a:gd name="connsiteY0" fmla="*/ 0 h 2829155"/>
              <a:gd name="connsiteX1" fmla="*/ 5247510 w 5247510"/>
              <a:gd name="connsiteY1" fmla="*/ 6263 h 2829155"/>
              <a:gd name="connsiteX2" fmla="*/ 3418710 w 5247510"/>
              <a:gd name="connsiteY2" fmla="*/ 2829155 h 2829155"/>
              <a:gd name="connsiteX3" fmla="*/ 0 w 5247510"/>
              <a:gd name="connsiteY3" fmla="*/ 2829155 h 2829155"/>
              <a:gd name="connsiteX4" fmla="*/ 0 w 5247510"/>
              <a:gd name="connsiteY4" fmla="*/ 0 h 2829155"/>
              <a:gd name="connsiteX0" fmla="*/ 0 w 5255326"/>
              <a:gd name="connsiteY0" fmla="*/ 0 h 2829155"/>
              <a:gd name="connsiteX1" fmla="*/ 5247510 w 5255326"/>
              <a:gd name="connsiteY1" fmla="*/ 6263 h 2829155"/>
              <a:gd name="connsiteX2" fmla="*/ 5255326 w 5255326"/>
              <a:gd name="connsiteY2" fmla="*/ 2825752 h 2829155"/>
              <a:gd name="connsiteX3" fmla="*/ 0 w 5255326"/>
              <a:gd name="connsiteY3" fmla="*/ 2829155 h 2829155"/>
              <a:gd name="connsiteX4" fmla="*/ 0 w 5255326"/>
              <a:gd name="connsiteY4" fmla="*/ 0 h 282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5326" h="2829155">
                <a:moveTo>
                  <a:pt x="0" y="0"/>
                </a:moveTo>
                <a:lnTo>
                  <a:pt x="5247510" y="6263"/>
                </a:lnTo>
                <a:cubicBezTo>
                  <a:pt x="5250115" y="946093"/>
                  <a:pt x="5252721" y="1885922"/>
                  <a:pt x="5255326" y="2825752"/>
                </a:cubicBezTo>
                <a:lnTo>
                  <a:pt x="0" y="2829155"/>
                </a:lnTo>
                <a:lnTo>
                  <a:pt x="0" y="0"/>
                </a:lnTo>
                <a:close/>
              </a:path>
            </a:pathLst>
          </a:custGeom>
        </p:spPr>
        <p:txBody>
          <a:bodyPr lIns="91440" tIns="45720" rIns="91440" bIns="45720" anchor="t"/>
          <a:lstStyle>
            <a:lvl1pPr marL="0" indent="0" algn="l" defTabSz="914377" rtl="0" eaLnBrk="1" latinLnBrk="0" hangingPunct="1">
              <a:lnSpc>
                <a:spcPct val="110000"/>
              </a:lnSpc>
              <a:spcBef>
                <a:spcPts val="0"/>
              </a:spcBef>
              <a:spcAft>
                <a:spcPts val="1333"/>
              </a:spcAft>
              <a:buFont typeface="Arial" panose="020B0604020202020204" pitchFamily="34" charset="0"/>
              <a:buNone/>
              <a:defRPr sz="1467" b="0" i="0" kern="1200">
                <a:solidFill>
                  <a:schemeClr val="tx2"/>
                </a:solidFill>
                <a:latin typeface="Barlow Light" pitchFamily="2" charset="77"/>
                <a:ea typeface="+mn-ea"/>
                <a:cs typeface="+mn-cs"/>
              </a:defRPr>
            </a:lvl1pPr>
            <a:lvl2pPr marL="184146" indent="-173562" algn="l" defTabSz="914377" rtl="0" eaLnBrk="1" latinLnBrk="0" hangingPunct="1">
              <a:lnSpc>
                <a:spcPct val="110000"/>
              </a:lnSpc>
              <a:spcBef>
                <a:spcPts val="0"/>
              </a:spcBef>
              <a:spcAft>
                <a:spcPts val="533"/>
              </a:spcAft>
              <a:buFont typeface="Arial" panose="020B0604020202020204" pitchFamily="34" charset="0"/>
              <a:buChar char="•"/>
              <a:tabLst/>
              <a:defRPr sz="1467" b="0" i="0" kern="1200">
                <a:solidFill>
                  <a:schemeClr val="tx2"/>
                </a:solidFill>
                <a:latin typeface="Barlow Light" pitchFamily="2" charset="77"/>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1333" b="0" i="0" kern="1200">
                <a:solidFill>
                  <a:schemeClr val="tx2"/>
                </a:solidFill>
                <a:latin typeface="Barlow Light" pitchFamily="2" charset="77"/>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1200" b="0" i="0" kern="1200">
                <a:solidFill>
                  <a:schemeClr val="tx2"/>
                </a:solidFill>
                <a:latin typeface="Barlow Light" pitchFamily="2" charset="77"/>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1200" b="0" i="0" kern="1200">
                <a:solidFill>
                  <a:schemeClr val="tx2"/>
                </a:solidFill>
                <a:latin typeface="Barlow Ligh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00" lvl="2"/>
            <a:r>
              <a:rPr lang="en-US" sz="2000" b="1" dirty="0">
                <a:solidFill>
                  <a:srgbClr val="7030A0"/>
                </a:solidFill>
                <a:latin typeface="Barlow Light"/>
              </a:rPr>
              <a:t>Boeing</a:t>
            </a:r>
            <a:endParaRPr lang="en-US" dirty="0">
              <a:latin typeface="Barlow Light"/>
            </a:endParaRPr>
          </a:p>
          <a:p>
            <a:pPr marL="539750" lvl="2" indent="-285750">
              <a:buFont typeface="Arial" panose="020B0604020202020204" pitchFamily="34" charset="0"/>
              <a:buChar char="•"/>
            </a:pPr>
            <a:r>
              <a:rPr lang="en-GB" sz="2000" dirty="0">
                <a:latin typeface="Barlow Light"/>
              </a:rPr>
              <a:t>Identify stakeholders</a:t>
            </a:r>
          </a:p>
          <a:p>
            <a:pPr marL="539750" lvl="2" indent="-285750">
              <a:buFont typeface="Arial" panose="020B0604020202020204" pitchFamily="34" charset="0"/>
              <a:buChar char="•"/>
            </a:pPr>
            <a:r>
              <a:rPr lang="en-GB" sz="2000" dirty="0">
                <a:latin typeface="Barlow Light"/>
              </a:rPr>
              <a:t>Complete Readiness Homework</a:t>
            </a:r>
          </a:p>
          <a:p>
            <a:pPr marL="539750" lvl="2" indent="-285750">
              <a:buFont typeface="Arial" panose="020B0604020202020204" pitchFamily="34" charset="0"/>
              <a:buChar char="•"/>
            </a:pPr>
            <a:r>
              <a:rPr lang="en-GB" sz="2000" dirty="0">
                <a:latin typeface="Barlow Light"/>
              </a:rPr>
              <a:t>Prepare for Kick-off</a:t>
            </a:r>
          </a:p>
          <a:p>
            <a:pPr marL="539750" lvl="2" indent="-285750">
              <a:buFont typeface="Arial" panose="020B0604020202020204" pitchFamily="34" charset="0"/>
              <a:buChar char="•"/>
            </a:pPr>
            <a:r>
              <a:rPr lang="en-GB" sz="2000" dirty="0">
                <a:latin typeface="Barlow Light"/>
              </a:rPr>
              <a:t>Prepare for Workshops</a:t>
            </a:r>
          </a:p>
          <a:p>
            <a:pPr marL="539750" lvl="2" indent="-285750">
              <a:buFont typeface="Arial" panose="020B0604020202020204" pitchFamily="34" charset="0"/>
              <a:buChar char="•"/>
            </a:pPr>
            <a:r>
              <a:rPr lang="en-GB" sz="2000" dirty="0">
                <a:latin typeface="Barlow Light"/>
              </a:rPr>
              <a:t>Participate in Workshops</a:t>
            </a:r>
          </a:p>
          <a:p>
            <a:pPr marL="539750" lvl="2" indent="-285750">
              <a:buFont typeface="Arial" panose="020B0604020202020204" pitchFamily="34" charset="0"/>
              <a:buChar char="•"/>
            </a:pPr>
            <a:r>
              <a:rPr lang="en-GB" sz="2000" dirty="0">
                <a:latin typeface="Barlow Light"/>
              </a:rPr>
              <a:t>Participate in Follow-up Sessions</a:t>
            </a:r>
          </a:p>
          <a:p>
            <a:pPr marL="539750" lvl="2" indent="-285750">
              <a:buFont typeface="Arial" panose="020B0604020202020204" pitchFamily="34" charset="0"/>
              <a:buChar char="•"/>
            </a:pPr>
            <a:r>
              <a:rPr lang="en-GB" sz="2000" dirty="0">
                <a:latin typeface="Barlow Light"/>
              </a:rPr>
              <a:t>Review and Approve Stories</a:t>
            </a:r>
          </a:p>
          <a:p>
            <a:pPr marL="539750" lvl="2" indent="-285750">
              <a:buFont typeface="Arial" panose="020B0604020202020204" pitchFamily="34" charset="0"/>
              <a:buChar char="•"/>
            </a:pPr>
            <a:r>
              <a:rPr lang="en-GB" sz="2000" dirty="0">
                <a:latin typeface="Barlow Light"/>
              </a:rPr>
              <a:t>Participate in weekly status</a:t>
            </a:r>
          </a:p>
          <a:p>
            <a:pPr marL="539750" lvl="2" indent="-285750">
              <a:buFont typeface="Arial" panose="020B0604020202020204" pitchFamily="34" charset="0"/>
              <a:buChar char="•"/>
            </a:pPr>
            <a:r>
              <a:rPr lang="en-GB" sz="2000" dirty="0">
                <a:latin typeface="Barlow Light"/>
              </a:rPr>
              <a:t>Validate developed stories</a:t>
            </a:r>
          </a:p>
          <a:p>
            <a:pPr marL="539750" lvl="2" indent="-285750">
              <a:buFont typeface="Arial" panose="020B0604020202020204" pitchFamily="34" charset="0"/>
              <a:buChar char="•"/>
            </a:pPr>
            <a:r>
              <a:rPr lang="en-GB" sz="2000" dirty="0">
                <a:latin typeface="Barlow Light"/>
              </a:rPr>
              <a:t>Validate design</a:t>
            </a:r>
          </a:p>
          <a:p>
            <a:pPr marL="539750" lvl="2" indent="-285750">
              <a:buFont typeface="Arial" panose="020B0604020202020204" pitchFamily="34" charset="0"/>
              <a:buChar char="•"/>
            </a:pPr>
            <a:r>
              <a:rPr lang="en-GB" sz="2000" dirty="0">
                <a:latin typeface="Barlow Light"/>
              </a:rPr>
              <a:t>Plan, lead UAT</a:t>
            </a:r>
          </a:p>
          <a:p>
            <a:pPr marL="539750" lvl="2" indent="-285750">
              <a:buFont typeface="Arial" panose="020B0604020202020204" pitchFamily="34" charset="0"/>
              <a:buChar char="•"/>
            </a:pPr>
            <a:r>
              <a:rPr lang="en-GB" sz="2000" dirty="0">
                <a:latin typeface="Barlow Light"/>
              </a:rPr>
              <a:t>Manage defect log</a:t>
            </a:r>
          </a:p>
          <a:p>
            <a:pPr marL="539750" lvl="2" indent="-285750">
              <a:buFont typeface="Arial,Sans-Serif" panose="020B0604020202020204" pitchFamily="34" charset="0"/>
              <a:buChar char="•"/>
            </a:pPr>
            <a:r>
              <a:rPr lang="en-GB" sz="2000" dirty="0">
                <a:latin typeface="Barlow Light"/>
              </a:rPr>
              <a:t>Manage Release to (Pre) Production</a:t>
            </a:r>
            <a:endParaRPr lang="en-US" sz="2000" dirty="0">
              <a:solidFill>
                <a:srgbClr val="222B3B"/>
              </a:solidFill>
              <a:latin typeface="Barlow Light"/>
            </a:endParaRPr>
          </a:p>
          <a:p>
            <a:pPr marL="539750" lvl="2" indent="-285750">
              <a:buChar char="•"/>
            </a:pPr>
            <a:endParaRPr lang="en-GB" sz="2000" dirty="0"/>
          </a:p>
          <a:p>
            <a:pPr marL="254000" lvl="2"/>
            <a:endParaRPr lang="en-GB" sz="2000" dirty="0"/>
          </a:p>
          <a:p>
            <a:pPr marL="711200" lvl="3"/>
            <a:endParaRPr lang="en-GB" sz="1667" dirty="0"/>
          </a:p>
        </p:txBody>
      </p:sp>
    </p:spTree>
    <p:extLst>
      <p:ext uri="{BB962C8B-B14F-4D97-AF65-F5344CB8AC3E}">
        <p14:creationId xmlns:p14="http://schemas.microsoft.com/office/powerpoint/2010/main" val="1688433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E778-BDE3-A74B-B914-7B407BAA3C52}"/>
              </a:ext>
            </a:extLst>
          </p:cNvPr>
          <p:cNvSpPr>
            <a:spLocks noGrp="1"/>
          </p:cNvSpPr>
          <p:nvPr>
            <p:ph type="title"/>
          </p:nvPr>
        </p:nvSpPr>
        <p:spPr>
          <a:xfrm>
            <a:off x="144794" y="77933"/>
            <a:ext cx="6267802" cy="684237"/>
          </a:xfrm>
        </p:spPr>
        <p:txBody>
          <a:bodyPr vert="horz" lIns="121920" tIns="60960" rIns="121920" bIns="60960" rtlCol="0" anchor="ctr">
            <a:normAutofit/>
          </a:bodyPr>
          <a:lstStyle/>
          <a:p>
            <a:r>
              <a:rPr lang="en-US">
                <a:latin typeface="Barlow SemiBold"/>
              </a:rPr>
              <a:t>Delivery Excellence Methodology</a:t>
            </a:r>
            <a:endParaRPr lang="en-US"/>
          </a:p>
        </p:txBody>
      </p:sp>
      <p:graphicFrame>
        <p:nvGraphicFramePr>
          <p:cNvPr id="19" name="Diagram 18">
            <a:extLst>
              <a:ext uri="{FF2B5EF4-FFF2-40B4-BE49-F238E27FC236}">
                <a16:creationId xmlns:a16="http://schemas.microsoft.com/office/drawing/2014/main" id="{CB62A403-4E6B-4431-B930-D3DCB8F22091}"/>
              </a:ext>
            </a:extLst>
          </p:cNvPr>
          <p:cNvGraphicFramePr/>
          <p:nvPr>
            <p:extLst>
              <p:ext uri="{D42A27DB-BD31-4B8C-83A1-F6EECF244321}">
                <p14:modId xmlns:p14="http://schemas.microsoft.com/office/powerpoint/2010/main" val="3744390544"/>
              </p:ext>
            </p:extLst>
          </p:nvPr>
        </p:nvGraphicFramePr>
        <p:xfrm>
          <a:off x="6292653" y="423133"/>
          <a:ext cx="5755641" cy="5757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9" name="TextBox 58">
            <a:extLst>
              <a:ext uri="{FF2B5EF4-FFF2-40B4-BE49-F238E27FC236}">
                <a16:creationId xmlns:a16="http://schemas.microsoft.com/office/drawing/2014/main" id="{A7BA0EE3-8F6D-160C-E2CF-A1B5D22DDE7F}"/>
              </a:ext>
            </a:extLst>
          </p:cNvPr>
          <p:cNvSpPr txBox="1"/>
          <p:nvPr/>
        </p:nvSpPr>
        <p:spPr>
          <a:xfrm>
            <a:off x="364067" y="963788"/>
            <a:ext cx="5530143" cy="15388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lgn="just">
              <a:buFont typeface="Arial"/>
              <a:buChar char="•"/>
            </a:pPr>
            <a:r>
              <a:rPr lang="en-US" sz="2000">
                <a:solidFill>
                  <a:schemeClr val="tx2"/>
                </a:solidFill>
                <a:latin typeface="Barlow Light"/>
              </a:rPr>
              <a:t>ServiceNow </a:t>
            </a:r>
            <a:r>
              <a:rPr lang="en-US" sz="2000" err="1">
                <a:solidFill>
                  <a:schemeClr val="tx2"/>
                </a:solidFill>
                <a:latin typeface="Barlow Light"/>
              </a:rPr>
              <a:t>NowCreate</a:t>
            </a:r>
            <a:r>
              <a:rPr lang="en-US" sz="2000">
                <a:solidFill>
                  <a:schemeClr val="tx2"/>
                </a:solidFill>
                <a:latin typeface="Barlow Light"/>
              </a:rPr>
              <a:t> Methodology</a:t>
            </a:r>
            <a:endParaRPr lang="en-US">
              <a:solidFill>
                <a:schemeClr val="tx2"/>
              </a:solidFill>
              <a:cs typeface="Arial" panose="020B0604020202020204"/>
            </a:endParaRPr>
          </a:p>
          <a:p>
            <a:pPr marL="342900" indent="-342900" algn="just">
              <a:buFont typeface="Arial"/>
              <a:buChar char="•"/>
            </a:pPr>
            <a:r>
              <a:rPr lang="en-US" sz="2000" err="1">
                <a:solidFill>
                  <a:schemeClr val="tx2"/>
                </a:solidFill>
                <a:latin typeface="Barlow Light"/>
              </a:rPr>
              <a:t>NewRocket</a:t>
            </a:r>
            <a:r>
              <a:rPr lang="en-US" sz="2000">
                <a:solidFill>
                  <a:schemeClr val="tx2"/>
                </a:solidFill>
                <a:latin typeface="Barlow Light"/>
              </a:rPr>
              <a:t> best practices added where appropriate</a:t>
            </a:r>
          </a:p>
          <a:p>
            <a:pPr algn="just"/>
            <a:endParaRPr lang="en-US" sz="2000">
              <a:solidFill>
                <a:schemeClr val="tx2"/>
              </a:solidFill>
              <a:latin typeface="Barlow Light"/>
            </a:endParaRPr>
          </a:p>
          <a:p>
            <a:pPr algn="just"/>
            <a:endParaRPr lang="en-US" sz="2000">
              <a:solidFill>
                <a:schemeClr val="tx2"/>
              </a:solidFill>
              <a:latin typeface="Barlow Light"/>
            </a:endParaRPr>
          </a:p>
        </p:txBody>
      </p:sp>
    </p:spTree>
    <p:extLst>
      <p:ext uri="{BB962C8B-B14F-4D97-AF65-F5344CB8AC3E}">
        <p14:creationId xmlns:p14="http://schemas.microsoft.com/office/powerpoint/2010/main" val="3849937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09A55-0837-BB49-C3D1-B42355C946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8CAEE0E-A4CA-9AFB-1414-ECED984F7042}"/>
              </a:ext>
            </a:extLst>
          </p:cNvPr>
          <p:cNvSpPr>
            <a:spLocks noGrp="1"/>
          </p:cNvSpPr>
          <p:nvPr>
            <p:ph type="title"/>
          </p:nvPr>
        </p:nvSpPr>
        <p:spPr>
          <a:xfrm>
            <a:off x="492535" y="175783"/>
            <a:ext cx="10972800" cy="772771"/>
          </a:xfrm>
        </p:spPr>
        <p:txBody>
          <a:bodyPr/>
          <a:lstStyle/>
          <a:p>
            <a:r>
              <a:rPr lang="en-GB" sz="3200" b="1">
                <a:solidFill>
                  <a:schemeClr val="accent1"/>
                </a:solidFill>
                <a:latin typeface="Barlow SemiBold"/>
              </a:rPr>
              <a:t>Project Tools</a:t>
            </a:r>
            <a:endParaRPr lang="en-US" sz="3200" b="1">
              <a:solidFill>
                <a:schemeClr val="accent1"/>
              </a:solidFill>
              <a:latin typeface="Barlow SemiBold"/>
            </a:endParaRPr>
          </a:p>
        </p:txBody>
      </p:sp>
      <p:sp>
        <p:nvSpPr>
          <p:cNvPr id="5" name="TextBox 4">
            <a:extLst>
              <a:ext uri="{FF2B5EF4-FFF2-40B4-BE49-F238E27FC236}">
                <a16:creationId xmlns:a16="http://schemas.microsoft.com/office/drawing/2014/main" id="{46736C68-4553-89B2-B9DB-FC594DE52725}"/>
              </a:ext>
            </a:extLst>
          </p:cNvPr>
          <p:cNvSpPr txBox="1"/>
          <p:nvPr/>
        </p:nvSpPr>
        <p:spPr>
          <a:xfrm>
            <a:off x="492535" y="1021736"/>
            <a:ext cx="10728326" cy="4855432"/>
          </a:xfrm>
          <a:prstGeom prst="rect">
            <a:avLst/>
          </a:prstGeom>
          <a:noFill/>
        </p:spPr>
        <p:txBody>
          <a:bodyPr wrap="square" lIns="91440" tIns="45720" rIns="91440" bIns="45720" anchor="t">
            <a:spAutoFit/>
          </a:bodyPr>
          <a:lstStyle/>
          <a:p>
            <a:pPr marL="640715" indent="-457200" algn="just">
              <a:lnSpc>
                <a:spcPct val="107000"/>
              </a:lnSpc>
              <a:spcAft>
                <a:spcPts val="800"/>
              </a:spcAft>
              <a:buAutoNum type="arabicPeriod"/>
            </a:pPr>
            <a:r>
              <a:rPr lang="en-US" sz="2000" b="1" dirty="0">
                <a:solidFill>
                  <a:schemeClr val="tx2"/>
                </a:solidFill>
                <a:latin typeface="Barlow Light"/>
              </a:rPr>
              <a:t>Project Plan:</a:t>
            </a:r>
            <a:r>
              <a:rPr lang="en-US" sz="2000" dirty="0">
                <a:solidFill>
                  <a:schemeClr val="tx2"/>
                </a:solidFill>
                <a:latin typeface="Barlow Light"/>
              </a:rPr>
              <a:t> To assist with timeline visualization and order of operations, your </a:t>
            </a:r>
            <a:r>
              <a:rPr lang="en-US" sz="2000" dirty="0" err="1">
                <a:solidFill>
                  <a:schemeClr val="tx2"/>
                </a:solidFill>
                <a:latin typeface="Barlow Light"/>
              </a:rPr>
              <a:t>NewRocket</a:t>
            </a:r>
            <a:r>
              <a:rPr lang="en-US" sz="2000" dirty="0">
                <a:solidFill>
                  <a:schemeClr val="tx2"/>
                </a:solidFill>
                <a:latin typeface="Barlow Light"/>
              </a:rPr>
              <a:t> Project Manager will be managing and maintaining a Gantt-style project plan to be reviewed weekly during the status call.</a:t>
            </a:r>
            <a:endParaRPr lang="en-US" dirty="0">
              <a:solidFill>
                <a:schemeClr val="tx2"/>
              </a:solidFill>
              <a:cs typeface="Arial" panose="020B0604020202020204"/>
            </a:endParaRPr>
          </a:p>
          <a:p>
            <a:pPr marL="640715" indent="-457200" algn="just">
              <a:lnSpc>
                <a:spcPct val="107000"/>
              </a:lnSpc>
              <a:spcAft>
                <a:spcPts val="800"/>
              </a:spcAft>
              <a:buAutoNum type="arabicPeriod"/>
            </a:pPr>
            <a:r>
              <a:rPr lang="en-US" sz="2000" b="1" dirty="0">
                <a:solidFill>
                  <a:schemeClr val="tx2"/>
                </a:solidFill>
                <a:latin typeface="Barlow Light"/>
              </a:rPr>
              <a:t>RIDAC Log:</a:t>
            </a:r>
            <a:r>
              <a:rPr lang="en-US" sz="2000" dirty="0">
                <a:solidFill>
                  <a:schemeClr val="tx2"/>
                </a:solidFill>
                <a:latin typeface="Barlow Light"/>
              </a:rPr>
              <a:t> Tracking Risks, Actions, Decisions, Actions, and Changes (RIDAC).</a:t>
            </a:r>
          </a:p>
          <a:p>
            <a:pPr marL="640715" indent="-457200" algn="just">
              <a:lnSpc>
                <a:spcPct val="107000"/>
              </a:lnSpc>
              <a:spcAft>
                <a:spcPts val="800"/>
              </a:spcAft>
              <a:buAutoNum type="arabicPeriod"/>
            </a:pPr>
            <a:r>
              <a:rPr lang="en-US" sz="2000" b="1" dirty="0">
                <a:solidFill>
                  <a:schemeClr val="tx2"/>
                </a:solidFill>
                <a:latin typeface="Barlow Light"/>
              </a:rPr>
              <a:t>Status Report:</a:t>
            </a:r>
            <a:r>
              <a:rPr lang="en-US" sz="2000" dirty="0">
                <a:solidFill>
                  <a:schemeClr val="tx2"/>
                </a:solidFill>
                <a:latin typeface="Barlow Light"/>
              </a:rPr>
              <a:t> Used to run our weekly status calls and summarize the project to key stakeholders. This report will contain information such as; Overall Status, Risks and Issues, Development Overview, Timeline and Budget.</a:t>
            </a:r>
          </a:p>
          <a:p>
            <a:pPr marL="640715" indent="-457200" algn="just">
              <a:lnSpc>
                <a:spcPct val="107000"/>
              </a:lnSpc>
              <a:spcAft>
                <a:spcPts val="800"/>
              </a:spcAft>
              <a:buAutoNum type="arabicPeriod"/>
            </a:pPr>
            <a:r>
              <a:rPr lang="en-US" sz="2000" b="1" dirty="0">
                <a:solidFill>
                  <a:schemeClr val="tx2"/>
                </a:solidFill>
                <a:latin typeface="Barlow Light"/>
              </a:rPr>
              <a:t>Meeting Notes/Minutes:</a:t>
            </a:r>
            <a:r>
              <a:rPr lang="en-US" sz="2000" dirty="0">
                <a:solidFill>
                  <a:schemeClr val="tx2"/>
                </a:solidFill>
                <a:latin typeface="Barlow Light"/>
              </a:rPr>
              <a:t> All meetings will be accompanied by meeting notes/minutes capturing action items and summary of discussion.</a:t>
            </a:r>
          </a:p>
          <a:p>
            <a:pPr marL="640715" indent="-457200" algn="just">
              <a:lnSpc>
                <a:spcPct val="107000"/>
              </a:lnSpc>
              <a:spcAft>
                <a:spcPts val="800"/>
              </a:spcAft>
              <a:buAutoNum type="arabicPeriod"/>
            </a:pPr>
            <a:r>
              <a:rPr lang="en-US" sz="2000" b="1" dirty="0">
                <a:solidFill>
                  <a:schemeClr val="tx2"/>
                </a:solidFill>
                <a:latin typeface="Barlow Light"/>
              </a:rPr>
              <a:t>Story &amp; Blocker Review Calls:</a:t>
            </a:r>
            <a:r>
              <a:rPr lang="en-US" sz="2000" dirty="0">
                <a:solidFill>
                  <a:schemeClr val="tx2"/>
                </a:solidFill>
                <a:latin typeface="Barlow Light"/>
              </a:rPr>
              <a:t>  Weekly working sessions will be scheduled to provide the Boeing team and </a:t>
            </a:r>
            <a:r>
              <a:rPr lang="en-US" sz="2000" dirty="0" err="1">
                <a:solidFill>
                  <a:schemeClr val="tx2"/>
                </a:solidFill>
                <a:latin typeface="Barlow Light"/>
              </a:rPr>
              <a:t>NewRocket</a:t>
            </a:r>
            <a:r>
              <a:rPr lang="en-US" sz="2000" dirty="0">
                <a:solidFill>
                  <a:schemeClr val="tx2"/>
                </a:solidFill>
                <a:latin typeface="Barlow Light"/>
              </a:rPr>
              <a:t> team to review story progress and work through questions.</a:t>
            </a:r>
          </a:p>
          <a:p>
            <a:pPr marL="640715" indent="-457200" algn="just">
              <a:lnSpc>
                <a:spcPct val="107000"/>
              </a:lnSpc>
              <a:spcAft>
                <a:spcPts val="800"/>
              </a:spcAft>
              <a:buAutoNum type="arabicPeriod"/>
            </a:pPr>
            <a:r>
              <a:rPr lang="en-US" sz="2000" b="1" dirty="0">
                <a:solidFill>
                  <a:schemeClr val="tx2"/>
                </a:solidFill>
                <a:latin typeface="Barlow Light"/>
              </a:rPr>
              <a:t>SCRUM Calls:</a:t>
            </a:r>
            <a:r>
              <a:rPr lang="en-US" sz="2000" dirty="0">
                <a:solidFill>
                  <a:schemeClr val="tx2"/>
                </a:solidFill>
                <a:latin typeface="Barlow Light"/>
              </a:rPr>
              <a:t> If needed to aid in both team’s management of open action items, a series of SCRUM calls can be set up for 15 min each to review open action items.</a:t>
            </a:r>
            <a:endParaRPr lang="en-GB" sz="2000" dirty="0">
              <a:solidFill>
                <a:schemeClr val="tx2"/>
              </a:solidFill>
              <a:latin typeface="Barlow Light"/>
            </a:endParaRPr>
          </a:p>
        </p:txBody>
      </p:sp>
    </p:spTree>
    <p:extLst>
      <p:ext uri="{BB962C8B-B14F-4D97-AF65-F5344CB8AC3E}">
        <p14:creationId xmlns:p14="http://schemas.microsoft.com/office/powerpoint/2010/main" val="17005171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43556-9B06-4C1C-BFDA-47A21DA4E5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C57E34-D1FE-90B7-6E98-FED4C23C60FC}"/>
              </a:ext>
            </a:extLst>
          </p:cNvPr>
          <p:cNvSpPr>
            <a:spLocks noGrp="1"/>
          </p:cNvSpPr>
          <p:nvPr>
            <p:ph type="title"/>
          </p:nvPr>
        </p:nvSpPr>
        <p:spPr>
          <a:xfrm>
            <a:off x="492535" y="175783"/>
            <a:ext cx="10972800" cy="772771"/>
          </a:xfrm>
        </p:spPr>
        <p:txBody>
          <a:bodyPr/>
          <a:lstStyle/>
          <a:p>
            <a:r>
              <a:rPr lang="en-GB" sz="3200" b="1" dirty="0">
                <a:solidFill>
                  <a:schemeClr val="accent1"/>
                </a:solidFill>
                <a:latin typeface="Barlow SemiBold"/>
              </a:rPr>
              <a:t>Communication &amp; Meetings Planning</a:t>
            </a:r>
            <a:endParaRPr lang="en-US" sz="3200" b="1" dirty="0">
              <a:solidFill>
                <a:schemeClr val="accent1"/>
              </a:solidFill>
              <a:latin typeface="Barlow SemiBold"/>
            </a:endParaRPr>
          </a:p>
        </p:txBody>
      </p:sp>
      <p:sp>
        <p:nvSpPr>
          <p:cNvPr id="5" name="TextBox 4">
            <a:extLst>
              <a:ext uri="{FF2B5EF4-FFF2-40B4-BE49-F238E27FC236}">
                <a16:creationId xmlns:a16="http://schemas.microsoft.com/office/drawing/2014/main" id="{FEEE8EB7-2F9D-CE15-AF89-DE7FAAD41B8A}"/>
              </a:ext>
            </a:extLst>
          </p:cNvPr>
          <p:cNvSpPr txBox="1"/>
          <p:nvPr/>
        </p:nvSpPr>
        <p:spPr>
          <a:xfrm>
            <a:off x="549274" y="873569"/>
            <a:ext cx="10728326" cy="5324535"/>
          </a:xfrm>
          <a:prstGeom prst="rect">
            <a:avLst/>
          </a:prstGeom>
          <a:noFill/>
        </p:spPr>
        <p:txBody>
          <a:bodyPr wrap="square" lIns="91440" tIns="45720" rIns="91440" bIns="45720" anchor="t">
            <a:spAutoFit/>
          </a:bodyPr>
          <a:lstStyle/>
          <a:p>
            <a:pPr marL="342900" lvl="2" indent="-342900" algn="just">
              <a:buAutoNum type="arabicPeriod"/>
            </a:pPr>
            <a:r>
              <a:rPr lang="en-GB" sz="2000" b="1" dirty="0">
                <a:solidFill>
                  <a:schemeClr val="tx2"/>
                </a:solidFill>
                <a:latin typeface="Barlow Light"/>
              </a:rPr>
              <a:t>Time zone(s) and working hours:</a:t>
            </a:r>
            <a:r>
              <a:rPr lang="en-GB" sz="2000" dirty="0">
                <a:solidFill>
                  <a:schemeClr val="tx2"/>
                </a:solidFill>
                <a:latin typeface="Barlow Light"/>
              </a:rPr>
              <a:t>  </a:t>
            </a:r>
            <a:r>
              <a:rPr lang="en-GB" sz="2000" dirty="0">
                <a:solidFill>
                  <a:schemeClr val="tx2"/>
                </a:solidFill>
                <a:highlight>
                  <a:srgbClr val="FFFF00"/>
                </a:highlight>
                <a:latin typeface="Barlow Light"/>
              </a:rPr>
              <a:t>Eastern Time (ET) - UTC-4, 9:00 AM-2:00 PM </a:t>
            </a:r>
          </a:p>
          <a:p>
            <a:pPr marL="342900" lvl="2" indent="-342900" algn="just">
              <a:buAutoNum type="arabicPeriod"/>
            </a:pPr>
            <a:endParaRPr lang="en-GB" sz="2000" dirty="0">
              <a:solidFill>
                <a:schemeClr val="tx2"/>
              </a:solidFill>
              <a:latin typeface="Barlow Light"/>
            </a:endParaRPr>
          </a:p>
          <a:p>
            <a:pPr marL="342900" lvl="2" indent="-342900" algn="just">
              <a:buAutoNum type="arabicPeriod"/>
            </a:pPr>
            <a:r>
              <a:rPr lang="en-GB" sz="2000" b="1" dirty="0">
                <a:solidFill>
                  <a:schemeClr val="tx2"/>
                </a:solidFill>
                <a:latin typeface="Barlow Light"/>
              </a:rPr>
              <a:t>File sharing tools:</a:t>
            </a:r>
            <a:r>
              <a:rPr lang="en-GB" sz="2000" dirty="0">
                <a:solidFill>
                  <a:schemeClr val="tx2"/>
                </a:solidFill>
                <a:latin typeface="Barlow Light"/>
              </a:rPr>
              <a:t> Microsoft Teams / SharePoint</a:t>
            </a:r>
            <a:endParaRPr lang="en-GB" dirty="0">
              <a:solidFill>
                <a:schemeClr val="tx2"/>
              </a:solidFill>
              <a:cs typeface="Arial"/>
            </a:endParaRPr>
          </a:p>
          <a:p>
            <a:pPr marL="342900" lvl="3" indent="-342900" algn="just">
              <a:buFont typeface="Arial"/>
              <a:buChar char="•"/>
            </a:pPr>
            <a:endParaRPr lang="en-GB" sz="2000" dirty="0">
              <a:solidFill>
                <a:schemeClr val="tx2"/>
              </a:solidFill>
              <a:latin typeface="Barlow Light"/>
            </a:endParaRPr>
          </a:p>
          <a:p>
            <a:pPr marL="342900" lvl="2" indent="-342900" algn="just">
              <a:buAutoNum type="arabicPeriod"/>
            </a:pPr>
            <a:r>
              <a:rPr lang="en-GB" sz="2000" b="1" dirty="0">
                <a:solidFill>
                  <a:schemeClr val="tx2"/>
                </a:solidFill>
                <a:latin typeface="Barlow Light"/>
              </a:rPr>
              <a:t>Communication channels:</a:t>
            </a:r>
            <a:r>
              <a:rPr lang="en-GB" sz="2000" dirty="0">
                <a:solidFill>
                  <a:schemeClr val="tx2"/>
                </a:solidFill>
                <a:latin typeface="Barlow Light"/>
              </a:rPr>
              <a:t> Microsoft Teams / SharePoint</a:t>
            </a:r>
          </a:p>
          <a:p>
            <a:pPr marL="342900" lvl="3" indent="-342900" algn="just">
              <a:buFont typeface="Arial"/>
              <a:buChar char="•"/>
            </a:pPr>
            <a:endParaRPr lang="en-GB" sz="2000" dirty="0">
              <a:solidFill>
                <a:schemeClr val="tx2"/>
              </a:solidFill>
              <a:latin typeface="Barlow Light"/>
            </a:endParaRPr>
          </a:p>
          <a:p>
            <a:pPr marL="342900" lvl="2" indent="-342900" algn="just">
              <a:buAutoNum type="arabicPeriod"/>
            </a:pPr>
            <a:r>
              <a:rPr lang="en-GB" sz="2000" b="1" dirty="0">
                <a:solidFill>
                  <a:schemeClr val="tx2"/>
                </a:solidFill>
                <a:latin typeface="Barlow Light"/>
              </a:rPr>
              <a:t>Establish weekly Status Meeting cadence:</a:t>
            </a:r>
            <a:r>
              <a:rPr lang="en-GB" sz="2000" dirty="0">
                <a:solidFill>
                  <a:schemeClr val="tx2"/>
                </a:solidFill>
                <a:latin typeface="Barlow Light"/>
              </a:rPr>
              <a:t> Weekly basis. PMs, Functional Leads </a:t>
            </a:r>
            <a:r>
              <a:rPr lang="en-US" sz="2000" dirty="0">
                <a:solidFill>
                  <a:schemeClr val="tx2"/>
                </a:solidFill>
                <a:latin typeface="Barlow Light"/>
              </a:rPr>
              <a:t>(op</a:t>
            </a:r>
            <a:r>
              <a:rPr lang="en-GB" sz="2000" dirty="0" err="1">
                <a:solidFill>
                  <a:schemeClr val="tx2"/>
                </a:solidFill>
                <a:latin typeface="Barlow Light"/>
              </a:rPr>
              <a:t>tional</a:t>
            </a:r>
            <a:r>
              <a:rPr lang="en-GB" sz="2000" dirty="0">
                <a:solidFill>
                  <a:schemeClr val="tx2"/>
                </a:solidFill>
                <a:latin typeface="Barlow Light"/>
              </a:rPr>
              <a:t>) </a:t>
            </a:r>
          </a:p>
          <a:p>
            <a:pPr marL="342900" lvl="2" indent="-342900" algn="just">
              <a:buAutoNum type="arabicPeriod"/>
            </a:pPr>
            <a:endParaRPr lang="en-GB" sz="2000" dirty="0">
              <a:solidFill>
                <a:schemeClr val="tx2"/>
              </a:solidFill>
              <a:latin typeface="Barlow Light"/>
            </a:endParaRPr>
          </a:p>
          <a:p>
            <a:pPr marL="342900" lvl="2" indent="-342900" algn="just">
              <a:buAutoNum type="arabicPeriod"/>
            </a:pPr>
            <a:r>
              <a:rPr lang="en-GB" sz="2000" b="1" dirty="0">
                <a:solidFill>
                  <a:schemeClr val="tx2"/>
                </a:solidFill>
                <a:latin typeface="Barlow Light"/>
              </a:rPr>
              <a:t>Schedule weekly PM to PM meetings :</a:t>
            </a:r>
            <a:r>
              <a:rPr lang="en-GB" sz="2000" dirty="0">
                <a:solidFill>
                  <a:schemeClr val="tx2"/>
                </a:solidFill>
                <a:latin typeface="Barlow Light"/>
              </a:rPr>
              <a:t> Weekly basis. </a:t>
            </a:r>
          </a:p>
          <a:p>
            <a:pPr marL="342900" lvl="2" indent="-342900" algn="just">
              <a:buAutoNum type="arabicPeriod"/>
            </a:pPr>
            <a:endParaRPr lang="en-GB" sz="2000" dirty="0">
              <a:solidFill>
                <a:schemeClr val="tx2"/>
              </a:solidFill>
              <a:latin typeface="Barlow Light"/>
            </a:endParaRPr>
          </a:p>
          <a:p>
            <a:pPr marL="342900" lvl="2" indent="-342900" algn="just">
              <a:buAutoNum type="arabicPeriod"/>
            </a:pPr>
            <a:r>
              <a:rPr lang="en-GB" sz="2000" b="1" dirty="0">
                <a:solidFill>
                  <a:schemeClr val="tx2"/>
                </a:solidFill>
                <a:latin typeface="Barlow Light"/>
              </a:rPr>
              <a:t>Establish Steering Committee cadence (if necessary) :</a:t>
            </a:r>
            <a:r>
              <a:rPr lang="en-GB" sz="2000" dirty="0">
                <a:solidFill>
                  <a:schemeClr val="tx2"/>
                </a:solidFill>
                <a:latin typeface="Barlow Light"/>
              </a:rPr>
              <a:t> Monthly basis. Boeing Leadership, NR Leadership</a:t>
            </a:r>
          </a:p>
          <a:p>
            <a:pPr marL="342900" lvl="2" indent="-342900" algn="just">
              <a:buAutoNum type="arabicPeriod"/>
            </a:pPr>
            <a:endParaRPr lang="en-GB" sz="2000" dirty="0">
              <a:solidFill>
                <a:schemeClr val="tx2"/>
              </a:solidFill>
              <a:latin typeface="Barlow Light"/>
            </a:endParaRPr>
          </a:p>
          <a:p>
            <a:pPr marL="342900" lvl="2" indent="-342900" algn="just">
              <a:buAutoNum type="arabicPeriod"/>
            </a:pPr>
            <a:r>
              <a:rPr lang="en-GB" sz="2000" b="1" dirty="0">
                <a:solidFill>
                  <a:schemeClr val="tx2"/>
                </a:solidFill>
                <a:latin typeface="Barlow Light"/>
              </a:rPr>
              <a:t>Identify Governance chain of command :</a:t>
            </a:r>
            <a:r>
              <a:rPr lang="en-GB" sz="2000" dirty="0">
                <a:solidFill>
                  <a:schemeClr val="tx2"/>
                </a:solidFill>
                <a:latin typeface="Barlow Light"/>
              </a:rPr>
              <a:t> same as 6</a:t>
            </a:r>
          </a:p>
          <a:p>
            <a:pPr marL="342900" lvl="2" indent="-342900" algn="just">
              <a:buAutoNum type="arabicPeriod"/>
            </a:pPr>
            <a:endParaRPr lang="en-GB" sz="2000" dirty="0">
              <a:solidFill>
                <a:schemeClr val="tx2"/>
              </a:solidFill>
              <a:latin typeface="Barlow Light"/>
            </a:endParaRPr>
          </a:p>
          <a:p>
            <a:pPr marL="342900" lvl="2" indent="-342900" algn="just">
              <a:buAutoNum type="arabicPeriod"/>
            </a:pPr>
            <a:r>
              <a:rPr lang="en-GB" sz="2000" b="1" dirty="0">
                <a:solidFill>
                  <a:schemeClr val="tx2"/>
                </a:solidFill>
                <a:latin typeface="Barlow Light"/>
              </a:rPr>
              <a:t>Managing change:</a:t>
            </a:r>
            <a:r>
              <a:rPr lang="en-GB" sz="2000" dirty="0">
                <a:solidFill>
                  <a:schemeClr val="tx2"/>
                </a:solidFill>
                <a:latin typeface="Barlow Light"/>
              </a:rPr>
              <a:t> Robust internal process via formal change control process and will initiate if any additional scope is identified during executing the project</a:t>
            </a:r>
          </a:p>
        </p:txBody>
      </p:sp>
    </p:spTree>
    <p:extLst>
      <p:ext uri="{BB962C8B-B14F-4D97-AF65-F5344CB8AC3E}">
        <p14:creationId xmlns:p14="http://schemas.microsoft.com/office/powerpoint/2010/main" val="68563646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22956-8C26-BAF7-22D4-E90FC58BB9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012D5F-9EE0-BB4A-76A1-EFB41938C553}"/>
              </a:ext>
            </a:extLst>
          </p:cNvPr>
          <p:cNvSpPr>
            <a:spLocks noGrp="1"/>
          </p:cNvSpPr>
          <p:nvPr>
            <p:ph type="title"/>
          </p:nvPr>
        </p:nvSpPr>
        <p:spPr>
          <a:xfrm>
            <a:off x="492535" y="175783"/>
            <a:ext cx="10972800" cy="772771"/>
          </a:xfrm>
        </p:spPr>
        <p:txBody>
          <a:bodyPr/>
          <a:lstStyle/>
          <a:p>
            <a:r>
              <a:rPr lang="en-GB" sz="3200" b="1" dirty="0">
                <a:solidFill>
                  <a:schemeClr val="accent1"/>
                </a:solidFill>
                <a:latin typeface="Barlow SemiBold" pitchFamily="2" charset="77"/>
              </a:rPr>
              <a:t>Timeline Considerations</a:t>
            </a:r>
            <a:endParaRPr lang="en-US" sz="3200" b="1" dirty="0">
              <a:solidFill>
                <a:schemeClr val="accent1"/>
              </a:solidFill>
              <a:latin typeface="Barlow SemiBold" pitchFamily="2" charset="77"/>
            </a:endParaRPr>
          </a:p>
        </p:txBody>
      </p:sp>
      <p:sp>
        <p:nvSpPr>
          <p:cNvPr id="5" name="TextBox 4">
            <a:extLst>
              <a:ext uri="{FF2B5EF4-FFF2-40B4-BE49-F238E27FC236}">
                <a16:creationId xmlns:a16="http://schemas.microsoft.com/office/drawing/2014/main" id="{31AD8084-187C-CAD6-BDF6-354F1E2DFF0F}"/>
              </a:ext>
            </a:extLst>
          </p:cNvPr>
          <p:cNvSpPr txBox="1"/>
          <p:nvPr/>
        </p:nvSpPr>
        <p:spPr>
          <a:xfrm>
            <a:off x="492829" y="944125"/>
            <a:ext cx="10972799" cy="5180072"/>
          </a:xfrm>
          <a:prstGeom prst="rect">
            <a:avLst/>
          </a:prstGeom>
          <a:noFill/>
        </p:spPr>
        <p:txBody>
          <a:bodyPr wrap="square" lIns="91440" tIns="45720" rIns="91440" bIns="45720" anchor="t">
            <a:spAutoFit/>
          </a:bodyPr>
          <a:lstStyle/>
          <a:p>
            <a:pPr marL="183515" lvl="2" algn="just">
              <a:lnSpc>
                <a:spcPct val="107000"/>
              </a:lnSpc>
              <a:spcAft>
                <a:spcPts val="800"/>
              </a:spcAft>
            </a:pPr>
            <a:r>
              <a:rPr lang="en-GB" sz="2000" b="1" dirty="0">
                <a:solidFill>
                  <a:schemeClr val="tx2"/>
                </a:solidFill>
                <a:latin typeface="Barlow Light"/>
              </a:rPr>
              <a:t>SOW Timeline [8 weeks]    Start Date: </a:t>
            </a:r>
            <a:r>
              <a:rPr lang="en-US" sz="2000" b="1" dirty="0">
                <a:solidFill>
                  <a:schemeClr val="tx2"/>
                </a:solidFill>
                <a:latin typeface="Barlow Light"/>
              </a:rPr>
              <a:t>Monday October 27, 2025 </a:t>
            </a:r>
            <a:endParaRPr lang="en-US" dirty="0">
              <a:solidFill>
                <a:schemeClr val="tx2"/>
              </a:solidFill>
            </a:endParaRPr>
          </a:p>
          <a:p>
            <a:pPr marL="183515" lvl="2" algn="just">
              <a:lnSpc>
                <a:spcPct val="107000"/>
              </a:lnSpc>
              <a:spcAft>
                <a:spcPts val="800"/>
              </a:spcAft>
            </a:pPr>
            <a:r>
              <a:rPr lang="en-US" sz="2000" b="1" dirty="0">
                <a:solidFill>
                  <a:schemeClr val="tx2"/>
                </a:solidFill>
                <a:latin typeface="Barlow Light"/>
              </a:rPr>
              <a:t>                                                       End Date: Friday, December 19, 2025 </a:t>
            </a:r>
            <a:endParaRPr lang="en-US" dirty="0">
              <a:solidFill>
                <a:schemeClr val="tx2"/>
              </a:solidFill>
            </a:endParaRPr>
          </a:p>
          <a:p>
            <a:pPr marL="183515" lvl="2" algn="just">
              <a:lnSpc>
                <a:spcPct val="107000"/>
              </a:lnSpc>
              <a:spcAft>
                <a:spcPts val="800"/>
              </a:spcAft>
            </a:pPr>
            <a:endParaRPr lang="en-US" sz="1400" dirty="0">
              <a:solidFill>
                <a:schemeClr val="tx2"/>
              </a:solidFill>
              <a:latin typeface="Barlow Light"/>
            </a:endParaRP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Client or Regulatory requirements: </a:t>
            </a:r>
            <a:endParaRPr lang="en-US" sz="2000" dirty="0">
              <a:latin typeface="Barlow Light"/>
            </a:endParaRP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Business drivers affecting timeline:  </a:t>
            </a: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Onboarding process (steps and duration):</a:t>
            </a:r>
          </a:p>
          <a:p>
            <a:pPr marL="539750" lvl="2" indent="-285750" defTabSz="914377">
              <a:lnSpc>
                <a:spcPct val="90000"/>
              </a:lnSpc>
              <a:spcBef>
                <a:spcPts val="500"/>
              </a:spcBef>
              <a:spcAft>
                <a:spcPts val="800"/>
              </a:spcAft>
              <a:buFont typeface="Arial" panose="020B0604020202020204" pitchFamily="34" charset="0"/>
              <a:buChar char="•"/>
            </a:pPr>
            <a:r>
              <a:rPr lang="en-GB" sz="2000" dirty="0" err="1">
                <a:latin typeface="Barlow Light"/>
              </a:rPr>
              <a:t>NewRocket</a:t>
            </a:r>
            <a:r>
              <a:rPr lang="en-GB" sz="2000" dirty="0">
                <a:latin typeface="Barlow Light"/>
              </a:rPr>
              <a:t> access to SN instance/portal:</a:t>
            </a: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Kick-off meeting planning:  </a:t>
            </a:r>
            <a:r>
              <a:rPr lang="en-GB" sz="2000" dirty="0">
                <a:highlight>
                  <a:srgbClr val="FFFF00"/>
                </a:highlight>
                <a:latin typeface="Barlow Light"/>
              </a:rPr>
              <a:t>Tuesday November 4, 2025 1:30 PM – 2:30 PM [ET]</a:t>
            </a: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Clone down schedule, upgrade considerations, etc.</a:t>
            </a: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Company holidays</a:t>
            </a: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Team PTO</a:t>
            </a:r>
          </a:p>
          <a:p>
            <a:pPr marL="539750" lvl="2" indent="-285750" defTabSz="914377">
              <a:lnSpc>
                <a:spcPct val="90000"/>
              </a:lnSpc>
              <a:spcBef>
                <a:spcPts val="500"/>
              </a:spcBef>
              <a:spcAft>
                <a:spcPts val="800"/>
              </a:spcAft>
              <a:buFont typeface="Arial" panose="020B0604020202020204" pitchFamily="34" charset="0"/>
              <a:buChar char="•"/>
            </a:pPr>
            <a:r>
              <a:rPr lang="en-GB" sz="2000" dirty="0">
                <a:latin typeface="Barlow Light"/>
              </a:rPr>
              <a:t>Blackout Dates</a:t>
            </a:r>
          </a:p>
        </p:txBody>
      </p:sp>
    </p:spTree>
    <p:extLst>
      <p:ext uri="{BB962C8B-B14F-4D97-AF65-F5344CB8AC3E}">
        <p14:creationId xmlns:p14="http://schemas.microsoft.com/office/powerpoint/2010/main" val="32770719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6AF06-6EB1-BCE8-9A06-EEEDCDE93C3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B77402-7A44-DE8A-00C3-60B557DA662B}"/>
              </a:ext>
            </a:extLst>
          </p:cNvPr>
          <p:cNvSpPr>
            <a:spLocks noGrp="1"/>
          </p:cNvSpPr>
          <p:nvPr>
            <p:ph type="title"/>
          </p:nvPr>
        </p:nvSpPr>
        <p:spPr>
          <a:xfrm>
            <a:off x="492535" y="175783"/>
            <a:ext cx="10972800" cy="772771"/>
          </a:xfrm>
        </p:spPr>
        <p:txBody>
          <a:bodyPr/>
          <a:lstStyle/>
          <a:p>
            <a:r>
              <a:rPr lang="en-GB" sz="3200" b="1" dirty="0">
                <a:solidFill>
                  <a:schemeClr val="accent1"/>
                </a:solidFill>
                <a:latin typeface="Barlow SemiBold" pitchFamily="2" charset="77"/>
              </a:rPr>
              <a:t>Next Steps</a:t>
            </a:r>
            <a:endParaRPr lang="en-US" sz="3200" b="1" dirty="0">
              <a:solidFill>
                <a:schemeClr val="accent1"/>
              </a:solidFill>
              <a:latin typeface="Barlow SemiBold" pitchFamily="2" charset="77"/>
            </a:endParaRPr>
          </a:p>
        </p:txBody>
      </p:sp>
      <p:sp>
        <p:nvSpPr>
          <p:cNvPr id="5" name="TextBox 4">
            <a:extLst>
              <a:ext uri="{FF2B5EF4-FFF2-40B4-BE49-F238E27FC236}">
                <a16:creationId xmlns:a16="http://schemas.microsoft.com/office/drawing/2014/main" id="{4EF69624-8387-3928-77DD-95E2AD9BC014}"/>
              </a:ext>
            </a:extLst>
          </p:cNvPr>
          <p:cNvSpPr txBox="1"/>
          <p:nvPr/>
        </p:nvSpPr>
        <p:spPr>
          <a:xfrm>
            <a:off x="492829" y="944125"/>
            <a:ext cx="10972799" cy="2550185"/>
          </a:xfrm>
          <a:prstGeom prst="rect">
            <a:avLst/>
          </a:prstGeom>
          <a:noFill/>
        </p:spPr>
        <p:txBody>
          <a:bodyPr wrap="square" lIns="91440" tIns="45720" rIns="91440" bIns="45720" anchor="t">
            <a:spAutoFit/>
          </a:bodyPr>
          <a:lstStyle/>
          <a:p>
            <a:pPr marL="526415" lvl="2" indent="-342900" algn="just">
              <a:lnSpc>
                <a:spcPct val="107000"/>
              </a:lnSpc>
              <a:spcAft>
                <a:spcPts val="800"/>
              </a:spcAft>
              <a:buFontTx/>
              <a:buChar char="-"/>
            </a:pPr>
            <a:r>
              <a:rPr lang="en-GB" sz="2000" b="1" dirty="0">
                <a:solidFill>
                  <a:schemeClr val="tx2"/>
                </a:solidFill>
                <a:latin typeface="Barlow Light"/>
              </a:rPr>
              <a:t>Complete Pre-flight checklist </a:t>
            </a:r>
          </a:p>
          <a:p>
            <a:pPr marL="526415" lvl="2" indent="-342900" algn="just">
              <a:lnSpc>
                <a:spcPct val="107000"/>
              </a:lnSpc>
              <a:spcAft>
                <a:spcPts val="800"/>
              </a:spcAft>
              <a:buFontTx/>
              <a:buChar char="-"/>
            </a:pPr>
            <a:r>
              <a:rPr lang="en-GB" sz="2000" b="1" dirty="0">
                <a:solidFill>
                  <a:schemeClr val="tx2"/>
                </a:solidFill>
                <a:latin typeface="Barlow Light"/>
              </a:rPr>
              <a:t>Prepare for workshops</a:t>
            </a:r>
          </a:p>
          <a:p>
            <a:pPr marL="526415" lvl="2" indent="-342900" algn="just">
              <a:lnSpc>
                <a:spcPct val="107000"/>
              </a:lnSpc>
              <a:spcAft>
                <a:spcPts val="800"/>
              </a:spcAft>
              <a:buFontTx/>
              <a:buChar char="-"/>
            </a:pPr>
            <a:r>
              <a:rPr lang="en-GB" sz="2000" b="1" dirty="0">
                <a:solidFill>
                  <a:schemeClr val="tx2"/>
                </a:solidFill>
                <a:latin typeface="Barlow Light"/>
              </a:rPr>
              <a:t>Touchbase –Friday October 31, 2025</a:t>
            </a:r>
          </a:p>
          <a:p>
            <a:pPr marL="526415" lvl="2" indent="-342900" algn="just">
              <a:lnSpc>
                <a:spcPct val="107000"/>
              </a:lnSpc>
              <a:spcAft>
                <a:spcPts val="800"/>
              </a:spcAft>
              <a:buFontTx/>
              <a:buChar char="-"/>
            </a:pPr>
            <a:r>
              <a:rPr lang="en-GB" sz="2000" b="1" dirty="0" err="1">
                <a:solidFill>
                  <a:schemeClr val="tx2"/>
                </a:solidFill>
                <a:latin typeface="Barlow Light"/>
              </a:rPr>
              <a:t>Kickoff</a:t>
            </a:r>
            <a:r>
              <a:rPr lang="en-GB" sz="2000" b="1" dirty="0">
                <a:solidFill>
                  <a:schemeClr val="tx2"/>
                </a:solidFill>
                <a:latin typeface="Barlow Light"/>
              </a:rPr>
              <a:t> </a:t>
            </a:r>
          </a:p>
          <a:p>
            <a:pPr marL="526415" lvl="2" indent="-342900" algn="just">
              <a:lnSpc>
                <a:spcPct val="107000"/>
              </a:lnSpc>
              <a:spcAft>
                <a:spcPts val="800"/>
              </a:spcAft>
              <a:buFontTx/>
              <a:buChar char="-"/>
            </a:pPr>
            <a:r>
              <a:rPr lang="en-GB" sz="2000" b="1" dirty="0">
                <a:solidFill>
                  <a:schemeClr val="tx2"/>
                </a:solidFill>
                <a:latin typeface="Barlow Light"/>
              </a:rPr>
              <a:t>WS1 Friday October 7</a:t>
            </a:r>
          </a:p>
          <a:p>
            <a:pPr marL="526415" lvl="2" indent="-342900" algn="just">
              <a:lnSpc>
                <a:spcPct val="107000"/>
              </a:lnSpc>
              <a:spcAft>
                <a:spcPts val="800"/>
              </a:spcAft>
              <a:buFontTx/>
              <a:buChar char="-"/>
            </a:pPr>
            <a:r>
              <a:rPr lang="en-GB" sz="2000" b="1" dirty="0">
                <a:solidFill>
                  <a:schemeClr val="tx2"/>
                </a:solidFill>
                <a:latin typeface="Barlow Light"/>
              </a:rPr>
              <a:t>Ws2, </a:t>
            </a:r>
            <a:endParaRPr lang="en-GB" sz="2000" dirty="0">
              <a:latin typeface="Barlow Light"/>
            </a:endParaRPr>
          </a:p>
        </p:txBody>
      </p:sp>
    </p:spTree>
    <p:extLst>
      <p:ext uri="{BB962C8B-B14F-4D97-AF65-F5344CB8AC3E}">
        <p14:creationId xmlns:p14="http://schemas.microsoft.com/office/powerpoint/2010/main" val="110403454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10" descr="A person holding a phone&#10;&#10;Description automatically generated with medium confidence">
            <a:extLst>
              <a:ext uri="{FF2B5EF4-FFF2-40B4-BE49-F238E27FC236}">
                <a16:creationId xmlns:a16="http://schemas.microsoft.com/office/drawing/2014/main" id="{86FDD741-B865-D083-B2B6-62054CF3792C}"/>
              </a:ext>
            </a:extLst>
          </p:cNvPr>
          <p:cNvPicPr>
            <a:picLocks noGrp="1" noChangeAspect="1"/>
          </p:cNvPicPr>
          <p:nvPr>
            <p:ph type="pic" idx="31"/>
          </p:nvPr>
        </p:nvPicPr>
        <p:blipFill rotWithShape="1">
          <a:blip r:embed="rId2" cstate="screen">
            <a:extLst>
              <a:ext uri="{28A0092B-C50C-407E-A947-70E740481C1C}">
                <a14:useLocalDpi xmlns:a14="http://schemas.microsoft.com/office/drawing/2010/main"/>
              </a:ext>
            </a:extLst>
          </a:blip>
          <a:srcRect/>
          <a:stretch/>
        </p:blipFill>
        <p:spPr>
          <a:xfrm>
            <a:off x="6096000" y="2"/>
            <a:ext cx="6096000" cy="6400799"/>
          </a:xfrm>
        </p:spPr>
      </p:pic>
      <p:sp>
        <p:nvSpPr>
          <p:cNvPr id="37" name="Content Placeholder 36">
            <a:extLst>
              <a:ext uri="{FF2B5EF4-FFF2-40B4-BE49-F238E27FC236}">
                <a16:creationId xmlns:a16="http://schemas.microsoft.com/office/drawing/2014/main" id="{B9A50137-77D2-85BC-FF5F-0CC28B63E56F}"/>
              </a:ext>
            </a:extLst>
          </p:cNvPr>
          <p:cNvSpPr>
            <a:spLocks noGrp="1"/>
          </p:cNvSpPr>
          <p:nvPr>
            <p:ph sz="half" idx="29"/>
          </p:nvPr>
        </p:nvSpPr>
        <p:spPr>
          <a:xfrm>
            <a:off x="1636736" y="2249838"/>
            <a:ext cx="4326067" cy="2027695"/>
          </a:xfrm>
        </p:spPr>
        <p:txBody>
          <a:bodyPr vert="horz" wrap="square" lIns="0" tIns="0" rIns="0" bIns="0" rtlCol="0" anchor="t">
            <a:normAutofit/>
          </a:bodyPr>
          <a:lstStyle/>
          <a:p>
            <a:r>
              <a:rPr lang="en-US" sz="3733">
                <a:solidFill>
                  <a:srgbClr val="311E57"/>
                </a:solidFill>
                <a:latin typeface="+mj-lt"/>
              </a:rPr>
              <a:t>Questions?</a:t>
            </a:r>
          </a:p>
        </p:txBody>
      </p:sp>
    </p:spTree>
    <p:extLst>
      <p:ext uri="{BB962C8B-B14F-4D97-AF65-F5344CB8AC3E}">
        <p14:creationId xmlns:p14="http://schemas.microsoft.com/office/powerpoint/2010/main" val="2037239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16052-183E-30D5-90B6-81D18A878ACE}"/>
              </a:ext>
            </a:extLst>
          </p:cNvPr>
          <p:cNvSpPr>
            <a:spLocks noGrp="1"/>
          </p:cNvSpPr>
          <p:nvPr>
            <p:ph type="title"/>
          </p:nvPr>
        </p:nvSpPr>
        <p:spPr/>
        <p:txBody>
          <a:bodyPr/>
          <a:lstStyle/>
          <a:p>
            <a:r>
              <a:rPr lang="en-US"/>
              <a:t>Success Criteria</a:t>
            </a:r>
          </a:p>
        </p:txBody>
      </p:sp>
      <p:sp>
        <p:nvSpPr>
          <p:cNvPr id="3" name="Text Placeholder 2">
            <a:extLst>
              <a:ext uri="{FF2B5EF4-FFF2-40B4-BE49-F238E27FC236}">
                <a16:creationId xmlns:a16="http://schemas.microsoft.com/office/drawing/2014/main" id="{D7625C51-87F6-1E28-D2AC-E6139AA915FB}"/>
              </a:ext>
            </a:extLst>
          </p:cNvPr>
          <p:cNvSpPr>
            <a:spLocks noGrp="1"/>
          </p:cNvSpPr>
          <p:nvPr>
            <p:ph type="body" sz="half" idx="2"/>
          </p:nvPr>
        </p:nvSpPr>
        <p:spPr/>
        <p:txBody>
          <a:bodyPr/>
          <a:lstStyle/>
          <a:p>
            <a:r>
              <a:rPr lang="en-US"/>
              <a:t>NewRocket looks at success along four dimensions.</a:t>
            </a:r>
          </a:p>
        </p:txBody>
      </p:sp>
      <p:sp>
        <p:nvSpPr>
          <p:cNvPr id="4" name="Content Placeholder 3">
            <a:extLst>
              <a:ext uri="{FF2B5EF4-FFF2-40B4-BE49-F238E27FC236}">
                <a16:creationId xmlns:a16="http://schemas.microsoft.com/office/drawing/2014/main" id="{DE164732-EC55-6FA1-E06B-185D82C8C8FD}"/>
              </a:ext>
            </a:extLst>
          </p:cNvPr>
          <p:cNvSpPr>
            <a:spLocks noGrp="1"/>
          </p:cNvSpPr>
          <p:nvPr>
            <p:ph sz="half" idx="23"/>
          </p:nvPr>
        </p:nvSpPr>
        <p:spPr/>
        <p:txBody>
          <a:bodyPr tIns="0"/>
          <a:lstStyle/>
          <a:p>
            <a:pPr marL="171450" indent="-171450">
              <a:buFont typeface="Arial" panose="020B0604020202020204" pitchFamily="34" charset="0"/>
              <a:buChar char="•"/>
            </a:pPr>
            <a:r>
              <a:rPr lang="en-US"/>
              <a:t>Proactive use of Project Change Orders (PCOs)</a:t>
            </a:r>
          </a:p>
          <a:p>
            <a:pPr marL="171450" indent="-171450">
              <a:buFont typeface="Arial" panose="020B0604020202020204" pitchFamily="34" charset="0"/>
              <a:buChar char="•"/>
            </a:pPr>
            <a:r>
              <a:rPr lang="en-US"/>
              <a:t>Proactive use of Risks, Issues, Actions, Decisions, and Change Orders (RIDAC)</a:t>
            </a:r>
          </a:p>
        </p:txBody>
      </p:sp>
      <p:sp>
        <p:nvSpPr>
          <p:cNvPr id="5" name="Text Placeholder 4">
            <a:extLst>
              <a:ext uri="{FF2B5EF4-FFF2-40B4-BE49-F238E27FC236}">
                <a16:creationId xmlns:a16="http://schemas.microsoft.com/office/drawing/2014/main" id="{E22F0D5C-D99E-7F00-9BAF-6867A580AFF3}"/>
              </a:ext>
            </a:extLst>
          </p:cNvPr>
          <p:cNvSpPr>
            <a:spLocks noGrp="1"/>
          </p:cNvSpPr>
          <p:nvPr>
            <p:ph type="body" sz="quarter" idx="18"/>
          </p:nvPr>
        </p:nvSpPr>
        <p:spPr/>
        <p:txBody>
          <a:bodyPr/>
          <a:lstStyle/>
          <a:p>
            <a:r>
              <a:rPr lang="en-US"/>
              <a:t>Outcomes &amp; Success Criteria</a:t>
            </a:r>
          </a:p>
        </p:txBody>
      </p:sp>
      <p:sp>
        <p:nvSpPr>
          <p:cNvPr id="6" name="Text Placeholder 5">
            <a:extLst>
              <a:ext uri="{FF2B5EF4-FFF2-40B4-BE49-F238E27FC236}">
                <a16:creationId xmlns:a16="http://schemas.microsoft.com/office/drawing/2014/main" id="{4C79BF12-E7A7-CA45-E968-BBE81D8A1B66}"/>
              </a:ext>
            </a:extLst>
          </p:cNvPr>
          <p:cNvSpPr>
            <a:spLocks noGrp="1"/>
          </p:cNvSpPr>
          <p:nvPr>
            <p:ph type="body" sz="quarter" idx="28"/>
          </p:nvPr>
        </p:nvSpPr>
        <p:spPr/>
        <p:txBody>
          <a:bodyPr anchor="ctr"/>
          <a:lstStyle/>
          <a:p>
            <a:r>
              <a:rPr lang="en-US"/>
              <a:t>On-time and On-budget</a:t>
            </a:r>
          </a:p>
        </p:txBody>
      </p:sp>
      <p:sp>
        <p:nvSpPr>
          <p:cNvPr id="7" name="Content Placeholder 6">
            <a:extLst>
              <a:ext uri="{FF2B5EF4-FFF2-40B4-BE49-F238E27FC236}">
                <a16:creationId xmlns:a16="http://schemas.microsoft.com/office/drawing/2014/main" id="{3FC33961-9B8D-027E-4A34-0FCFED381A23}"/>
              </a:ext>
            </a:extLst>
          </p:cNvPr>
          <p:cNvSpPr>
            <a:spLocks noGrp="1"/>
          </p:cNvSpPr>
          <p:nvPr>
            <p:ph sz="half" idx="29"/>
          </p:nvPr>
        </p:nvSpPr>
        <p:spPr/>
        <p:txBody>
          <a:bodyPr tIns="0"/>
          <a:lstStyle/>
          <a:p>
            <a:pPr marL="171450" indent="-171450">
              <a:buFont typeface="Arial" panose="020B0604020202020204" pitchFamily="34" charset="0"/>
              <a:buChar char="•"/>
            </a:pPr>
            <a:r>
              <a:rPr lang="en-US"/>
              <a:t>Zipper relationship</a:t>
            </a:r>
          </a:p>
        </p:txBody>
      </p:sp>
      <p:sp>
        <p:nvSpPr>
          <p:cNvPr id="8" name="Text Placeholder 7">
            <a:extLst>
              <a:ext uri="{FF2B5EF4-FFF2-40B4-BE49-F238E27FC236}">
                <a16:creationId xmlns:a16="http://schemas.microsoft.com/office/drawing/2014/main" id="{1C830DBE-F62A-22F7-FEB9-ED145EDCA399}"/>
              </a:ext>
            </a:extLst>
          </p:cNvPr>
          <p:cNvSpPr>
            <a:spLocks noGrp="1"/>
          </p:cNvSpPr>
          <p:nvPr>
            <p:ph type="body" sz="quarter" idx="30"/>
          </p:nvPr>
        </p:nvSpPr>
        <p:spPr/>
        <p:txBody>
          <a:bodyPr anchor="ctr"/>
          <a:lstStyle/>
          <a:p>
            <a:r>
              <a:rPr lang="en-US"/>
              <a:t>Partnership</a:t>
            </a:r>
          </a:p>
        </p:txBody>
      </p:sp>
      <p:sp>
        <p:nvSpPr>
          <p:cNvPr id="9" name="Content Placeholder 8">
            <a:extLst>
              <a:ext uri="{FF2B5EF4-FFF2-40B4-BE49-F238E27FC236}">
                <a16:creationId xmlns:a16="http://schemas.microsoft.com/office/drawing/2014/main" id="{5AD1E4FE-1032-3D9B-780A-1527665CA034}"/>
              </a:ext>
            </a:extLst>
          </p:cNvPr>
          <p:cNvSpPr>
            <a:spLocks noGrp="1"/>
          </p:cNvSpPr>
          <p:nvPr>
            <p:ph sz="half" idx="31"/>
          </p:nvPr>
        </p:nvSpPr>
        <p:spPr/>
        <p:txBody>
          <a:bodyPr tIns="0"/>
          <a:lstStyle/>
          <a:p>
            <a:pPr marL="171450" indent="-171450">
              <a:buFont typeface="Arial" panose="020B0604020202020204" pitchFamily="34" charset="0"/>
              <a:buChar char="•"/>
            </a:pPr>
            <a:r>
              <a:rPr lang="en-US"/>
              <a:t>Meeting the expected business outcomes</a:t>
            </a:r>
          </a:p>
          <a:p>
            <a:pPr marL="171450" indent="-171450">
              <a:buFont typeface="Arial" panose="020B0604020202020204" pitchFamily="34" charset="0"/>
              <a:buChar char="•"/>
            </a:pPr>
            <a:r>
              <a:rPr lang="en-US"/>
              <a:t>Based on guiding principles</a:t>
            </a:r>
          </a:p>
        </p:txBody>
      </p:sp>
      <p:sp>
        <p:nvSpPr>
          <p:cNvPr id="10" name="Text Placeholder 9">
            <a:extLst>
              <a:ext uri="{FF2B5EF4-FFF2-40B4-BE49-F238E27FC236}">
                <a16:creationId xmlns:a16="http://schemas.microsoft.com/office/drawing/2014/main" id="{A822B99E-6575-08DF-510C-CE58946D4F7D}"/>
              </a:ext>
            </a:extLst>
          </p:cNvPr>
          <p:cNvSpPr>
            <a:spLocks noGrp="1"/>
          </p:cNvSpPr>
          <p:nvPr>
            <p:ph type="body" sz="quarter" idx="32"/>
          </p:nvPr>
        </p:nvSpPr>
        <p:spPr/>
        <p:txBody>
          <a:bodyPr anchor="ctr"/>
          <a:lstStyle/>
          <a:p>
            <a:r>
              <a:rPr lang="en-US"/>
              <a:t>Solution Quality</a:t>
            </a:r>
          </a:p>
        </p:txBody>
      </p:sp>
      <p:sp>
        <p:nvSpPr>
          <p:cNvPr id="11" name="Content Placeholder 10">
            <a:extLst>
              <a:ext uri="{FF2B5EF4-FFF2-40B4-BE49-F238E27FC236}">
                <a16:creationId xmlns:a16="http://schemas.microsoft.com/office/drawing/2014/main" id="{78127029-AD7C-C893-9918-69DAC056704E}"/>
              </a:ext>
            </a:extLst>
          </p:cNvPr>
          <p:cNvSpPr>
            <a:spLocks noGrp="1"/>
          </p:cNvSpPr>
          <p:nvPr>
            <p:ph sz="half" idx="33"/>
          </p:nvPr>
        </p:nvSpPr>
        <p:spPr/>
        <p:txBody>
          <a:bodyPr tIns="0">
            <a:normAutofit lnSpcReduction="10000"/>
          </a:bodyPr>
          <a:lstStyle/>
          <a:p>
            <a:pPr marL="171450" indent="-171450">
              <a:buFont typeface="Arial" panose="020B0604020202020204" pitchFamily="34" charset="0"/>
              <a:buChar char="•"/>
            </a:pPr>
            <a:r>
              <a:rPr lang="en-US"/>
              <a:t>Building trust through transparency and open communication</a:t>
            </a:r>
          </a:p>
          <a:p>
            <a:pPr marL="171450" indent="-171450">
              <a:buFont typeface="Arial" panose="020B0604020202020204" pitchFamily="34" charset="0"/>
              <a:buChar char="•"/>
            </a:pPr>
            <a:r>
              <a:rPr lang="en-US"/>
              <a:t>Exceed expectations via good strategic partnering</a:t>
            </a:r>
          </a:p>
          <a:p>
            <a:pPr marL="171450" indent="-171450">
              <a:buFont typeface="Arial" panose="020B0604020202020204" pitchFamily="34" charset="0"/>
              <a:buChar char="•"/>
            </a:pPr>
            <a:r>
              <a:rPr lang="en-US"/>
              <a:t>CSAT Score of “Excellent”</a:t>
            </a:r>
          </a:p>
        </p:txBody>
      </p:sp>
      <p:sp>
        <p:nvSpPr>
          <p:cNvPr id="12" name="Text Placeholder 11">
            <a:extLst>
              <a:ext uri="{FF2B5EF4-FFF2-40B4-BE49-F238E27FC236}">
                <a16:creationId xmlns:a16="http://schemas.microsoft.com/office/drawing/2014/main" id="{A8CF78DE-F6BE-23A8-6CB2-4F6B0CD813DA}"/>
              </a:ext>
            </a:extLst>
          </p:cNvPr>
          <p:cNvSpPr>
            <a:spLocks noGrp="1"/>
          </p:cNvSpPr>
          <p:nvPr>
            <p:ph type="body" sz="quarter" idx="34"/>
          </p:nvPr>
        </p:nvSpPr>
        <p:spPr/>
        <p:txBody>
          <a:bodyPr anchor="ctr"/>
          <a:lstStyle/>
          <a:p>
            <a:r>
              <a:rPr lang="en-US"/>
              <a:t>Raving Fans</a:t>
            </a:r>
          </a:p>
        </p:txBody>
      </p:sp>
    </p:spTree>
    <p:extLst>
      <p:ext uri="{BB962C8B-B14F-4D97-AF65-F5344CB8AC3E}">
        <p14:creationId xmlns:p14="http://schemas.microsoft.com/office/powerpoint/2010/main" val="1039208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88BD7A-67C9-DC91-3ED7-833C90D3EFC1}"/>
              </a:ext>
            </a:extLst>
          </p:cNvPr>
          <p:cNvSpPr>
            <a:spLocks noGrp="1"/>
          </p:cNvSpPr>
          <p:nvPr>
            <p:ph idx="10"/>
          </p:nvPr>
        </p:nvSpPr>
        <p:spPr>
          <a:xfrm>
            <a:off x="4724400" y="0"/>
            <a:ext cx="6858000" cy="6400800"/>
          </a:xfrm>
        </p:spPr>
        <p:txBody>
          <a:bodyPr>
            <a:normAutofit/>
          </a:bodyPr>
          <a:lstStyle/>
          <a:p>
            <a:r>
              <a:rPr lang="en-US" b="0">
                <a:solidFill>
                  <a:schemeClr val="tx1"/>
                </a:solidFill>
              </a:rPr>
              <a:t>At NewRocket, we believe every client deserves an extraordinary delivery experience. Every project and client is unique. Our Project Managers and Crew Members are some of the best in the industry and ready to make sure </a:t>
            </a:r>
            <a:r>
              <a:rPr lang="en-US">
                <a:solidFill>
                  <a:schemeClr val="tx1"/>
                </a:solidFill>
              </a:rPr>
              <a:t>you</a:t>
            </a:r>
            <a:r>
              <a:rPr lang="en-US" b="0">
                <a:solidFill>
                  <a:schemeClr val="tx1"/>
                </a:solidFill>
              </a:rPr>
              <a:t> receive an extraordinary experience!</a:t>
            </a:r>
          </a:p>
          <a:p>
            <a:endParaRPr lang="en-US" b="0">
              <a:solidFill>
                <a:schemeClr val="tx1"/>
              </a:solidFill>
            </a:endParaRPr>
          </a:p>
          <a:p>
            <a:r>
              <a:rPr lang="en-US" b="0">
                <a:solidFill>
                  <a:schemeClr val="tx1"/>
                </a:solidFill>
              </a:rPr>
              <a:t>To ensure you are a raving fan, we will:</a:t>
            </a:r>
          </a:p>
          <a:p>
            <a:pPr marL="285750" indent="-285750">
              <a:buFont typeface="Arial" panose="020B0604020202020204" pitchFamily="34" charset="0"/>
              <a:buChar char="•"/>
            </a:pPr>
            <a:r>
              <a:rPr lang="en-US" b="0">
                <a:solidFill>
                  <a:srgbClr val="FF0000"/>
                </a:solidFill>
              </a:rPr>
              <a:t>Build</a:t>
            </a:r>
            <a:r>
              <a:rPr lang="en-US" b="0">
                <a:solidFill>
                  <a:schemeClr val="tx1"/>
                </a:solidFill>
              </a:rPr>
              <a:t> a trusted relationship with you acting as a strategic partner</a:t>
            </a:r>
          </a:p>
          <a:p>
            <a:pPr marL="285750" indent="-285750">
              <a:buFont typeface="Arial" panose="020B0604020202020204" pitchFamily="34" charset="0"/>
              <a:buChar char="•"/>
            </a:pPr>
            <a:r>
              <a:rPr lang="en-US" b="0">
                <a:solidFill>
                  <a:schemeClr val="tx1"/>
                </a:solidFill>
              </a:rPr>
              <a:t>Follow a </a:t>
            </a:r>
            <a:r>
              <a:rPr lang="en-US" b="0">
                <a:solidFill>
                  <a:srgbClr val="FF0000"/>
                </a:solidFill>
              </a:rPr>
              <a:t>consistent</a:t>
            </a:r>
            <a:r>
              <a:rPr lang="en-US" b="0">
                <a:solidFill>
                  <a:schemeClr val="tx1"/>
                </a:solidFill>
              </a:rPr>
              <a:t> delivery methodology</a:t>
            </a:r>
          </a:p>
          <a:p>
            <a:pPr marL="285750" indent="-285750">
              <a:buFont typeface="Arial" panose="020B0604020202020204" pitchFamily="34" charset="0"/>
              <a:buChar char="•"/>
            </a:pPr>
            <a:r>
              <a:rPr lang="en-US" b="0">
                <a:solidFill>
                  <a:schemeClr val="tx1"/>
                </a:solidFill>
              </a:rPr>
              <a:t>Promote open and honest two-way </a:t>
            </a:r>
            <a:r>
              <a:rPr lang="en-US" b="0">
                <a:solidFill>
                  <a:srgbClr val="FF0000"/>
                </a:solidFill>
              </a:rPr>
              <a:t>communication</a:t>
            </a:r>
            <a:r>
              <a:rPr lang="en-US" b="0">
                <a:solidFill>
                  <a:schemeClr val="tx1"/>
                </a:solidFill>
              </a:rPr>
              <a:t> </a:t>
            </a:r>
          </a:p>
          <a:p>
            <a:pPr marL="285750" indent="-285750">
              <a:buFont typeface="Arial" panose="020B0604020202020204" pitchFamily="34" charset="0"/>
              <a:buChar char="•"/>
            </a:pPr>
            <a:r>
              <a:rPr lang="en-US" b="0">
                <a:solidFill>
                  <a:srgbClr val="FF0000"/>
                </a:solidFill>
              </a:rPr>
              <a:t>Check in </a:t>
            </a:r>
            <a:r>
              <a:rPr lang="en-US" b="0">
                <a:solidFill>
                  <a:schemeClr val="tx1"/>
                </a:solidFill>
              </a:rPr>
              <a:t>regularly and ask, “How are we doing?”</a:t>
            </a:r>
          </a:p>
          <a:p>
            <a:pPr marL="285750" indent="-285750">
              <a:buFont typeface="Arial" panose="020B0604020202020204" pitchFamily="34" charset="0"/>
              <a:buChar char="•"/>
            </a:pPr>
            <a:r>
              <a:rPr lang="en-US" b="0">
                <a:solidFill>
                  <a:srgbClr val="FF0000"/>
                </a:solidFill>
              </a:rPr>
              <a:t>Act</a:t>
            </a:r>
            <a:r>
              <a:rPr lang="en-US" b="0">
                <a:solidFill>
                  <a:schemeClr val="tx1"/>
                </a:solidFill>
              </a:rPr>
              <a:t> on feedback </a:t>
            </a:r>
          </a:p>
          <a:p>
            <a:pPr marL="285750" indent="-285750">
              <a:buFont typeface="Arial" panose="020B0604020202020204" pitchFamily="34" charset="0"/>
              <a:buChar char="•"/>
            </a:pPr>
            <a:r>
              <a:rPr lang="en-US" b="0">
                <a:solidFill>
                  <a:srgbClr val="FF0000"/>
                </a:solidFill>
              </a:rPr>
              <a:t>Measure</a:t>
            </a:r>
            <a:r>
              <a:rPr lang="en-US" b="0">
                <a:solidFill>
                  <a:schemeClr val="tx1"/>
                </a:solidFill>
              </a:rPr>
              <a:t> project success using our </a:t>
            </a:r>
            <a:r>
              <a:rPr lang="en-US">
                <a:solidFill>
                  <a:srgbClr val="7030A0"/>
                </a:solidFill>
              </a:rPr>
              <a:t>Project Pulse Check Process </a:t>
            </a:r>
            <a:r>
              <a:rPr lang="en-US" b="0">
                <a:solidFill>
                  <a:schemeClr val="tx1"/>
                </a:solidFill>
              </a:rPr>
              <a:t>and </a:t>
            </a:r>
            <a:r>
              <a:rPr lang="en-US">
                <a:solidFill>
                  <a:srgbClr val="7030A0"/>
                </a:solidFill>
              </a:rPr>
              <a:t>ServiceNow’s CSAT Survey process</a:t>
            </a:r>
          </a:p>
          <a:p>
            <a:pPr marL="285750" indent="-285750">
              <a:buFont typeface="Arial" panose="020B0604020202020204" pitchFamily="34" charset="0"/>
              <a:buChar char="•"/>
            </a:pPr>
            <a:r>
              <a:rPr lang="en-US" b="0">
                <a:solidFill>
                  <a:schemeClr val="tx1"/>
                </a:solidFill>
              </a:rPr>
              <a:t>Hold lessons learned and </a:t>
            </a:r>
            <a:r>
              <a:rPr lang="en-US" b="0">
                <a:solidFill>
                  <a:srgbClr val="FF0000"/>
                </a:solidFill>
              </a:rPr>
              <a:t>continuously improve </a:t>
            </a:r>
            <a:r>
              <a:rPr lang="en-US" b="0">
                <a:solidFill>
                  <a:schemeClr val="tx1"/>
                </a:solidFill>
              </a:rPr>
              <a:t>based on feedback</a:t>
            </a:r>
          </a:p>
        </p:txBody>
      </p:sp>
      <p:sp>
        <p:nvSpPr>
          <p:cNvPr id="3" name="Title 2">
            <a:extLst>
              <a:ext uri="{FF2B5EF4-FFF2-40B4-BE49-F238E27FC236}">
                <a16:creationId xmlns:a16="http://schemas.microsoft.com/office/drawing/2014/main" id="{CAA4F2B2-7718-EA7A-2CC6-7C4F601F58AB}"/>
              </a:ext>
            </a:extLst>
          </p:cNvPr>
          <p:cNvSpPr>
            <a:spLocks noGrp="1"/>
          </p:cNvSpPr>
          <p:nvPr>
            <p:ph type="title"/>
          </p:nvPr>
        </p:nvSpPr>
        <p:spPr/>
        <p:txBody>
          <a:bodyPr>
            <a:normAutofit/>
          </a:bodyPr>
          <a:lstStyle/>
          <a:p>
            <a:r>
              <a:rPr lang="en-US" sz="3600"/>
              <a:t>Delivering an Extraordinary Experience</a:t>
            </a:r>
          </a:p>
        </p:txBody>
      </p:sp>
    </p:spTree>
    <p:extLst>
      <p:ext uri="{BB962C8B-B14F-4D97-AF65-F5344CB8AC3E}">
        <p14:creationId xmlns:p14="http://schemas.microsoft.com/office/powerpoint/2010/main" val="218997417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a:extLst>
              <a:ext uri="{FF2B5EF4-FFF2-40B4-BE49-F238E27FC236}">
                <a16:creationId xmlns:a16="http://schemas.microsoft.com/office/drawing/2014/main" id="{054B2DCE-DCB3-4191-7C65-B0774373CF62}"/>
              </a:ext>
            </a:extLst>
          </p:cNvPr>
          <p:cNvPicPr>
            <a:picLocks noGrp="1" noChangeAspect="1"/>
          </p:cNvPicPr>
          <p:nvPr>
            <p:ph type="pic" idx="1"/>
          </p:nvPr>
        </p:nvPicPr>
        <p:blipFill>
          <a:blip r:embed="rId3"/>
          <a:srcRect t="-72068" r="-1614" b="-66453"/>
          <a:stretch>
            <a:fillRect/>
          </a:stretch>
        </p:blipFill>
        <p:spPr>
          <a:xfrm>
            <a:off x="4670174" y="-688740"/>
            <a:ext cx="6966451" cy="2991466"/>
          </a:xfrm>
          <a:noFill/>
        </p:spPr>
      </p:pic>
      <p:sp>
        <p:nvSpPr>
          <p:cNvPr id="3" name="Title 2">
            <a:extLst>
              <a:ext uri="{FF2B5EF4-FFF2-40B4-BE49-F238E27FC236}">
                <a16:creationId xmlns:a16="http://schemas.microsoft.com/office/drawing/2014/main" id="{2391C3EC-418C-EC88-3919-C55988DF009B}"/>
              </a:ext>
            </a:extLst>
          </p:cNvPr>
          <p:cNvSpPr>
            <a:spLocks noGrp="1"/>
          </p:cNvSpPr>
          <p:nvPr>
            <p:ph type="title"/>
          </p:nvPr>
        </p:nvSpPr>
        <p:spPr>
          <a:xfrm>
            <a:off x="609600" y="685801"/>
            <a:ext cx="3657600" cy="685800"/>
          </a:xfrm>
        </p:spPr>
        <p:txBody>
          <a:bodyPr/>
          <a:lstStyle/>
          <a:p>
            <a:r>
              <a:rPr lang="en-US"/>
              <a:t>Client Satisfaction</a:t>
            </a:r>
          </a:p>
        </p:txBody>
      </p:sp>
      <p:sp>
        <p:nvSpPr>
          <p:cNvPr id="4" name="Text Placeholder 3">
            <a:extLst>
              <a:ext uri="{FF2B5EF4-FFF2-40B4-BE49-F238E27FC236}">
                <a16:creationId xmlns:a16="http://schemas.microsoft.com/office/drawing/2014/main" id="{CF0FE07F-7001-970F-5A10-486854EAF3E1}"/>
              </a:ext>
            </a:extLst>
          </p:cNvPr>
          <p:cNvSpPr>
            <a:spLocks noGrp="1"/>
          </p:cNvSpPr>
          <p:nvPr>
            <p:ph type="body" sz="half" idx="2"/>
          </p:nvPr>
        </p:nvSpPr>
        <p:spPr>
          <a:xfrm>
            <a:off x="687659" y="1538869"/>
            <a:ext cx="6214946" cy="4800599"/>
          </a:xfrm>
        </p:spPr>
        <p:txBody>
          <a:bodyPr>
            <a:normAutofit/>
          </a:bodyPr>
          <a:lstStyle/>
          <a:p>
            <a:pPr>
              <a:lnSpc>
                <a:spcPct val="110000"/>
              </a:lnSpc>
            </a:pPr>
            <a:r>
              <a:rPr lang="en-US" sz="1300"/>
              <a:t>At NewRocket we measure Client Satisfaction using the following two methods:</a:t>
            </a:r>
          </a:p>
          <a:p>
            <a:pPr marL="342900" indent="-342900">
              <a:buFont typeface="+mj-lt"/>
              <a:buAutoNum type="arabicPeriod"/>
            </a:pPr>
            <a:r>
              <a:rPr lang="en-US" sz="1300" b="1">
                <a:solidFill>
                  <a:srgbClr val="5C3E98"/>
                </a:solidFill>
              </a:rPr>
              <a:t>Pulse Check Survey Process</a:t>
            </a:r>
          </a:p>
          <a:p>
            <a:pPr marL="568325" lvl="1" indent="-219075">
              <a:lnSpc>
                <a:spcPct val="100000"/>
              </a:lnSpc>
              <a:buFont typeface="Arial" panose="020B0604020202020204" pitchFamily="34" charset="0"/>
              <a:buChar char="•"/>
            </a:pPr>
            <a:r>
              <a:rPr lang="en-US" sz="1300">
                <a:solidFill>
                  <a:srgbClr val="6C7986"/>
                </a:solidFill>
              </a:rPr>
              <a:t>At specific checkpoints in the project the NewRocket Project Manager will initiate a Pulse Check Survey to measure client satisfaction. An email is sent with one question and a comments section. Your participation is critical to our success and let’s our crew know what is going well and areas we may need to work on. Proactively addressing issues and open communication will ensure a successful project!</a:t>
            </a:r>
          </a:p>
          <a:p>
            <a:pPr marL="342900" indent="-342900">
              <a:buFont typeface="+mj-lt"/>
              <a:buAutoNum type="arabicPeriod"/>
            </a:pPr>
            <a:r>
              <a:rPr lang="en-US" sz="1300" b="1">
                <a:solidFill>
                  <a:srgbClr val="5C3E98"/>
                </a:solidFill>
              </a:rPr>
              <a:t>ServiceNow CSAT Survey</a:t>
            </a:r>
            <a:r>
              <a:rPr lang="en-US" sz="1300">
                <a:solidFill>
                  <a:srgbClr val="5C3E98"/>
                </a:solidFill>
              </a:rPr>
              <a:t> </a:t>
            </a:r>
          </a:p>
          <a:p>
            <a:pPr marL="568325" lvl="1" indent="-219075">
              <a:lnSpc>
                <a:spcPct val="100000"/>
              </a:lnSpc>
              <a:buFont typeface="Arial" panose="020B0604020202020204" pitchFamily="34" charset="0"/>
              <a:buChar char="•"/>
            </a:pPr>
            <a:r>
              <a:rPr lang="en-US" sz="1300">
                <a:solidFill>
                  <a:srgbClr val="6C7986"/>
                </a:solidFill>
              </a:rPr>
              <a:t>During the delivery phase the Project Manager will review if the project meets the ServiceNow Deployment Registration Requirements. If the project is determined a good fit, a deployment will be created and completed during the delivery phase. A part of the deployment ServiceNow sends out a Client satisfaction (CSAT) survey on behalf of the partner to measure success and gather feedback.</a:t>
            </a:r>
          </a:p>
          <a:p>
            <a:pPr marL="568325" lvl="1" indent="-219075">
              <a:lnSpc>
                <a:spcPct val="100000"/>
              </a:lnSpc>
              <a:buFont typeface="Arial" panose="020B0604020202020204" pitchFamily="34" charset="0"/>
              <a:buChar char="•"/>
            </a:pPr>
            <a:endParaRPr lang="en-US" sz="1300">
              <a:solidFill>
                <a:srgbClr val="6C7986"/>
              </a:solidFill>
            </a:endParaRPr>
          </a:p>
          <a:p>
            <a:pPr>
              <a:lnSpc>
                <a:spcPct val="100000"/>
              </a:lnSpc>
            </a:pPr>
            <a:r>
              <a:rPr lang="en-US" sz="1300"/>
              <a:t>The ratings and feedback received is very important to NewRocket for continuous improvement and being able to pro actively address issues while a project is in flight. Our Project Crew are dedicated to earning a rating of </a:t>
            </a:r>
            <a:r>
              <a:rPr lang="en-US" sz="1300" b="1"/>
              <a:t>“</a:t>
            </a:r>
            <a:r>
              <a:rPr lang="en-US" b="1">
                <a:solidFill>
                  <a:srgbClr val="95C63F"/>
                </a:solidFill>
              </a:rPr>
              <a:t>Excellent</a:t>
            </a:r>
            <a:r>
              <a:rPr lang="en-US" sz="1300" b="1"/>
              <a:t>” and </a:t>
            </a:r>
            <a:r>
              <a:rPr lang="en-US" sz="1300" b="1">
                <a:solidFill>
                  <a:srgbClr val="5C3E98"/>
                </a:solidFill>
              </a:rPr>
              <a:t>Client Participation is important</a:t>
            </a:r>
            <a:r>
              <a:rPr lang="en-US" sz="1300" b="1"/>
              <a:t>.</a:t>
            </a:r>
            <a:endParaRPr lang="en-US" sz="1300"/>
          </a:p>
        </p:txBody>
      </p:sp>
      <p:sp>
        <p:nvSpPr>
          <p:cNvPr id="5" name="Text Placeholder 4">
            <a:extLst>
              <a:ext uri="{FF2B5EF4-FFF2-40B4-BE49-F238E27FC236}">
                <a16:creationId xmlns:a16="http://schemas.microsoft.com/office/drawing/2014/main" id="{C758BAD8-BCF6-E5C3-BE7D-0484FD229901}"/>
              </a:ext>
            </a:extLst>
          </p:cNvPr>
          <p:cNvSpPr>
            <a:spLocks noGrp="1"/>
          </p:cNvSpPr>
          <p:nvPr>
            <p:ph type="body" sz="quarter" idx="18"/>
          </p:nvPr>
        </p:nvSpPr>
        <p:spPr/>
        <p:txBody>
          <a:bodyPr/>
          <a:lstStyle/>
          <a:p>
            <a:r>
              <a:rPr lang="en-US"/>
              <a:t>Outcomes &amp; Success Criteria</a:t>
            </a:r>
          </a:p>
        </p:txBody>
      </p:sp>
      <p:sp>
        <p:nvSpPr>
          <p:cNvPr id="9" name="Text Placeholder 8">
            <a:extLst>
              <a:ext uri="{FF2B5EF4-FFF2-40B4-BE49-F238E27FC236}">
                <a16:creationId xmlns:a16="http://schemas.microsoft.com/office/drawing/2014/main" id="{5C60F28A-A4DC-8AC5-64B4-18BD9735C511}"/>
              </a:ext>
            </a:extLst>
          </p:cNvPr>
          <p:cNvSpPr>
            <a:spLocks noGrp="1"/>
          </p:cNvSpPr>
          <p:nvPr>
            <p:ph type="body" sz="quarter" idx="27"/>
          </p:nvPr>
        </p:nvSpPr>
        <p:spPr>
          <a:xfrm>
            <a:off x="7146820" y="4495410"/>
            <a:ext cx="4892779" cy="1647441"/>
          </a:xfrm>
          <a:ln w="19050">
            <a:solidFill>
              <a:schemeClr val="tx1"/>
            </a:solidFill>
          </a:ln>
        </p:spPr>
        <p:txBody>
          <a:bodyPr/>
          <a:lstStyle/>
          <a:p>
            <a:pPr marL="111125" defTabSz="219075">
              <a:lnSpc>
                <a:spcPct val="130000"/>
              </a:lnSpc>
            </a:pPr>
            <a:r>
              <a:rPr lang="en-US"/>
              <a:t>If there are ever </a:t>
            </a:r>
            <a:r>
              <a:rPr lang="en-US">
                <a:solidFill>
                  <a:srgbClr val="FF0000"/>
                </a:solidFill>
              </a:rPr>
              <a:t>ANY</a:t>
            </a:r>
            <a:r>
              <a:rPr lang="en-US"/>
              <a:t> issues during the project that would keep you from rating NewRocket as “</a:t>
            </a:r>
            <a:r>
              <a:rPr lang="en-US">
                <a:solidFill>
                  <a:srgbClr val="95C63F"/>
                </a:solidFill>
              </a:rPr>
              <a:t>Excellent</a:t>
            </a:r>
            <a:r>
              <a:rPr lang="en-US"/>
              <a:t>”, please reach out to your project manager or account executive to discuss the issue and we will make it right!</a:t>
            </a:r>
          </a:p>
          <a:p>
            <a:pPr>
              <a:lnSpc>
                <a:spcPct val="130000"/>
              </a:lnSpc>
            </a:pPr>
            <a:endParaRPr lang="en-US"/>
          </a:p>
          <a:p>
            <a:pPr>
              <a:lnSpc>
                <a:spcPct val="130000"/>
              </a:lnSpc>
            </a:pPr>
            <a:endParaRPr lang="en-US"/>
          </a:p>
        </p:txBody>
      </p:sp>
      <p:pic>
        <p:nvPicPr>
          <p:cNvPr id="2" name="Picture 1">
            <a:extLst>
              <a:ext uri="{FF2B5EF4-FFF2-40B4-BE49-F238E27FC236}">
                <a16:creationId xmlns:a16="http://schemas.microsoft.com/office/drawing/2014/main" id="{5C95AAF0-D106-677D-0DC9-3E69312031CF}"/>
              </a:ext>
            </a:extLst>
          </p:cNvPr>
          <p:cNvPicPr>
            <a:picLocks noChangeAspect="1"/>
          </p:cNvPicPr>
          <p:nvPr/>
        </p:nvPicPr>
        <p:blipFill>
          <a:blip r:embed="rId4"/>
          <a:stretch>
            <a:fillRect/>
          </a:stretch>
        </p:blipFill>
        <p:spPr>
          <a:xfrm>
            <a:off x="7146820" y="1538869"/>
            <a:ext cx="4892779" cy="2856373"/>
          </a:xfrm>
          <a:prstGeom prst="rect">
            <a:avLst/>
          </a:prstGeom>
        </p:spPr>
      </p:pic>
    </p:spTree>
    <p:extLst>
      <p:ext uri="{BB962C8B-B14F-4D97-AF65-F5344CB8AC3E}">
        <p14:creationId xmlns:p14="http://schemas.microsoft.com/office/powerpoint/2010/main" val="3774912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400D9-0C53-8CF6-77DB-76EA314197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2906ED-225C-10D4-5007-1456E179E723}"/>
              </a:ext>
            </a:extLst>
          </p:cNvPr>
          <p:cNvSpPr>
            <a:spLocks noGrp="1"/>
          </p:cNvSpPr>
          <p:nvPr>
            <p:ph type="title"/>
          </p:nvPr>
        </p:nvSpPr>
        <p:spPr>
          <a:xfrm>
            <a:off x="492535" y="175783"/>
            <a:ext cx="10972800" cy="772771"/>
          </a:xfrm>
        </p:spPr>
        <p:txBody>
          <a:bodyPr/>
          <a:lstStyle/>
          <a:p>
            <a:r>
              <a:rPr lang="en-US" sz="3200" b="1">
                <a:solidFill>
                  <a:schemeClr val="accent1"/>
                </a:solidFill>
                <a:latin typeface="Barlow SemiBold" pitchFamily="2" charset="77"/>
              </a:rPr>
              <a:t>Expectations – Solution Architect</a:t>
            </a:r>
          </a:p>
        </p:txBody>
      </p:sp>
      <p:graphicFrame>
        <p:nvGraphicFramePr>
          <p:cNvPr id="4" name="TextBox 2">
            <a:extLst>
              <a:ext uri="{FF2B5EF4-FFF2-40B4-BE49-F238E27FC236}">
                <a16:creationId xmlns:a16="http://schemas.microsoft.com/office/drawing/2014/main" id="{4C04AC46-B652-305A-9393-7CC6DD8FAF38}"/>
              </a:ext>
            </a:extLst>
          </p:cNvPr>
          <p:cNvGraphicFramePr/>
          <p:nvPr>
            <p:extLst>
              <p:ext uri="{D42A27DB-BD31-4B8C-83A1-F6EECF244321}">
                <p14:modId xmlns:p14="http://schemas.microsoft.com/office/powerpoint/2010/main" val="1898960863"/>
              </p:ext>
            </p:extLst>
          </p:nvPr>
        </p:nvGraphicFramePr>
        <p:xfrm>
          <a:off x="883987" y="1818401"/>
          <a:ext cx="10581347" cy="3693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982928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1E92B-655F-D71A-F1B5-7DFF86CC7F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22F30A-26CC-4F67-0773-AAE2E24F0615}"/>
              </a:ext>
            </a:extLst>
          </p:cNvPr>
          <p:cNvSpPr>
            <a:spLocks noGrp="1"/>
          </p:cNvSpPr>
          <p:nvPr>
            <p:ph type="title"/>
          </p:nvPr>
        </p:nvSpPr>
        <p:spPr>
          <a:xfrm>
            <a:off x="492535" y="175783"/>
            <a:ext cx="10972800" cy="772771"/>
          </a:xfrm>
        </p:spPr>
        <p:txBody>
          <a:bodyPr/>
          <a:lstStyle/>
          <a:p>
            <a:r>
              <a:rPr lang="en-US" sz="3200" b="1">
                <a:solidFill>
                  <a:schemeClr val="accent1"/>
                </a:solidFill>
                <a:latin typeface="Barlow SemiBold" pitchFamily="2" charset="77"/>
              </a:rPr>
              <a:t>Expectations – Business Process Analyst</a:t>
            </a:r>
          </a:p>
        </p:txBody>
      </p:sp>
      <p:graphicFrame>
        <p:nvGraphicFramePr>
          <p:cNvPr id="4" name="TextBox 2">
            <a:extLst>
              <a:ext uri="{FF2B5EF4-FFF2-40B4-BE49-F238E27FC236}">
                <a16:creationId xmlns:a16="http://schemas.microsoft.com/office/drawing/2014/main" id="{63B1D01B-4A1F-6E6E-7B93-7B737E5CCC8B}"/>
              </a:ext>
            </a:extLst>
          </p:cNvPr>
          <p:cNvGraphicFramePr/>
          <p:nvPr/>
        </p:nvGraphicFramePr>
        <p:xfrm>
          <a:off x="1106537" y="1433151"/>
          <a:ext cx="9414385" cy="3693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8070793"/>
      </p:ext>
    </p:extLst>
  </p:cSld>
  <p:clrMapOvr>
    <a:masterClrMapping/>
  </p:clrMapOvr>
  <p:transition>
    <p:fade/>
  </p:transition>
</p:sld>
</file>

<file path=ppt/theme/theme1.xml><?xml version="1.0" encoding="utf-8"?>
<a:theme xmlns:a="http://schemas.openxmlformats.org/drawingml/2006/main" name="Office Theme">
  <a:themeElements>
    <a:clrScheme name="Newrocket">
      <a:dk1>
        <a:srgbClr val="222B3B"/>
      </a:dk1>
      <a:lt1>
        <a:srgbClr val="FFFFFF"/>
      </a:lt1>
      <a:dk2>
        <a:srgbClr val="49505F"/>
      </a:dk2>
      <a:lt2>
        <a:srgbClr val="F0F5FA"/>
      </a:lt2>
      <a:accent1>
        <a:srgbClr val="573C82"/>
      </a:accent1>
      <a:accent2>
        <a:srgbClr val="EB3278"/>
      </a:accent2>
      <a:accent3>
        <a:srgbClr val="00ACC6"/>
      </a:accent3>
      <a:accent4>
        <a:srgbClr val="3E87CC"/>
      </a:accent4>
      <a:accent5>
        <a:srgbClr val="95C63F"/>
      </a:accent5>
      <a:accent6>
        <a:srgbClr val="F0C748"/>
      </a:accent6>
      <a:hlink>
        <a:srgbClr val="0563C1"/>
      </a:hlink>
      <a:folHlink>
        <a:srgbClr val="A0B3C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ewRocket 2023 Color Footer">
  <a:themeElements>
    <a:clrScheme name="NewRocket 2023">
      <a:dk1>
        <a:srgbClr val="6C7986"/>
      </a:dk1>
      <a:lt1>
        <a:srgbClr val="FFFFFF"/>
      </a:lt1>
      <a:dk2>
        <a:srgbClr val="301357"/>
      </a:dk2>
      <a:lt2>
        <a:srgbClr val="F0F5FA"/>
      </a:lt2>
      <a:accent1>
        <a:srgbClr val="5C3E98"/>
      </a:accent1>
      <a:accent2>
        <a:srgbClr val="E64680"/>
      </a:accent2>
      <a:accent3>
        <a:srgbClr val="BC93FF"/>
      </a:accent3>
      <a:accent4>
        <a:srgbClr val="1EA3BE"/>
      </a:accent4>
      <a:accent5>
        <a:srgbClr val="FFB600"/>
      </a:accent5>
      <a:accent6>
        <a:srgbClr val="94C63F"/>
      </a:accent6>
      <a:hlink>
        <a:srgbClr val="BC93FF"/>
      </a:hlink>
      <a:folHlink>
        <a:srgbClr val="5C3E98"/>
      </a:folHlink>
    </a:clrScheme>
    <a:fontScheme name="Arial">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dirty="0" smtClean="0"/>
        </a:defPPr>
      </a:lstStyle>
    </a:txDef>
  </a:objectDefaults>
  <a:extraClrSchemeLst/>
  <a:extLst>
    <a:ext uri="{05A4C25C-085E-4340-85A3-A5531E510DB2}">
      <thm15:themeFamily xmlns:thm15="http://schemas.microsoft.com/office/thememl/2012/main" name="NewRocket Presentation Template" id="{22D3C87C-A0D5-624E-98D5-99A297A57025}" vid="{52A3FE36-A825-4843-8975-91658B0E6F46}"/>
    </a:ext>
  </a:extLst>
</a:theme>
</file>

<file path=ppt/theme/theme3.xml><?xml version="1.0" encoding="utf-8"?>
<a:theme xmlns:a="http://schemas.openxmlformats.org/drawingml/2006/main" name="1_NewRocket 2023 Color Footer">
  <a:themeElements>
    <a:clrScheme name="NewRocket 2023">
      <a:dk1>
        <a:srgbClr val="6C7986"/>
      </a:dk1>
      <a:lt1>
        <a:srgbClr val="FFFFFF"/>
      </a:lt1>
      <a:dk2>
        <a:srgbClr val="301357"/>
      </a:dk2>
      <a:lt2>
        <a:srgbClr val="F0F5FA"/>
      </a:lt2>
      <a:accent1>
        <a:srgbClr val="5C3E98"/>
      </a:accent1>
      <a:accent2>
        <a:srgbClr val="E64680"/>
      </a:accent2>
      <a:accent3>
        <a:srgbClr val="BC93FF"/>
      </a:accent3>
      <a:accent4>
        <a:srgbClr val="1EA3BE"/>
      </a:accent4>
      <a:accent5>
        <a:srgbClr val="FFB600"/>
      </a:accent5>
      <a:accent6>
        <a:srgbClr val="94C63F"/>
      </a:accent6>
      <a:hlink>
        <a:srgbClr val="BC93FF"/>
      </a:hlink>
      <a:folHlink>
        <a:srgbClr val="5C3E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dirty="0" smtClean="0"/>
        </a:defPPr>
      </a:lstStyle>
    </a:txDef>
  </a:objectDefaults>
  <a:extraClrSchemeLst/>
  <a:extLst>
    <a:ext uri="{05A4C25C-085E-4340-85A3-A5531E510DB2}">
      <thm15:themeFamily xmlns:thm15="http://schemas.microsoft.com/office/thememl/2012/main" name="NewRocket Presentation Template" id="{22D3C87C-A0D5-624E-98D5-99A297A57025}" vid="{52A3FE36-A825-4843-8975-91658B0E6F4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rojectID xmlns="03ac710f-42be-4c16-baa0-177ff0ef70b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454938D12DA34FAB5E7AF0EF94B0E4" ma:contentTypeVersion="8" ma:contentTypeDescription="Create a new document." ma:contentTypeScope="" ma:versionID="c492aa7b12724605b3c3742e09546750">
  <xsd:schema xmlns:xsd="http://www.w3.org/2001/XMLSchema" xmlns:xs="http://www.w3.org/2001/XMLSchema" xmlns:p="http://schemas.microsoft.com/office/2006/metadata/properties" xmlns:ns2="03ac710f-42be-4c16-baa0-177ff0ef70be" xmlns:ns3="548933ca-b380-4a29-b4bd-fc01c0d24bbd" targetNamespace="http://schemas.microsoft.com/office/2006/metadata/properties" ma:root="true" ma:fieldsID="22ff938960d793777b4399994b25bbcf" ns2:_="" ns3:_="">
    <xsd:import namespace="03ac710f-42be-4c16-baa0-177ff0ef70be"/>
    <xsd:import namespace="548933ca-b380-4a29-b4bd-fc01c0d24bbd"/>
    <xsd:element name="properties">
      <xsd:complexType>
        <xsd:sequence>
          <xsd:element name="documentManagement">
            <xsd:complexType>
              <xsd:all>
                <xsd:element ref="ns2:Projec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ac710f-42be-4c16-baa0-177ff0ef70be" elementFormDefault="qualified">
    <xsd:import namespace="http://schemas.microsoft.com/office/2006/documentManagement/types"/>
    <xsd:import namespace="http://schemas.microsoft.com/office/infopath/2007/PartnerControls"/>
    <xsd:element name="ProjectID" ma:index="8" nillable="true" ma:displayName="Project ID" ma:format="Dropdown" ma:internalName="ProjectID">
      <xsd:simpleType>
        <xsd:restriction base="dms:Text">
          <xsd:maxLength value="30"/>
        </xsd:restriction>
      </xsd:simpleType>
    </xsd:element>
  </xsd:schema>
  <xsd:schema xmlns:xsd="http://www.w3.org/2001/XMLSchema" xmlns:xs="http://www.w3.org/2001/XMLSchema" xmlns:dms="http://schemas.microsoft.com/office/2006/documentManagement/types" xmlns:pc="http://schemas.microsoft.com/office/infopath/2007/PartnerControls" targetNamespace="548933ca-b380-4a29-b4bd-fc01c0d24bbd"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8830AE-A8DE-41BF-85EC-7582991D1409}">
  <ds:schemaRefs>
    <ds:schemaRef ds:uri="http://schemas.microsoft.com/sharepoint/v3/contenttype/forms"/>
  </ds:schemaRefs>
</ds:datastoreItem>
</file>

<file path=customXml/itemProps2.xml><?xml version="1.0" encoding="utf-8"?>
<ds:datastoreItem xmlns:ds="http://schemas.openxmlformats.org/officeDocument/2006/customXml" ds:itemID="{3F327476-119A-4DDF-AD21-4FA072C4A43B}">
  <ds:schemaRefs>
    <ds:schemaRef ds:uri="03ac710f-42be-4c16-baa0-177ff0ef70be"/>
    <ds:schemaRef ds:uri="063b9312-66bf-45e0-a81e-09e1c6aeaf14"/>
    <ds:schemaRef ds:uri="a177e389-61e3-431e-9c95-077e3007e97f"/>
    <ds:schemaRef ds:uri="f65cb814-1f53-43c4-badb-4095d4ba8b0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C6CE717-3E7A-493E-B8D3-A352127744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ac710f-42be-4c16-baa0-177ff0ef70be"/>
    <ds:schemaRef ds:uri="548933ca-b380-4a29-b4bd-fc01c0d24b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73</TotalTime>
  <Words>1217</Words>
  <Application>Microsoft Office PowerPoint</Application>
  <PresentationFormat>Widescreen</PresentationFormat>
  <Paragraphs>187</Paragraphs>
  <Slides>16</Slides>
  <Notes>3</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16</vt:i4>
      </vt:variant>
    </vt:vector>
  </HeadingPairs>
  <TitlesOfParts>
    <vt:vector size="30" baseType="lpstr">
      <vt:lpstr>Arial</vt:lpstr>
      <vt:lpstr>Arial,Sans-Serif</vt:lpstr>
      <vt:lpstr>Barlow</vt:lpstr>
      <vt:lpstr>Barlow Light</vt:lpstr>
      <vt:lpstr>Barlow SemiBold</vt:lpstr>
      <vt:lpstr>Calibri</vt:lpstr>
      <vt:lpstr>Inter</vt:lpstr>
      <vt:lpstr>Inter Black</vt:lpstr>
      <vt:lpstr>Inter SemiBold</vt:lpstr>
      <vt:lpstr>Roboto</vt:lpstr>
      <vt:lpstr>Roboto Light</vt:lpstr>
      <vt:lpstr>Office Theme</vt:lpstr>
      <vt:lpstr>NewRocket 2023 Color Footer</vt:lpstr>
      <vt:lpstr>1_NewRocket 2023 Color Footer</vt:lpstr>
      <vt:lpstr>PowerPoint Presentation</vt:lpstr>
      <vt:lpstr>Agenda</vt:lpstr>
      <vt:lpstr>Statement of Work (SOW) Overview – In Scope</vt:lpstr>
      <vt:lpstr>Stakeholders &amp; Project Team </vt:lpstr>
      <vt:lpstr>Key Roles and Responsibilities</vt:lpstr>
      <vt:lpstr>Delivery Excellence Methodology</vt:lpstr>
      <vt:lpstr>Project Tools</vt:lpstr>
      <vt:lpstr>Communication &amp; Meetings Planning</vt:lpstr>
      <vt:lpstr>Timeline Considerations</vt:lpstr>
      <vt:lpstr>Next Steps</vt:lpstr>
      <vt:lpstr>PowerPoint Presentation</vt:lpstr>
      <vt:lpstr>Success Criteria</vt:lpstr>
      <vt:lpstr>Delivering an Extraordinary Experience</vt:lpstr>
      <vt:lpstr>Client Satisfaction</vt:lpstr>
      <vt:lpstr>Expectations – Solution Architect</vt:lpstr>
      <vt:lpstr>Expectations – Business Process Analyst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Today’s meeting XXXX</dc:title>
  <dc:creator>Nadia Khan</dc:creator>
  <cp:lastModifiedBy>Yitbarek Redda</cp:lastModifiedBy>
  <cp:revision>1</cp:revision>
  <dcterms:created xsi:type="dcterms:W3CDTF">2021-08-19T15:46:22Z</dcterms:created>
  <dcterms:modified xsi:type="dcterms:W3CDTF">2026-01-07T18:23:19Z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0x010100A0454938D12DA34FAB5E7AF0EF94B0E4</vt:lpwstr>
  </property>
  <property fmtid="{D5CDD505-2E9C-101B-9397-08002B2CF9AE}" pid="3" name="MediaServiceImageTags">
    <vt:lpwstr/>
  </property>
  <property fmtid="{D5CDD505-2E9C-101B-9397-08002B2CF9AE}" pid="4" name="Order">
    <vt:r8>4500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