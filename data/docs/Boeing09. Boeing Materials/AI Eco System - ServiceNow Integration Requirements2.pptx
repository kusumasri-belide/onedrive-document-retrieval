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67" r:id="rId5"/>
    <p:sldId id="278" r:id="rId6"/>
    <p:sldId id="262" r:id="rId7"/>
    <p:sldId id="277" r:id="rId8"/>
    <p:sldId id="276" r:id="rId9"/>
  </p:sldIdLst>
  <p:sldSz cx="12192000" cy="6858000"/>
  <p:notesSz cx="6858000" cy="9144000"/>
  <p:embeddedFontLst>
    <p:embeddedFont>
      <p:font typeface="BoeingMeso-Regular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B0B1"/>
    <a:srgbClr val="BABABA"/>
    <a:srgbClr val="2D2D2D"/>
    <a:srgbClr val="262626"/>
    <a:srgbClr val="2A2A27"/>
    <a:srgbClr val="31302D"/>
    <a:srgbClr val="292826"/>
    <a:srgbClr val="ECECEC"/>
    <a:srgbClr val="E3E3E3"/>
    <a:srgbClr val="DBD9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/>
    <p:restoredTop sz="95897"/>
  </p:normalViewPr>
  <p:slideViewPr>
    <p:cSldViewPr snapToGrid="0">
      <p:cViewPr varScale="1">
        <p:scale>
          <a:sx n="155" d="100"/>
          <a:sy n="155" d="100"/>
        </p:scale>
        <p:origin x="1212" y="15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2" d="100"/>
        <a:sy n="92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4672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font" Target="fonts/font1.fntdata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igler (US), Bryan G" userId="8944104e-80fc-475b-9772-70c6024b5cad" providerId="ADAL" clId="{F00F1646-BF50-48C8-82F6-95D1221F8711}"/>
    <pc:docChg chg="custSel addSld delSld modSld">
      <pc:chgData name="Zigler (US), Bryan G" userId="8944104e-80fc-475b-9772-70c6024b5cad" providerId="ADAL" clId="{F00F1646-BF50-48C8-82F6-95D1221F8711}" dt="2025-11-14T15:21:25.697" v="1434" actId="20577"/>
      <pc:docMkLst>
        <pc:docMk/>
      </pc:docMkLst>
      <pc:sldChg chg="modSp add mod">
        <pc:chgData name="Zigler (US), Bryan G" userId="8944104e-80fc-475b-9772-70c6024b5cad" providerId="ADAL" clId="{F00F1646-BF50-48C8-82F6-95D1221F8711}" dt="2025-11-14T15:14:23.921" v="1432" actId="108"/>
        <pc:sldMkLst>
          <pc:docMk/>
          <pc:sldMk cId="3711602529" sldId="262"/>
        </pc:sldMkLst>
        <pc:spChg chg="mod">
          <ac:chgData name="Zigler (US), Bryan G" userId="8944104e-80fc-475b-9772-70c6024b5cad" providerId="ADAL" clId="{F00F1646-BF50-48C8-82F6-95D1221F8711}" dt="2025-11-14T15:14:23.921" v="1432" actId="108"/>
          <ac:spMkLst>
            <pc:docMk/>
            <pc:sldMk cId="3711602529" sldId="262"/>
            <ac:spMk id="16" creationId="{29734307-3AC0-4B14-8756-450604913961}"/>
          </ac:spMkLst>
        </pc:spChg>
      </pc:sldChg>
      <pc:sldChg chg="modSp mod">
        <pc:chgData name="Zigler (US), Bryan G" userId="8944104e-80fc-475b-9772-70c6024b5cad" providerId="ADAL" clId="{F00F1646-BF50-48C8-82F6-95D1221F8711}" dt="2025-11-14T14:08:46.894" v="18" actId="20577"/>
        <pc:sldMkLst>
          <pc:docMk/>
          <pc:sldMk cId="2670667597" sldId="267"/>
        </pc:sldMkLst>
        <pc:spChg chg="mod">
          <ac:chgData name="Zigler (US), Bryan G" userId="8944104e-80fc-475b-9772-70c6024b5cad" providerId="ADAL" clId="{F00F1646-BF50-48C8-82F6-95D1221F8711}" dt="2025-11-14T14:08:46.894" v="18" actId="20577"/>
          <ac:spMkLst>
            <pc:docMk/>
            <pc:sldMk cId="2670667597" sldId="267"/>
            <ac:spMk id="2" creationId="{642F69F0-52AA-B51B-8BCD-63D9D3B83333}"/>
          </ac:spMkLst>
        </pc:spChg>
      </pc:sldChg>
      <pc:sldChg chg="modSp mod">
        <pc:chgData name="Zigler (US), Bryan G" userId="8944104e-80fc-475b-9772-70c6024b5cad" providerId="ADAL" clId="{F00F1646-BF50-48C8-82F6-95D1221F8711}" dt="2025-11-14T15:21:25.697" v="1434" actId="20577"/>
        <pc:sldMkLst>
          <pc:docMk/>
          <pc:sldMk cId="368212694" sldId="277"/>
        </pc:sldMkLst>
        <pc:spChg chg="mod">
          <ac:chgData name="Zigler (US), Bryan G" userId="8944104e-80fc-475b-9772-70c6024b5cad" providerId="ADAL" clId="{F00F1646-BF50-48C8-82F6-95D1221F8711}" dt="2025-11-14T14:18:37.027" v="828" actId="20577"/>
          <ac:spMkLst>
            <pc:docMk/>
            <pc:sldMk cId="368212694" sldId="277"/>
            <ac:spMk id="2" creationId="{AC93ADD6-D21B-27C3-2168-52C1B5E65715}"/>
          </ac:spMkLst>
        </pc:spChg>
        <pc:spChg chg="mod">
          <ac:chgData name="Zigler (US), Bryan G" userId="8944104e-80fc-475b-9772-70c6024b5cad" providerId="ADAL" clId="{F00F1646-BF50-48C8-82F6-95D1221F8711}" dt="2025-11-14T15:21:25.697" v="1434" actId="20577"/>
          <ac:spMkLst>
            <pc:docMk/>
            <pc:sldMk cId="368212694" sldId="277"/>
            <ac:spMk id="4" creationId="{6E971BF6-06C2-4484-294A-00FF6A08ADA7}"/>
          </ac:spMkLst>
        </pc:spChg>
      </pc:sldChg>
      <pc:sldChg chg="modSp new mod">
        <pc:chgData name="Zigler (US), Bryan G" userId="8944104e-80fc-475b-9772-70c6024b5cad" providerId="ADAL" clId="{F00F1646-BF50-48C8-82F6-95D1221F8711}" dt="2025-11-14T14:58:55.004" v="1431" actId="33524"/>
        <pc:sldMkLst>
          <pc:docMk/>
          <pc:sldMk cId="2870983591" sldId="278"/>
        </pc:sldMkLst>
        <pc:spChg chg="mod">
          <ac:chgData name="Zigler (US), Bryan G" userId="8944104e-80fc-475b-9772-70c6024b5cad" providerId="ADAL" clId="{F00F1646-BF50-48C8-82F6-95D1221F8711}" dt="2025-11-14T14:10:12.164" v="55" actId="20577"/>
          <ac:spMkLst>
            <pc:docMk/>
            <pc:sldMk cId="2870983591" sldId="278"/>
            <ac:spMk id="2" creationId="{B7A92B9D-0222-9F6E-DD3F-E3CCB8A0C4BD}"/>
          </ac:spMkLst>
        </pc:spChg>
        <pc:spChg chg="mod">
          <ac:chgData name="Zigler (US), Bryan G" userId="8944104e-80fc-475b-9772-70c6024b5cad" providerId="ADAL" clId="{F00F1646-BF50-48C8-82F6-95D1221F8711}" dt="2025-11-14T14:58:55.004" v="1431" actId="33524"/>
          <ac:spMkLst>
            <pc:docMk/>
            <pc:sldMk cId="2870983591" sldId="278"/>
            <ac:spMk id="4" creationId="{A5E560A2-0D51-FB79-4445-C07AA5A1B26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A2CE438-3400-DAA8-F61D-0C629842B4D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34C033-7972-CB97-6556-C7439123B6D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87E9A4-D254-2C4E-8913-F2E1613A49A2}" type="datetimeFigureOut">
              <a:t>11/17/2025</a:t>
            </a:fld>
            <a:endParaRPr lang="en-A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CCB98A-C0BA-96E0-E35E-B7CDC16809F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241208-A0B5-89C3-F9F6-EDE82A2D7AA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7C9950-E758-6C49-AEF8-D704D84A4FF1}" type="slidenum">
              <a:t>‹#›</a:t>
            </a:fld>
            <a:endParaRPr lang="en-AR"/>
          </a:p>
        </p:txBody>
      </p:sp>
    </p:spTree>
    <p:extLst>
      <p:ext uri="{BB962C8B-B14F-4D97-AF65-F5344CB8AC3E}">
        <p14:creationId xmlns:p14="http://schemas.microsoft.com/office/powerpoint/2010/main" val="28844600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BoeingMeso-Regular" panose="02000503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BoeingMeso-Regular" panose="02000503000000000000" pitchFamily="2" charset="0"/>
              </a:defRPr>
            </a:lvl1pPr>
          </a:lstStyle>
          <a:p>
            <a:fld id="{24F04914-EAB2-574E-9911-020CA276D552}" type="datetimeFigureOut">
              <a:rPr lang="en-US" smtClean="0"/>
              <a:pPr/>
              <a:t>11/17/2025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BoeingMeso-Regular" panose="02000503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BoeingMeso-Regular" panose="02000503000000000000" pitchFamily="2" charset="0"/>
              </a:defRPr>
            </a:lvl1pPr>
          </a:lstStyle>
          <a:p>
            <a:fld id="{60F7907F-FB33-8441-AC15-D42CE99AF4F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665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BoeingMeso-Regular" panose="02000503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BoeingMeso-Regular" panose="02000503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BoeingMeso-Regular" panose="02000503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BoeingMeso-Regular" panose="02000503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BoeingMeso-Regular" panose="02000503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8.jpe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1_Title with ASC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176EAB50-9B72-47AC-395E-B0B0841FD8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154011" y="374577"/>
            <a:ext cx="2294022" cy="4363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D68E46-6B84-C8AD-47E2-296D01107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7930" y="3221422"/>
            <a:ext cx="10972800" cy="70173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lang="en-US" sz="4400" b="1" kern="1200" spc="0" smtClean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presentation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346B35-AD7E-F39E-E5CB-352EF59B9E84}"/>
              </a:ext>
            </a:extLst>
          </p:cNvPr>
          <p:cNvSpPr txBox="1"/>
          <p:nvPr userDrawn="1"/>
        </p:nvSpPr>
        <p:spPr>
          <a:xfrm>
            <a:off x="657930" y="2763310"/>
            <a:ext cx="977984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 Digital Technology </a:t>
            </a:r>
            <a:r>
              <a:rPr lang="en-US" sz="20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Security</a:t>
            </a:r>
            <a:endParaRPr lang="en-US" sz="36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E8CEAAE-8A38-9729-40B3-F1D039725A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7930" y="4682885"/>
            <a:ext cx="1097280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000" b="0" cap="small" spc="3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INSERT DATE HERE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6B047B-F9E9-00A9-0A24-D3D2B6136A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81736"/>
            <a:ext cx="411480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BOEING PROPRIETARY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0737D5-4F20-4411-5F01-E398C9CE2DC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930" y="391440"/>
            <a:ext cx="1231111" cy="30777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5140B36-DDE9-2A41-C2CB-D45CBC5B9B2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6700" y="6436716"/>
            <a:ext cx="565312" cy="1541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43F68D9-DC64-E54E-8C7D-6504CE381E1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11" y="6508406"/>
            <a:ext cx="1958498" cy="92583"/>
          </a:xfrm>
          <a:prstGeom prst="rect">
            <a:avLst/>
          </a:prstGeom>
        </p:spPr>
      </p:pic>
      <p:sp>
        <p:nvSpPr>
          <p:cNvPr id="13" name="Rectangle 5">
            <a:extLst>
              <a:ext uri="{FF2B5EF4-FFF2-40B4-BE49-F238E27FC236}">
                <a16:creationId xmlns:a16="http://schemas.microsoft.com/office/drawing/2014/main" id="{269DB66F-C07F-B6D0-9C8A-56F0DB0C6E1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66700" y="6641505"/>
            <a:ext cx="2753783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ctr" anchorCtr="0">
            <a:spAutoFit/>
          </a:bodyPr>
          <a:lstStyle/>
          <a:p>
            <a:pPr defTabSz="820738" eaLnBrk="0" hangingPunct="0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Copyright © 2025</a:t>
            </a:r>
            <a:r>
              <a:rPr lang="en-US" sz="800" baseline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Boeing.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9498783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16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without ASC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60CE52E-F7F4-69E3-F959-ACCF57F65C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930" y="391440"/>
            <a:ext cx="1231111" cy="3077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D68E46-6B84-C8AD-47E2-296D01107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7930" y="3221422"/>
            <a:ext cx="10972800" cy="70173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lang="en-US" sz="4400" b="1" kern="1200" spc="0" smtClean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presentation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346B35-AD7E-F39E-E5CB-352EF59B9E84}"/>
              </a:ext>
            </a:extLst>
          </p:cNvPr>
          <p:cNvSpPr txBox="1"/>
          <p:nvPr userDrawn="1"/>
        </p:nvSpPr>
        <p:spPr>
          <a:xfrm>
            <a:off x="657930" y="2763310"/>
            <a:ext cx="977984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 Digital Technology </a:t>
            </a:r>
            <a:r>
              <a:rPr lang="en-US" sz="20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Security</a:t>
            </a:r>
            <a:endParaRPr lang="en-US" sz="36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6B047B-F9E9-00A9-0A24-D3D2B6136A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81736"/>
            <a:ext cx="411480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BOEING PROPRIETARY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2993CBE3-06E6-3F75-593D-56A5060533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7930" y="4682885"/>
            <a:ext cx="1097280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000" b="0" cap="small" spc="3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INSERT DATE HERE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85462DD-0059-7116-37B9-128B56A5E4E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6700" y="6436716"/>
            <a:ext cx="565312" cy="1541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7FE06D0-9E3D-FCCA-6319-DCE025347A6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11" y="6508406"/>
            <a:ext cx="1958498" cy="92583"/>
          </a:xfrm>
          <a:prstGeom prst="rect">
            <a:avLst/>
          </a:prstGeom>
        </p:spPr>
      </p:pic>
      <p:sp>
        <p:nvSpPr>
          <p:cNvPr id="11" name="Rectangle 5">
            <a:extLst>
              <a:ext uri="{FF2B5EF4-FFF2-40B4-BE49-F238E27FC236}">
                <a16:creationId xmlns:a16="http://schemas.microsoft.com/office/drawing/2014/main" id="{9B49FDAD-30C5-214A-41EC-0A2BB695666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66700" y="6641505"/>
            <a:ext cx="2753783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ctr" anchorCtr="0">
            <a:spAutoFit/>
          </a:bodyPr>
          <a:lstStyle/>
          <a:p>
            <a:pPr defTabSz="820738" eaLnBrk="0" hangingPunct="0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Copyright © 2025</a:t>
            </a:r>
            <a:r>
              <a:rPr lang="en-US" sz="800" baseline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Boeing.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1907929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SC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D4EBCBA-85F9-2534-C42F-537D1455AD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" y="0"/>
            <a:ext cx="12191225" cy="10540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D0FB8EF-FC92-A0DC-B3F1-89E96B65422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99680" y="1086254"/>
            <a:ext cx="10791877" cy="5388857"/>
          </a:xfrm>
          <a:prstGeom prst="rect">
            <a:avLst/>
          </a:prstGeom>
        </p:spPr>
      </p:pic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34E0A792-7FB8-E4DE-F3BC-4E798475E3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5549" y="6581736"/>
            <a:ext cx="576287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7EA6530-EBF8-4A13-ADE2-C3D8F0DCD81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4932E1-D0BA-9445-8AD7-C9649B4F53A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707" b="-4754"/>
          <a:stretch>
            <a:fillRect/>
          </a:stretch>
        </p:blipFill>
        <p:spPr>
          <a:xfrm>
            <a:off x="386107" y="730909"/>
            <a:ext cx="3175107" cy="391165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9A94F337-F459-77E4-9592-F95D5AA397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81736"/>
            <a:ext cx="411480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BOEING PROPRIETARY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EC41F93-B5EB-59F5-5F99-4897D06AA76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6700" y="6436716"/>
            <a:ext cx="565312" cy="15417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416F192-2289-C706-D969-758A1DF9D34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11" y="6508406"/>
            <a:ext cx="1958498" cy="92583"/>
          </a:xfrm>
          <a:prstGeom prst="rect">
            <a:avLst/>
          </a:prstGeom>
        </p:spPr>
      </p:pic>
      <p:sp>
        <p:nvSpPr>
          <p:cNvPr id="13" name="Rectangle 5">
            <a:extLst>
              <a:ext uri="{FF2B5EF4-FFF2-40B4-BE49-F238E27FC236}">
                <a16:creationId xmlns:a16="http://schemas.microsoft.com/office/drawing/2014/main" id="{23DF9AB4-062F-5F2B-39BF-1E6D32155B2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66700" y="6641505"/>
            <a:ext cx="2753783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ctr" anchorCtr="0">
            <a:spAutoFit/>
          </a:bodyPr>
          <a:lstStyle/>
          <a:p>
            <a:pPr defTabSz="820738" eaLnBrk="0" hangingPunct="0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Copyright © 2025</a:t>
            </a:r>
            <a:r>
              <a:rPr lang="en-US" sz="800" baseline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Boeing.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7768037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F19F94E-FF2F-FCAD-721B-11420F4088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67" y="391439"/>
            <a:ext cx="1745443" cy="436361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4B48239-0165-8BB5-FE7D-B636D02D91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7932" y="3221422"/>
            <a:ext cx="10972800" cy="70173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lang="en-US" sz="4400" b="1" kern="1200" spc="0" smtClean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a section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53DABB-1CA5-1193-F96C-9CF3179DE5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154011" y="374577"/>
            <a:ext cx="2294022" cy="436362"/>
          </a:xfrm>
          <a:prstGeom prst="rect">
            <a:avLst/>
          </a:prstGeom>
        </p:spPr>
      </p:pic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89CC24EE-F2D6-5A32-5F99-B5A4CE9F99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81736"/>
            <a:ext cx="411480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BOEING PROPRIETARY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77B928-9B75-815A-D3AE-69A3DBD5506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6700" y="6436716"/>
            <a:ext cx="565312" cy="1541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685E899-1C68-06D6-0E04-AADBFE1FA0B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11" y="6508406"/>
            <a:ext cx="1958498" cy="92583"/>
          </a:xfrm>
          <a:prstGeom prst="rect">
            <a:avLst/>
          </a:prstGeom>
        </p:spPr>
      </p:pic>
      <p:sp>
        <p:nvSpPr>
          <p:cNvPr id="12" name="Rectangle 5">
            <a:extLst>
              <a:ext uri="{FF2B5EF4-FFF2-40B4-BE49-F238E27FC236}">
                <a16:creationId xmlns:a16="http://schemas.microsoft.com/office/drawing/2014/main" id="{4821ACE3-1E59-D069-9D85-EC281C44CC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66700" y="6641505"/>
            <a:ext cx="2753783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ctr" anchorCtr="0">
            <a:spAutoFit/>
          </a:bodyPr>
          <a:lstStyle/>
          <a:p>
            <a:pPr defTabSz="820738" eaLnBrk="0" hangingPunct="0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Copyright © 2025</a:t>
            </a:r>
            <a:r>
              <a:rPr lang="en-US" sz="800" baseline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Boeing. All rights reserved.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B2AE88E5-1242-C3A3-EB4A-27856E3BE3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5549" y="6581736"/>
            <a:ext cx="576287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7EA6530-EBF8-4A13-ADE2-C3D8F0DCD81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625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BD3BA0-CEA7-B2E0-C69F-FDEC44048E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" y="0"/>
            <a:ext cx="12191225" cy="10540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8590B5-F48A-F831-2FF8-055BBEE841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0637" y="163144"/>
            <a:ext cx="1261200" cy="21972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5C3CCB12-B5F9-F6FF-FF27-F03435DF3E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839" y="593041"/>
            <a:ext cx="11247120" cy="48013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lang="en-US" sz="2800" b="1" kern="1200" spc="0" smtClean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4261CAE6-A96B-0023-3175-67EEA5A8C5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81736"/>
            <a:ext cx="411480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BOEING PROPRIETARY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30D2EBD-3D88-DF5B-D1C8-34B09632705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6700" y="6436716"/>
            <a:ext cx="565312" cy="15417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BFEAEAC-9CE2-ADAF-270A-F0718DEA03C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11" y="6508406"/>
            <a:ext cx="1958498" cy="92583"/>
          </a:xfrm>
          <a:prstGeom prst="rect">
            <a:avLst/>
          </a:prstGeom>
        </p:spPr>
      </p:pic>
      <p:sp>
        <p:nvSpPr>
          <p:cNvPr id="15" name="Rectangle 5">
            <a:extLst>
              <a:ext uri="{FF2B5EF4-FFF2-40B4-BE49-F238E27FC236}">
                <a16:creationId xmlns:a16="http://schemas.microsoft.com/office/drawing/2014/main" id="{E5302786-3C8E-708F-5232-E9677B3FFC2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66700" y="6641505"/>
            <a:ext cx="2753783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ctr" anchorCtr="0">
            <a:spAutoFit/>
          </a:bodyPr>
          <a:lstStyle/>
          <a:p>
            <a:pPr defTabSz="820738" eaLnBrk="0" hangingPunct="0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Copyright © 2025</a:t>
            </a:r>
            <a:r>
              <a:rPr lang="en-US" sz="800" baseline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Boeing. All rights reserved.</a:t>
            </a:r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18069DE7-4B0B-8CA7-7CDC-41F07B6471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5549" y="6581736"/>
            <a:ext cx="576287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7EA6530-EBF8-4A13-ADE2-C3D8F0DCD81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2171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BD3BA0-CEA7-B2E0-C69F-FDEC44048E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" y="0"/>
            <a:ext cx="12191225" cy="10540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8590B5-F48A-F831-2FF8-055BBEE841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0637" y="163144"/>
            <a:ext cx="1261200" cy="21972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5C3CCB12-B5F9-F6FF-FF27-F03435DF3E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839" y="593041"/>
            <a:ext cx="11247120" cy="48013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lang="en-US" sz="2800" b="1" kern="1200" spc="0" smtClean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51418C5-0D78-75A4-379F-896811C525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5836" y="1155917"/>
            <a:ext cx="11247120" cy="2215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/>
            <a:r>
              <a:rPr lang="en-US" dirty="0"/>
              <a:t>Click to edit Master text styles</a:t>
            </a:r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3A20C1F5-0E3B-B2D3-2DAE-FA19F3AF4C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81736"/>
            <a:ext cx="411480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BOEING PROPRIETARY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5D7C00E-8621-F2B8-7A40-F3142477A50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6700" y="6436716"/>
            <a:ext cx="565312" cy="1541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CFFE488-5BEC-12EB-2580-5F091A1AC35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11" y="6508406"/>
            <a:ext cx="1958498" cy="92583"/>
          </a:xfrm>
          <a:prstGeom prst="rect">
            <a:avLst/>
          </a:prstGeom>
        </p:spPr>
      </p:pic>
      <p:sp>
        <p:nvSpPr>
          <p:cNvPr id="13" name="Rectangle 5">
            <a:extLst>
              <a:ext uri="{FF2B5EF4-FFF2-40B4-BE49-F238E27FC236}">
                <a16:creationId xmlns:a16="http://schemas.microsoft.com/office/drawing/2014/main" id="{387181EE-4B6A-8FED-4753-BA92C1913C9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66700" y="6641505"/>
            <a:ext cx="2753783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ctr" anchorCtr="0">
            <a:spAutoFit/>
          </a:bodyPr>
          <a:lstStyle/>
          <a:p>
            <a:pPr defTabSz="820738" eaLnBrk="0" hangingPunct="0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Copyright © 2025</a:t>
            </a:r>
            <a:r>
              <a:rPr lang="en-US" sz="800" baseline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Boeing. All rights reserved.</a:t>
            </a:r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C3203031-CEA9-64C7-D322-4062B37E99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5549" y="6581736"/>
            <a:ext cx="576287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7EA6530-EBF8-4A13-ADE2-C3D8F0DCD81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682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5C3CCB12-B5F9-F6FF-FF27-F03435DF3E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836" y="593041"/>
            <a:ext cx="11247120" cy="480131"/>
          </a:xfrm>
          <a:prstGeom prst="rect">
            <a:avLst/>
          </a:prstGeom>
        </p:spPr>
        <p:txBody>
          <a:bodyPr lIns="0">
            <a:spAutoFit/>
          </a:bodyPr>
          <a:lstStyle>
            <a:lvl1pPr marL="60325" indent="0">
              <a:defRPr lang="en-US" sz="2800" b="1" kern="1200" spc="0" smtClean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2DC20FF-6D8B-5DBD-6E4F-06C79F59E2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81736"/>
            <a:ext cx="411480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BOEING PROPRIETARY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09453A-25FD-1B95-3894-18CCD56A71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6700" y="6436716"/>
            <a:ext cx="565312" cy="1541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C189255-4373-D7FD-B9E8-F2DDB23A7B5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11" y="6508406"/>
            <a:ext cx="1958498" cy="92583"/>
          </a:xfrm>
          <a:prstGeom prst="rect">
            <a:avLst/>
          </a:prstGeom>
        </p:spPr>
      </p:pic>
      <p:sp>
        <p:nvSpPr>
          <p:cNvPr id="5" name="Rectangle 5">
            <a:extLst>
              <a:ext uri="{FF2B5EF4-FFF2-40B4-BE49-F238E27FC236}">
                <a16:creationId xmlns:a16="http://schemas.microsoft.com/office/drawing/2014/main" id="{C21FDE02-3AC6-E374-9FC3-68077A3894A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66700" y="6641505"/>
            <a:ext cx="2753783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ctr" anchorCtr="0">
            <a:spAutoFit/>
          </a:bodyPr>
          <a:lstStyle/>
          <a:p>
            <a:pPr defTabSz="820738" eaLnBrk="0" hangingPunct="0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Copyright © 2025</a:t>
            </a:r>
            <a:r>
              <a:rPr lang="en-US" sz="800" baseline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Boeing. All rights reserved.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74C3A10F-D094-4632-40AD-39FBDBAB6E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5549" y="6581736"/>
            <a:ext cx="576287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7EA6530-EBF8-4A13-ADE2-C3D8F0DCD81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13">
            <a:extLst>
              <a:ext uri="{FF2B5EF4-FFF2-40B4-BE49-F238E27FC236}">
                <a16:creationId xmlns:a16="http://schemas.microsoft.com/office/drawing/2014/main" id="{C7B18988-4215-A2F4-2C9F-8717F5EC186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05836" y="1596455"/>
            <a:ext cx="11246543" cy="4521766"/>
          </a:xfrm>
          <a:prstGeom prst="rect">
            <a:avLst/>
          </a:prstGeom>
        </p:spPr>
        <p:txBody>
          <a:bodyPr lIns="0" rIns="0"/>
          <a:lstStyle>
            <a:lvl1pPr marL="60325" indent="0">
              <a:spcBef>
                <a:spcPts val="600"/>
              </a:spcBef>
              <a:buNone/>
              <a:defRPr lang="en-US" sz="16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-228600">
              <a:spcBef>
                <a:spcPts val="600"/>
              </a:spcBef>
              <a:buFont typeface="Wingdings" panose="05000000000000000000" pitchFamily="2" charset="2"/>
              <a:buChar char="§"/>
              <a:defRPr lang="en-US" sz="14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04863" indent="-228600">
              <a:spcBef>
                <a:spcPts val="600"/>
              </a:spcBef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62063" indent="-228600">
              <a:spcBef>
                <a:spcPts val="600"/>
              </a:spcBef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719263" indent="-228600">
              <a:spcBef>
                <a:spcPts val="600"/>
              </a:spcBef>
              <a:tabLst/>
              <a:defRPr lang="en-US" sz="12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92601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BD3BA0-CEA7-B2E0-C69F-FDEC44048E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" y="0"/>
            <a:ext cx="12191225" cy="10540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8590B5-F48A-F831-2FF8-055BBEE841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0637" y="163144"/>
            <a:ext cx="1261200" cy="21972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5C3CCB12-B5F9-F6FF-FF27-F03435DF3E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836" y="593041"/>
            <a:ext cx="11247120" cy="480131"/>
          </a:xfrm>
          <a:prstGeom prst="rect">
            <a:avLst/>
          </a:prstGeom>
        </p:spPr>
        <p:txBody>
          <a:bodyPr lIns="0">
            <a:spAutoFit/>
          </a:bodyPr>
          <a:lstStyle>
            <a:lvl1pPr marL="60325" indent="0">
              <a:defRPr lang="en-US" sz="2800" b="1" kern="1200" spc="0" smtClean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51418C5-0D78-75A4-379F-896811C525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5836" y="1155917"/>
            <a:ext cx="11247120" cy="2215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60325">
              <a:buNone/>
              <a:def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/>
            <a:r>
              <a:rPr lang="en-US" dirty="0"/>
              <a:t>Click to edit Master text styles</a:t>
            </a:r>
          </a:p>
        </p:txBody>
      </p:sp>
      <p:sp>
        <p:nvSpPr>
          <p:cNvPr id="16" name="Content Placeholder 13">
            <a:extLst>
              <a:ext uri="{FF2B5EF4-FFF2-40B4-BE49-F238E27FC236}">
                <a16:creationId xmlns:a16="http://schemas.microsoft.com/office/drawing/2014/main" id="{FB92AC71-2340-39DD-9852-72798B91CF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05836" y="1594130"/>
            <a:ext cx="11246543" cy="4521766"/>
          </a:xfrm>
          <a:prstGeom prst="rect">
            <a:avLst/>
          </a:prstGeom>
        </p:spPr>
        <p:txBody>
          <a:bodyPr lIns="0" rIns="0"/>
          <a:lstStyle>
            <a:lvl1pPr marL="60325" indent="0">
              <a:spcBef>
                <a:spcPts val="600"/>
              </a:spcBef>
              <a:buNone/>
              <a:defRPr lang="en-US" sz="16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-228600">
              <a:spcBef>
                <a:spcPts val="600"/>
              </a:spcBef>
              <a:buFont typeface="Wingdings" panose="05000000000000000000" pitchFamily="2" charset="2"/>
              <a:buChar char="§"/>
              <a:defRPr lang="en-US" sz="14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04863" indent="-228600">
              <a:spcBef>
                <a:spcPts val="600"/>
              </a:spcBef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62063" indent="-228600">
              <a:spcBef>
                <a:spcPts val="600"/>
              </a:spcBef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719263" indent="-228600">
              <a:spcBef>
                <a:spcPts val="600"/>
              </a:spcBef>
              <a:tabLst/>
              <a:defRPr lang="en-US" sz="12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885BDB7A-B8C0-1021-C420-80FA7EDF07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81736"/>
            <a:ext cx="411480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BOEING PROPRIETARY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F2D3632-33AB-E8B7-DE99-7CAC49C8889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6700" y="6436716"/>
            <a:ext cx="565312" cy="1541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5C0ABAE-F1FD-EC32-9060-643AB07C891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11" y="6508406"/>
            <a:ext cx="1958498" cy="92583"/>
          </a:xfrm>
          <a:prstGeom prst="rect">
            <a:avLst/>
          </a:prstGeom>
        </p:spPr>
      </p:pic>
      <p:sp>
        <p:nvSpPr>
          <p:cNvPr id="13" name="Rectangle 5">
            <a:extLst>
              <a:ext uri="{FF2B5EF4-FFF2-40B4-BE49-F238E27FC236}">
                <a16:creationId xmlns:a16="http://schemas.microsoft.com/office/drawing/2014/main" id="{745B1A76-ACCA-FB28-4C8F-77F26B6B554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66700" y="6641505"/>
            <a:ext cx="2753783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ctr" anchorCtr="0">
            <a:spAutoFit/>
          </a:bodyPr>
          <a:lstStyle/>
          <a:p>
            <a:pPr defTabSz="820738" eaLnBrk="0" hangingPunct="0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Copyright © 2025</a:t>
            </a:r>
            <a:r>
              <a:rPr lang="en-US" sz="800" baseline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Boeing. All rights reserved.</a:t>
            </a:r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A69983AF-7DB4-04DE-B0C9-83356890C3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5549" y="6581736"/>
            <a:ext cx="576287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7EA6530-EBF8-4A13-ADE2-C3D8F0DCD81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1414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-by-Si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BD3BA0-CEA7-B2E0-C69F-FDEC44048E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" y="0"/>
            <a:ext cx="12191225" cy="10540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8590B5-F48A-F831-2FF8-055BBEE841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0637" y="163144"/>
            <a:ext cx="1261200" cy="21972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5C3CCB12-B5F9-F6FF-FF27-F03435DF3E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836" y="593041"/>
            <a:ext cx="11247120" cy="48013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lang="en-US" sz="2800" b="1" kern="1200" spc="0" smtClean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51418C5-0D78-75A4-379F-896811C525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5836" y="1155917"/>
            <a:ext cx="11247120" cy="2215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/>
            <a:r>
              <a:rPr lang="en-US" dirty="0"/>
              <a:t>Click to edit Master text styles</a:t>
            </a:r>
          </a:p>
        </p:txBody>
      </p:sp>
      <p:sp>
        <p:nvSpPr>
          <p:cNvPr id="16" name="Content Placeholder 13">
            <a:extLst>
              <a:ext uri="{FF2B5EF4-FFF2-40B4-BE49-F238E27FC236}">
                <a16:creationId xmlns:a16="http://schemas.microsoft.com/office/drawing/2014/main" id="{FB92AC71-2340-39DD-9852-72798B91CF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05837" y="1591467"/>
            <a:ext cx="5486400" cy="4521766"/>
          </a:xfrm>
          <a:prstGeom prst="rect">
            <a:avLst/>
          </a:prstGeom>
        </p:spPr>
        <p:txBody>
          <a:bodyPr lIns="0" rIns="0"/>
          <a:lstStyle>
            <a:lvl1pPr marL="0" indent="0">
              <a:spcBef>
                <a:spcPts val="600"/>
              </a:spcBef>
              <a:buNone/>
              <a:defRPr lang="en-US" sz="16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-228600">
              <a:spcBef>
                <a:spcPts val="600"/>
              </a:spcBef>
              <a:buFont typeface="Wingdings" panose="05000000000000000000" pitchFamily="2" charset="2"/>
              <a:buChar char="§"/>
              <a:defRPr lang="en-US" sz="14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04863" indent="-228600">
              <a:spcBef>
                <a:spcPts val="600"/>
              </a:spcBef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62063" indent="-228600">
              <a:spcBef>
                <a:spcPts val="600"/>
              </a:spcBef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719263" indent="-228600">
              <a:spcBef>
                <a:spcPts val="600"/>
              </a:spcBef>
              <a:tabLst/>
              <a:defRPr lang="en-US" sz="12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47F75A1B-A4BF-109F-77FF-377303C6D7A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66556" y="1591467"/>
            <a:ext cx="5486400" cy="4521766"/>
          </a:xfrm>
          <a:prstGeom prst="rect">
            <a:avLst/>
          </a:prstGeom>
        </p:spPr>
        <p:txBody>
          <a:bodyPr lIns="0" rIns="0"/>
          <a:lstStyle>
            <a:lvl1pPr marL="0" indent="0">
              <a:spcBef>
                <a:spcPts val="600"/>
              </a:spcBef>
              <a:buNone/>
              <a:defRPr lang="en-US" sz="16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-228600">
              <a:spcBef>
                <a:spcPts val="600"/>
              </a:spcBef>
              <a:buFont typeface="Wingdings" panose="05000000000000000000" pitchFamily="2" charset="2"/>
              <a:buChar char="§"/>
              <a:defRPr lang="en-US" sz="14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04863" indent="-228600">
              <a:spcBef>
                <a:spcPts val="600"/>
              </a:spcBef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62063" indent="-228600">
              <a:spcBef>
                <a:spcPts val="600"/>
              </a:spcBef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719263" indent="-228600">
              <a:spcBef>
                <a:spcPts val="600"/>
              </a:spcBef>
              <a:tabLst/>
              <a:defRPr lang="en-US" sz="12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5C8E5F02-51A3-0DBA-D874-9E46B59716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81736"/>
            <a:ext cx="411480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BOEING PROPRIETARY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8273E1-0AD9-22D1-7FAC-CCC119160E2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6700" y="6436716"/>
            <a:ext cx="565312" cy="1541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EE2330C-5EC3-8D53-3CFB-964E26C1F31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11" y="6508406"/>
            <a:ext cx="1958498" cy="92583"/>
          </a:xfrm>
          <a:prstGeom prst="rect">
            <a:avLst/>
          </a:prstGeom>
        </p:spPr>
      </p:pic>
      <p:sp>
        <p:nvSpPr>
          <p:cNvPr id="13" name="Rectangle 5">
            <a:extLst>
              <a:ext uri="{FF2B5EF4-FFF2-40B4-BE49-F238E27FC236}">
                <a16:creationId xmlns:a16="http://schemas.microsoft.com/office/drawing/2014/main" id="{F55A29FB-FF79-F0A3-8B65-DF830076223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66700" y="6641505"/>
            <a:ext cx="2753783" cy="1231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ctr" anchorCtr="0">
            <a:spAutoFit/>
          </a:bodyPr>
          <a:lstStyle/>
          <a:p>
            <a:pPr defTabSz="820738" eaLnBrk="0" hangingPunct="0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Copyright © 2025</a:t>
            </a:r>
            <a:r>
              <a:rPr lang="en-US" sz="800" baseline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Boeing. All rights reserved.</a:t>
            </a:r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13CA3561-83C2-A6C7-F242-215A8F9968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5549" y="6581736"/>
            <a:ext cx="576287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7EA6530-EBF8-4A13-ADE2-C3D8F0DCD81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0057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Boeing logo">
            <a:extLst>
              <a:ext uri="{FF2B5EF4-FFF2-40B4-BE49-F238E27FC236}">
                <a16:creationId xmlns:a16="http://schemas.microsoft.com/office/drawing/2014/main" id="{A2175A03-6C3A-420E-7725-B1904E3FA9D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25355" y="2951526"/>
            <a:ext cx="3516745" cy="80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551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0E8D6DA-7E9F-6067-BF8C-83B379F1783F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" y="0"/>
            <a:ext cx="12191225" cy="10540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C965C10-0FFF-8B58-128F-15DC919A46FD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0637" y="163144"/>
            <a:ext cx="1261200" cy="219721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97F470-1308-FDD7-A596-92A2DFFFE4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5549" y="6507332"/>
            <a:ext cx="576287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EA6530-EBF8-4A13-ADE2-C3D8F0DCD81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E7D39E7E-CD03-514C-4564-FD7BF90889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81736"/>
            <a:ext cx="411480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BOEING PROPRIETARY</a:t>
            </a:r>
          </a:p>
        </p:txBody>
      </p:sp>
    </p:spTree>
    <p:extLst>
      <p:ext uri="{BB962C8B-B14F-4D97-AF65-F5344CB8AC3E}">
        <p14:creationId xmlns:p14="http://schemas.microsoft.com/office/powerpoint/2010/main" val="2451748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5" r:id="rId2"/>
    <p:sldLayoutId id="2147483693" r:id="rId3"/>
    <p:sldLayoutId id="2147483659" r:id="rId4"/>
    <p:sldLayoutId id="2147483687" r:id="rId5"/>
    <p:sldLayoutId id="2147483689" r:id="rId6"/>
    <p:sldLayoutId id="2147483690" r:id="rId7"/>
    <p:sldLayoutId id="2147483694" r:id="rId8"/>
    <p:sldLayoutId id="2147483692" r:id="rId9"/>
    <p:sldLayoutId id="2147483655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BoeingMeso-Regular" panose="02000503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BoeingMeso-Regular" panose="02000503000000000000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BoeingMeso-Regular" panose="02000503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BoeingMeso-Regular" panose="02000503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BoeingMeso-Regular" panose="02000503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BoeingMeso-Regular" panose="02000503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F69F0-52AA-B51B-8BCD-63D9D3B83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GSEP AI </a:t>
            </a:r>
            <a:r>
              <a:rPr lang="en-US" dirty="0" err="1"/>
              <a:t>EcoSystem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EA6814-B32D-89AD-046E-BCFD488E4E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10/22/2025</a:t>
            </a:r>
          </a:p>
        </p:txBody>
      </p:sp>
    </p:spTree>
    <p:extLst>
      <p:ext uri="{BB962C8B-B14F-4D97-AF65-F5344CB8AC3E}">
        <p14:creationId xmlns:p14="http://schemas.microsoft.com/office/powerpoint/2010/main" val="2670667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92B9D-0222-9F6E-DD3F-E3CCB8A0C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ServiceNow AI Context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4E6A53-F0CF-4938-007D-2D3EFA7C50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EA6530-EBF8-4A13-ADE2-C3D8F0DCD81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E560A2-0D51-FB79-4445-C07AA5A1B268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ServiceNow must be able to work in an AI </a:t>
            </a:r>
            <a:r>
              <a:rPr lang="en-US" dirty="0" err="1"/>
              <a:t>EcoSystem</a:t>
            </a:r>
            <a:endParaRPr lang="en-US" dirty="0"/>
          </a:p>
          <a:p>
            <a:r>
              <a:rPr lang="en-US" dirty="0"/>
              <a:t>AI Transactional costs must be considered and optimized</a:t>
            </a:r>
          </a:p>
          <a:p>
            <a:endParaRPr lang="en-US" dirty="0"/>
          </a:p>
          <a:p>
            <a:r>
              <a:rPr lang="en-US" dirty="0"/>
              <a:t>Want to minimize duplication of business process logic outside ServiceNow</a:t>
            </a:r>
          </a:p>
          <a:p>
            <a:r>
              <a:rPr lang="en-US" dirty="0"/>
              <a:t>Want to minimize duplication or possible violation of access controls</a:t>
            </a:r>
          </a:p>
          <a:p>
            <a:endParaRPr lang="en-US" dirty="0"/>
          </a:p>
          <a:p>
            <a:r>
              <a:rPr lang="en-US" dirty="0"/>
              <a:t>Want to provide parity across user interfaces with respect to what can be done and the responses</a:t>
            </a:r>
          </a:p>
          <a:p>
            <a:endParaRPr lang="en-US" dirty="0"/>
          </a:p>
          <a:p>
            <a:r>
              <a:rPr lang="en-US" dirty="0"/>
              <a:t>Transactions should run as the human user that is evoking the action to ensure native access controls are respected and the necessary audit trail is preserved.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983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152CE-9D4A-5329-78A3-A67C142A9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79C5C-9F96-C9BB-D08D-3696C3946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Ask Boeing and GSEP Integration Architecture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388C57-EB43-2AC2-1E82-EBF47E2FF6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7F404D-1EDB-41F2-BEF2-711952B6D56F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B61D90-5D14-9A7F-4623-792063925C14}"/>
              </a:ext>
            </a:extLst>
          </p:cNvPr>
          <p:cNvSpPr/>
          <p:nvPr/>
        </p:nvSpPr>
        <p:spPr>
          <a:xfrm>
            <a:off x="7178424" y="3475763"/>
            <a:ext cx="852055" cy="3740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Ask Boeing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FDC89A-DE75-B322-E3B8-F464334AD4C5}"/>
              </a:ext>
            </a:extLst>
          </p:cNvPr>
          <p:cNvSpPr/>
          <p:nvPr/>
        </p:nvSpPr>
        <p:spPr>
          <a:xfrm>
            <a:off x="5780790" y="1630208"/>
            <a:ext cx="3496636" cy="4273572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600" b="1" dirty="0"/>
              <a:t>Ask Boeing (Moveworks)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75C2A0-DB24-5614-8D5A-FF80DB2F1BC3}"/>
              </a:ext>
            </a:extLst>
          </p:cNvPr>
          <p:cNvSpPr/>
          <p:nvPr/>
        </p:nvSpPr>
        <p:spPr>
          <a:xfrm>
            <a:off x="4254019" y="4092359"/>
            <a:ext cx="852055" cy="37407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SN Virtual Agent API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A3A5B6-7409-DA06-8F0E-DEEDC8F69678}"/>
              </a:ext>
            </a:extLst>
          </p:cNvPr>
          <p:cNvSpPr/>
          <p:nvPr/>
        </p:nvSpPr>
        <p:spPr>
          <a:xfrm>
            <a:off x="230360" y="1630208"/>
            <a:ext cx="5184704" cy="4273573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600" b="1" dirty="0"/>
              <a:t>ServiceNow</a:t>
            </a:r>
            <a:endParaRPr lang="en-US" sz="1200" b="1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3504DE5-5A69-664B-8505-62E093ABCB24}"/>
              </a:ext>
            </a:extLst>
          </p:cNvPr>
          <p:cNvSpPr/>
          <p:nvPr/>
        </p:nvSpPr>
        <p:spPr>
          <a:xfrm>
            <a:off x="848304" y="2029257"/>
            <a:ext cx="1095171" cy="37407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AI Search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90233A1-1D9F-0193-F62F-CA43B3747907}"/>
              </a:ext>
            </a:extLst>
          </p:cNvPr>
          <p:cNvSpPr/>
          <p:nvPr/>
        </p:nvSpPr>
        <p:spPr>
          <a:xfrm>
            <a:off x="864178" y="2937744"/>
            <a:ext cx="1095171" cy="37407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ITSM Now Assist Skills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6058CDF-5D2B-818F-CCB9-4031E859B0D5}"/>
              </a:ext>
            </a:extLst>
          </p:cNvPr>
          <p:cNvSpPr/>
          <p:nvPr/>
        </p:nvSpPr>
        <p:spPr>
          <a:xfrm>
            <a:off x="864178" y="3413959"/>
            <a:ext cx="1095171" cy="37407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CMDB Now Assist Skills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37392A0-53C5-87B6-44C3-C749308AC1A7}"/>
              </a:ext>
            </a:extLst>
          </p:cNvPr>
          <p:cNvSpPr/>
          <p:nvPr/>
        </p:nvSpPr>
        <p:spPr>
          <a:xfrm>
            <a:off x="6911724" y="2259201"/>
            <a:ext cx="1371600" cy="3657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Moveworks indexed Data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01AA07F-E675-106E-C10F-EA7AE57AB9ED}"/>
              </a:ext>
            </a:extLst>
          </p:cNvPr>
          <p:cNvSpPr/>
          <p:nvPr/>
        </p:nvSpPr>
        <p:spPr>
          <a:xfrm>
            <a:off x="6918651" y="4092358"/>
            <a:ext cx="1371600" cy="36576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Agent Integration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ECDE672-A0E9-C231-E8A6-3EF9DA75F541}"/>
              </a:ext>
            </a:extLst>
          </p:cNvPr>
          <p:cNvCxnSpPr>
            <a:cxnSpLocks/>
            <a:stCxn id="27" idx="1"/>
            <a:endCxn id="7" idx="3"/>
          </p:cNvCxnSpPr>
          <p:nvPr/>
        </p:nvCxnSpPr>
        <p:spPr>
          <a:xfrm flipH="1">
            <a:off x="5106074" y="4275238"/>
            <a:ext cx="1812577" cy="41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3403A8D7-D180-B603-A601-7BED7BB3DF36}"/>
              </a:ext>
            </a:extLst>
          </p:cNvPr>
          <p:cNvSpPr/>
          <p:nvPr/>
        </p:nvSpPr>
        <p:spPr>
          <a:xfrm>
            <a:off x="5916249" y="4873970"/>
            <a:ext cx="3283169" cy="892507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400" b="1" dirty="0"/>
              <a:t>End User Channels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4737146-7E32-6F92-A392-C687C7739A3F}"/>
              </a:ext>
            </a:extLst>
          </p:cNvPr>
          <p:cNvSpPr/>
          <p:nvPr/>
        </p:nvSpPr>
        <p:spPr>
          <a:xfrm>
            <a:off x="7134031" y="5226241"/>
            <a:ext cx="852055" cy="2954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My Boeing</a:t>
            </a:r>
          </a:p>
        </p:txBody>
      </p:sp>
      <p:sp>
        <p:nvSpPr>
          <p:cNvPr id="52" name="Flowchart: Magnetic Disk 51">
            <a:extLst>
              <a:ext uri="{FF2B5EF4-FFF2-40B4-BE49-F238E27FC236}">
                <a16:creationId xmlns:a16="http://schemas.microsoft.com/office/drawing/2014/main" id="{B943E2B9-51D8-FA48-C99D-BD991A5992CB}"/>
              </a:ext>
            </a:extLst>
          </p:cNvPr>
          <p:cNvSpPr/>
          <p:nvPr/>
        </p:nvSpPr>
        <p:spPr>
          <a:xfrm>
            <a:off x="4254019" y="1808018"/>
            <a:ext cx="902303" cy="1565775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SN Data</a:t>
            </a:r>
          </a:p>
          <a:p>
            <a:pPr algn="ctr"/>
            <a:endParaRPr lang="en-US" sz="800" dirty="0"/>
          </a:p>
          <a:p>
            <a:pPr algn="ctr"/>
            <a:r>
              <a:rPr lang="en-US" sz="800" dirty="0"/>
              <a:t>KB</a:t>
            </a:r>
          </a:p>
          <a:p>
            <a:pPr algn="ctr"/>
            <a:r>
              <a:rPr lang="en-US" sz="800" dirty="0"/>
              <a:t>INC, RITM, </a:t>
            </a:r>
          </a:p>
          <a:p>
            <a:pPr algn="ctr"/>
            <a:r>
              <a:rPr lang="en-US" sz="800" dirty="0"/>
              <a:t>Cat Item </a:t>
            </a:r>
          </a:p>
          <a:p>
            <a:pPr algn="ctr"/>
            <a:r>
              <a:rPr lang="en-US" sz="800" dirty="0"/>
              <a:t>User</a:t>
            </a:r>
            <a:endParaRPr lang="en-US" sz="1000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B721AFB-B971-2583-35A1-99B3C4EE1AE3}"/>
              </a:ext>
            </a:extLst>
          </p:cNvPr>
          <p:cNvSpPr/>
          <p:nvPr/>
        </p:nvSpPr>
        <p:spPr>
          <a:xfrm>
            <a:off x="9701030" y="1630209"/>
            <a:ext cx="2260610" cy="208899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600" b="1" dirty="0"/>
              <a:t>Other Boeing Systems</a:t>
            </a:r>
          </a:p>
        </p:txBody>
      </p:sp>
      <p:sp>
        <p:nvSpPr>
          <p:cNvPr id="65" name="Flowchart: Magnetic Disk 64">
            <a:extLst>
              <a:ext uri="{FF2B5EF4-FFF2-40B4-BE49-F238E27FC236}">
                <a16:creationId xmlns:a16="http://schemas.microsoft.com/office/drawing/2014/main" id="{7A8F7F90-9216-047A-9941-C978C9E020AF}"/>
              </a:ext>
            </a:extLst>
          </p:cNvPr>
          <p:cNvSpPr/>
          <p:nvPr/>
        </p:nvSpPr>
        <p:spPr>
          <a:xfrm>
            <a:off x="10498034" y="2429549"/>
            <a:ext cx="739269" cy="527447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Data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B428574A-6FE2-1179-C58D-210129823508}"/>
              </a:ext>
            </a:extLst>
          </p:cNvPr>
          <p:cNvSpPr/>
          <p:nvPr/>
        </p:nvSpPr>
        <p:spPr>
          <a:xfrm>
            <a:off x="10441642" y="3235515"/>
            <a:ext cx="852055" cy="37407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Virtual Agent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CF1E5D2-29E0-B550-4455-3D48AFE6C0E8}"/>
              </a:ext>
            </a:extLst>
          </p:cNvPr>
          <p:cNvSpPr/>
          <p:nvPr/>
        </p:nvSpPr>
        <p:spPr>
          <a:xfrm>
            <a:off x="8262323" y="5226241"/>
            <a:ext cx="852055" cy="2954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Teams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DADEEAB-48BD-772A-D2E6-908EBC0A789F}"/>
              </a:ext>
            </a:extLst>
          </p:cNvPr>
          <p:cNvSpPr/>
          <p:nvPr/>
        </p:nvSpPr>
        <p:spPr>
          <a:xfrm>
            <a:off x="6005739" y="5229439"/>
            <a:ext cx="852055" cy="29541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GSEP Portal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884ADB02-71F6-AF0C-0D9B-23B7CE62867B}"/>
              </a:ext>
            </a:extLst>
          </p:cNvPr>
          <p:cNvSpPr/>
          <p:nvPr/>
        </p:nvSpPr>
        <p:spPr>
          <a:xfrm>
            <a:off x="2384330" y="4075365"/>
            <a:ext cx="1243684" cy="37407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SN Live Agent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ED76AEB2-A327-8AF1-CC6A-D0F08EBEF7C9}"/>
              </a:ext>
            </a:extLst>
          </p:cNvPr>
          <p:cNvCxnSpPr>
            <a:cxnSpLocks/>
            <a:stCxn id="16" idx="2"/>
            <a:endCxn id="5" idx="0"/>
          </p:cNvCxnSpPr>
          <p:nvPr/>
        </p:nvCxnSpPr>
        <p:spPr>
          <a:xfrm rot="16200000" flipH="1">
            <a:off x="7483191" y="3354501"/>
            <a:ext cx="242521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B6FA705-347C-629C-E635-598B3D78E2D8}"/>
              </a:ext>
            </a:extLst>
          </p:cNvPr>
          <p:cNvCxnSpPr>
            <a:cxnSpLocks/>
            <a:stCxn id="5" idx="2"/>
            <a:endCxn id="27" idx="0"/>
          </p:cNvCxnSpPr>
          <p:nvPr/>
        </p:nvCxnSpPr>
        <p:spPr>
          <a:xfrm flipH="1">
            <a:off x="7604451" y="3849836"/>
            <a:ext cx="1" cy="2425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966E252-7BFB-8143-C13A-EE158E3E7B6F}"/>
              </a:ext>
            </a:extLst>
          </p:cNvPr>
          <p:cNvCxnSpPr>
            <a:cxnSpLocks/>
            <a:stCxn id="27" idx="3"/>
            <a:endCxn id="66" idx="1"/>
          </p:cNvCxnSpPr>
          <p:nvPr/>
        </p:nvCxnSpPr>
        <p:spPr>
          <a:xfrm flipV="1">
            <a:off x="8290251" y="3422552"/>
            <a:ext cx="2151391" cy="85268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38214C38-AD15-9DDE-3C9A-C4095ED4F05F}"/>
              </a:ext>
            </a:extLst>
          </p:cNvPr>
          <p:cNvCxnSpPr>
            <a:cxnSpLocks/>
            <a:stCxn id="65" idx="1"/>
            <a:endCxn id="26" idx="3"/>
          </p:cNvCxnSpPr>
          <p:nvPr/>
        </p:nvCxnSpPr>
        <p:spPr>
          <a:xfrm rot="16200000" flipH="1" flipV="1">
            <a:off x="9569231" y="1143642"/>
            <a:ext cx="12532" cy="2584345"/>
          </a:xfrm>
          <a:prstGeom prst="bentConnector4">
            <a:avLst>
              <a:gd name="adj1" fmla="val -1824130"/>
              <a:gd name="adj2" fmla="val 7645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16F26D2E-427A-3A96-6B17-46A2F938339C}"/>
              </a:ext>
            </a:extLst>
          </p:cNvPr>
          <p:cNvSpPr/>
          <p:nvPr/>
        </p:nvSpPr>
        <p:spPr>
          <a:xfrm>
            <a:off x="5928961" y="3470483"/>
            <a:ext cx="852055" cy="3740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LLM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46B6FC0-B12D-0650-6B20-5E270B78E04F}"/>
              </a:ext>
            </a:extLst>
          </p:cNvPr>
          <p:cNvSpPr/>
          <p:nvPr/>
        </p:nvSpPr>
        <p:spPr>
          <a:xfrm>
            <a:off x="888200" y="4873970"/>
            <a:ext cx="3858898" cy="892507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400" b="1" dirty="0"/>
              <a:t>Fulfiller Channels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641575C-AEB3-E31C-FDCC-BF2287DECA80}"/>
              </a:ext>
            </a:extLst>
          </p:cNvPr>
          <p:cNvSpPr/>
          <p:nvPr/>
        </p:nvSpPr>
        <p:spPr>
          <a:xfrm>
            <a:off x="3463085" y="5201113"/>
            <a:ext cx="852055" cy="29541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Now Assist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05EEBEF-B0AB-1A89-BA01-C567E2462262}"/>
              </a:ext>
            </a:extLst>
          </p:cNvPr>
          <p:cNvSpPr/>
          <p:nvPr/>
        </p:nvSpPr>
        <p:spPr>
          <a:xfrm>
            <a:off x="1197223" y="5201113"/>
            <a:ext cx="852055" cy="29541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Workspace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ACFD4C5-4EA7-E538-87D6-579B3B98724A}"/>
              </a:ext>
            </a:extLst>
          </p:cNvPr>
          <p:cNvSpPr/>
          <p:nvPr/>
        </p:nvSpPr>
        <p:spPr>
          <a:xfrm>
            <a:off x="2330154" y="5201113"/>
            <a:ext cx="852055" cy="2954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Classic UI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734307-3AC0-4B14-8756-450604913961}"/>
              </a:ext>
            </a:extLst>
          </p:cNvPr>
          <p:cNvSpPr/>
          <p:nvPr/>
        </p:nvSpPr>
        <p:spPr>
          <a:xfrm>
            <a:off x="6918651" y="2867482"/>
            <a:ext cx="1371600" cy="3657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Moveworks Plugin’s</a:t>
            </a:r>
          </a:p>
        </p:txBody>
      </p: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C6DEE6D4-8027-6DFD-D6BC-AE77043DC7E7}"/>
              </a:ext>
            </a:extLst>
          </p:cNvPr>
          <p:cNvCxnSpPr>
            <a:cxnSpLocks/>
            <a:stCxn id="52" idx="4"/>
            <a:endCxn id="26" idx="1"/>
          </p:cNvCxnSpPr>
          <p:nvPr/>
        </p:nvCxnSpPr>
        <p:spPr>
          <a:xfrm flipV="1">
            <a:off x="5156322" y="2442081"/>
            <a:ext cx="1755402" cy="14882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B482CF77-B3B6-C5EA-C4A7-F7C66A222C98}"/>
              </a:ext>
            </a:extLst>
          </p:cNvPr>
          <p:cNvCxnSpPr>
            <a:cxnSpLocks/>
            <a:stCxn id="52" idx="4"/>
            <a:endCxn id="16" idx="1"/>
          </p:cNvCxnSpPr>
          <p:nvPr/>
        </p:nvCxnSpPr>
        <p:spPr>
          <a:xfrm>
            <a:off x="5156322" y="2590906"/>
            <a:ext cx="1762329" cy="45945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1D1C8847-0E90-C847-F852-939A319D7C8D}"/>
              </a:ext>
            </a:extLst>
          </p:cNvPr>
          <p:cNvSpPr/>
          <p:nvPr/>
        </p:nvSpPr>
        <p:spPr>
          <a:xfrm>
            <a:off x="9701029" y="4085803"/>
            <a:ext cx="2260611" cy="165144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600" b="1" dirty="0"/>
              <a:t>BCAI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5DC80F-886A-5184-5925-078E4356925B}"/>
              </a:ext>
            </a:extLst>
          </p:cNvPr>
          <p:cNvSpPr/>
          <p:nvPr/>
        </p:nvSpPr>
        <p:spPr>
          <a:xfrm>
            <a:off x="10493729" y="4495339"/>
            <a:ext cx="852055" cy="3740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Chat</a:t>
            </a:r>
          </a:p>
        </p:txBody>
      </p:sp>
      <p:sp>
        <p:nvSpPr>
          <p:cNvPr id="25" name="Flowchart: Magnetic Disk 24">
            <a:extLst>
              <a:ext uri="{FF2B5EF4-FFF2-40B4-BE49-F238E27FC236}">
                <a16:creationId xmlns:a16="http://schemas.microsoft.com/office/drawing/2014/main" id="{56C2D29E-59D2-6567-852D-191DE726E99D}"/>
              </a:ext>
            </a:extLst>
          </p:cNvPr>
          <p:cNvSpPr/>
          <p:nvPr/>
        </p:nvSpPr>
        <p:spPr>
          <a:xfrm>
            <a:off x="10564531" y="4997110"/>
            <a:ext cx="739269" cy="527447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LLM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27FF4CE-5338-F447-632E-89AC00590425}"/>
              </a:ext>
            </a:extLst>
          </p:cNvPr>
          <p:cNvSpPr txBox="1"/>
          <p:nvPr/>
        </p:nvSpPr>
        <p:spPr>
          <a:xfrm>
            <a:off x="1745304" y="5987960"/>
            <a:ext cx="10723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In Production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85A6DDD-06F1-DDE6-9A20-E9EBAF40712B}"/>
              </a:ext>
            </a:extLst>
          </p:cNvPr>
          <p:cNvSpPr txBox="1"/>
          <p:nvPr/>
        </p:nvSpPr>
        <p:spPr>
          <a:xfrm>
            <a:off x="3957318" y="5973031"/>
            <a:ext cx="12378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In Development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34DE068-A1D8-4175-D8AB-AA7095EFA46A}"/>
              </a:ext>
            </a:extLst>
          </p:cNvPr>
          <p:cNvSpPr txBox="1"/>
          <p:nvPr/>
        </p:nvSpPr>
        <p:spPr>
          <a:xfrm>
            <a:off x="6377925" y="5961412"/>
            <a:ext cx="12219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POC Evaluation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E4805B2-735A-3E59-DD09-EA1177370D00}"/>
              </a:ext>
            </a:extLst>
          </p:cNvPr>
          <p:cNvSpPr/>
          <p:nvPr/>
        </p:nvSpPr>
        <p:spPr>
          <a:xfrm>
            <a:off x="1269580" y="6057209"/>
            <a:ext cx="475724" cy="138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81F34E7-8AE7-5C98-688B-7C87AFC11A15}"/>
              </a:ext>
            </a:extLst>
          </p:cNvPr>
          <p:cNvSpPr/>
          <p:nvPr/>
        </p:nvSpPr>
        <p:spPr>
          <a:xfrm>
            <a:off x="3481594" y="6042280"/>
            <a:ext cx="475724" cy="1385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67A4FBB-DB7C-3818-090A-B078314C30F0}"/>
              </a:ext>
            </a:extLst>
          </p:cNvPr>
          <p:cNvSpPr/>
          <p:nvPr/>
        </p:nvSpPr>
        <p:spPr>
          <a:xfrm>
            <a:off x="5916250" y="6030661"/>
            <a:ext cx="475724" cy="1385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42E4783-BDF8-E3B1-8E50-EFAA8A36833A}"/>
              </a:ext>
            </a:extLst>
          </p:cNvPr>
          <p:cNvCxnSpPr>
            <a:cxnSpLocks/>
            <a:endCxn id="76" idx="3"/>
          </p:cNvCxnSpPr>
          <p:nvPr/>
        </p:nvCxnSpPr>
        <p:spPr>
          <a:xfrm flipH="1" flipV="1">
            <a:off x="3628014" y="4262402"/>
            <a:ext cx="626005" cy="131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AB01DD6-A271-3A55-A389-CC0E67CEA7E8}"/>
              </a:ext>
            </a:extLst>
          </p:cNvPr>
          <p:cNvCxnSpPr>
            <a:cxnSpLocks/>
            <a:stCxn id="27" idx="3"/>
            <a:endCxn id="13" idx="1"/>
          </p:cNvCxnSpPr>
          <p:nvPr/>
        </p:nvCxnSpPr>
        <p:spPr>
          <a:xfrm>
            <a:off x="8290251" y="4275238"/>
            <a:ext cx="2203478" cy="40713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ABC962E3-3D65-B7BC-8E3A-88F70188D165}"/>
              </a:ext>
            </a:extLst>
          </p:cNvPr>
          <p:cNvCxnSpPr>
            <a:stCxn id="17" idx="3"/>
            <a:endCxn id="5" idx="1"/>
          </p:cNvCxnSpPr>
          <p:nvPr/>
        </p:nvCxnSpPr>
        <p:spPr>
          <a:xfrm>
            <a:off x="6781016" y="3657520"/>
            <a:ext cx="397408" cy="52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ectangle 98">
            <a:extLst>
              <a:ext uri="{FF2B5EF4-FFF2-40B4-BE49-F238E27FC236}">
                <a16:creationId xmlns:a16="http://schemas.microsoft.com/office/drawing/2014/main" id="{AE31D486-8858-5B95-EF63-15A011428E08}"/>
              </a:ext>
            </a:extLst>
          </p:cNvPr>
          <p:cNvSpPr/>
          <p:nvPr/>
        </p:nvSpPr>
        <p:spPr>
          <a:xfrm>
            <a:off x="2446632" y="3263306"/>
            <a:ext cx="852055" cy="37407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LLM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DC33B08C-86D8-B10F-3362-676A6995828B}"/>
              </a:ext>
            </a:extLst>
          </p:cNvPr>
          <p:cNvSpPr/>
          <p:nvPr/>
        </p:nvSpPr>
        <p:spPr>
          <a:xfrm>
            <a:off x="848304" y="2470152"/>
            <a:ext cx="1095171" cy="37407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Catalog Items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4C3A0992-1F64-63B1-E9F5-F02F9666B27A}"/>
              </a:ext>
            </a:extLst>
          </p:cNvPr>
          <p:cNvSpPr/>
          <p:nvPr/>
        </p:nvSpPr>
        <p:spPr>
          <a:xfrm>
            <a:off x="2325075" y="2697005"/>
            <a:ext cx="1095171" cy="37407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Now Assist</a:t>
            </a:r>
          </a:p>
        </p:txBody>
      </p:sp>
      <p:sp>
        <p:nvSpPr>
          <p:cNvPr id="123" name="Right Brace 122">
            <a:extLst>
              <a:ext uri="{FF2B5EF4-FFF2-40B4-BE49-F238E27FC236}">
                <a16:creationId xmlns:a16="http://schemas.microsoft.com/office/drawing/2014/main" id="{234AA143-5B5C-4375-6D51-C38649CB3486}"/>
              </a:ext>
            </a:extLst>
          </p:cNvPr>
          <p:cNvSpPr/>
          <p:nvPr/>
        </p:nvSpPr>
        <p:spPr>
          <a:xfrm>
            <a:off x="2092960" y="2029256"/>
            <a:ext cx="166784" cy="2245981"/>
          </a:xfrm>
          <a:prstGeom prst="rightBrace">
            <a:avLst>
              <a:gd name="adj1" fmla="val 8333"/>
              <a:gd name="adj2" fmla="val 37354"/>
            </a:avLst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9C6DD047-77D4-F0E3-C6D4-1578E19F1884}"/>
              </a:ext>
            </a:extLst>
          </p:cNvPr>
          <p:cNvCxnSpPr>
            <a:cxnSpLocks/>
            <a:stCxn id="116" idx="2"/>
            <a:endCxn id="99" idx="0"/>
          </p:cNvCxnSpPr>
          <p:nvPr/>
        </p:nvCxnSpPr>
        <p:spPr>
          <a:xfrm flipH="1">
            <a:off x="2872660" y="3071078"/>
            <a:ext cx="1" cy="19222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CABC3669-CC6C-E66B-4D83-7D6E07A0D832}"/>
              </a:ext>
            </a:extLst>
          </p:cNvPr>
          <p:cNvCxnSpPr>
            <a:cxnSpLocks/>
            <a:stCxn id="7" idx="1"/>
            <a:endCxn id="116" idx="3"/>
          </p:cNvCxnSpPr>
          <p:nvPr/>
        </p:nvCxnSpPr>
        <p:spPr>
          <a:xfrm rot="10800000">
            <a:off x="3420247" y="2884042"/>
            <a:ext cx="833773" cy="1395354"/>
          </a:xfrm>
          <a:prstGeom prst="bentConnector3">
            <a:avLst>
              <a:gd name="adj1" fmla="val 28398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38" name="Connector: Elbow 137">
            <a:extLst>
              <a:ext uri="{FF2B5EF4-FFF2-40B4-BE49-F238E27FC236}">
                <a16:creationId xmlns:a16="http://schemas.microsoft.com/office/drawing/2014/main" id="{18834C72-6295-4980-13DE-E6E7154390C9}"/>
              </a:ext>
            </a:extLst>
          </p:cNvPr>
          <p:cNvCxnSpPr>
            <a:cxnSpLocks/>
            <a:stCxn id="65" idx="2"/>
            <a:endCxn id="16" idx="3"/>
          </p:cNvCxnSpPr>
          <p:nvPr/>
        </p:nvCxnSpPr>
        <p:spPr>
          <a:xfrm rot="10800000" flipV="1">
            <a:off x="8290252" y="2693272"/>
            <a:ext cx="2207783" cy="357089"/>
          </a:xfrm>
          <a:prstGeom prst="bentConnector3">
            <a:avLst>
              <a:gd name="adj1" fmla="val 72277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5" name="Rectangle 154">
            <a:extLst>
              <a:ext uri="{FF2B5EF4-FFF2-40B4-BE49-F238E27FC236}">
                <a16:creationId xmlns:a16="http://schemas.microsoft.com/office/drawing/2014/main" id="{F98E0995-3BDC-4A05-4CC8-4FAF5FFF9AB2}"/>
              </a:ext>
            </a:extLst>
          </p:cNvPr>
          <p:cNvSpPr/>
          <p:nvPr/>
        </p:nvSpPr>
        <p:spPr>
          <a:xfrm>
            <a:off x="841008" y="3905857"/>
            <a:ext cx="1095171" cy="37407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Custom Agents</a:t>
            </a:r>
          </a:p>
        </p:txBody>
      </p:sp>
      <p:cxnSp>
        <p:nvCxnSpPr>
          <p:cNvPr id="157" name="Connector: Elbow 156">
            <a:extLst>
              <a:ext uri="{FF2B5EF4-FFF2-40B4-BE49-F238E27FC236}">
                <a16:creationId xmlns:a16="http://schemas.microsoft.com/office/drawing/2014/main" id="{CB67F695-2112-216B-D505-E608E403294A}"/>
              </a:ext>
            </a:extLst>
          </p:cNvPr>
          <p:cNvCxnSpPr>
            <a:cxnSpLocks/>
          </p:cNvCxnSpPr>
          <p:nvPr/>
        </p:nvCxnSpPr>
        <p:spPr>
          <a:xfrm rot="16200000" flipH="1">
            <a:off x="7476263" y="2750904"/>
            <a:ext cx="242521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1602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3ADD6-D21B-27C3-2168-52C1B5E65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Integration Options to Review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9DAFFF-0918-F54A-1870-4DF2ED4AAE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EA6530-EBF8-4A13-ADE2-C3D8F0DCD813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971BF6-06C2-4484-294A-00FF6A08ADA7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b="1" dirty="0"/>
              <a:t>Rest API:</a:t>
            </a:r>
          </a:p>
          <a:p>
            <a:r>
              <a:rPr lang="en-US" dirty="0"/>
              <a:t>Table API’s – OK for reading data, not good for transactions</a:t>
            </a:r>
          </a:p>
          <a:p>
            <a:r>
              <a:rPr lang="en-US" dirty="0"/>
              <a:t>SN function specific API – ideal</a:t>
            </a:r>
          </a:p>
          <a:p>
            <a:r>
              <a:rPr lang="en-US" dirty="0"/>
              <a:t>Boeing custom API – 2</a:t>
            </a:r>
            <a:r>
              <a:rPr lang="en-US" baseline="30000" dirty="0"/>
              <a:t>nd</a:t>
            </a:r>
            <a:r>
              <a:rPr lang="en-US" dirty="0"/>
              <a:t> best choice</a:t>
            </a:r>
          </a:p>
          <a:p>
            <a:endParaRPr lang="en-US" dirty="0"/>
          </a:p>
          <a:p>
            <a:r>
              <a:rPr lang="en-US" b="1" dirty="0"/>
              <a:t>Virtual Agent Bot Integration API:</a:t>
            </a:r>
          </a:p>
          <a:p>
            <a:r>
              <a:rPr lang="en-US" dirty="0"/>
              <a:t>Need more info on when to use</a:t>
            </a:r>
          </a:p>
          <a:p>
            <a:r>
              <a:rPr lang="en-US" dirty="0"/>
              <a:t>We are looking at this for AskBoeing </a:t>
            </a:r>
            <a:r>
              <a:rPr lang="en-US" dirty="0">
                <a:sym typeface="Wingdings" panose="05000000000000000000" pitchFamily="2" charset="2"/>
              </a:rPr>
              <a:t> Live Agent handoff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b="1" dirty="0">
                <a:sym typeface="Wingdings" panose="05000000000000000000" pitchFamily="2" charset="2"/>
              </a:rPr>
              <a:t>Webhooks: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b="1" dirty="0">
                <a:sym typeface="Wingdings" panose="05000000000000000000" pitchFamily="2" charset="2"/>
              </a:rPr>
              <a:t>MCP:</a:t>
            </a:r>
          </a:p>
          <a:p>
            <a:r>
              <a:rPr lang="en-US" dirty="0">
                <a:sym typeface="Wingdings" panose="05000000000000000000" pitchFamily="2" charset="2"/>
              </a:rPr>
              <a:t>MCP Client – this is for consuming AI agents to consume external AI functionality</a:t>
            </a:r>
          </a:p>
          <a:p>
            <a:r>
              <a:rPr lang="en-US" dirty="0">
                <a:sym typeface="Wingdings" panose="05000000000000000000" pitchFamily="2" charset="2"/>
              </a:rPr>
              <a:t>MCP Server – Would be an alternate way to expose </a:t>
            </a:r>
            <a:r>
              <a:rPr lang="en-US" dirty="0" err="1">
                <a:sym typeface="Wingdings" panose="05000000000000000000" pitchFamily="2" charset="2"/>
              </a:rPr>
              <a:t>ServcieNow</a:t>
            </a:r>
            <a:r>
              <a:rPr lang="en-US" dirty="0">
                <a:sym typeface="Wingdings" panose="05000000000000000000" pitchFamily="2" charset="2"/>
              </a:rPr>
              <a:t> functionality to other tools.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12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3191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oeing">
      <a:dk1>
        <a:srgbClr val="000000"/>
      </a:dk1>
      <a:lt1>
        <a:srgbClr val="FFFFFF"/>
      </a:lt1>
      <a:dk2>
        <a:srgbClr val="0A2240"/>
      </a:dk2>
      <a:lt2>
        <a:srgbClr val="DAD9D7"/>
      </a:lt2>
      <a:accent1>
        <a:srgbClr val="0033A1"/>
      </a:accent1>
      <a:accent2>
        <a:srgbClr val="009BDF"/>
      </a:accent2>
      <a:accent3>
        <a:srgbClr val="BADCE6"/>
      </a:accent3>
      <a:accent4>
        <a:srgbClr val="BFD857"/>
      </a:accent4>
      <a:accent5>
        <a:srgbClr val="F37120"/>
      </a:accent5>
      <a:accent6>
        <a:srgbClr val="85439A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rojectID xmlns="03ac710f-42be-4c16-baa0-177ff0ef70b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0454938D12DA34FAB5E7AF0EF94B0E4" ma:contentTypeVersion="8" ma:contentTypeDescription="Create a new document." ma:contentTypeScope="" ma:versionID="46e184e74dcc2860e561df68a5faaa85">
  <xsd:schema xmlns:xsd="http://www.w3.org/2001/XMLSchema" xmlns:xs="http://www.w3.org/2001/XMLSchema" xmlns:p="http://schemas.microsoft.com/office/2006/metadata/properties" xmlns:ns2="03ac710f-42be-4c16-baa0-177ff0ef70be" xmlns:ns3="548933ca-b380-4a29-b4bd-fc01c0d24bbd" targetNamespace="http://schemas.microsoft.com/office/2006/metadata/properties" ma:root="true" ma:fieldsID="690be1a5fdb430f61e042087786c5a64" ns2:_="" ns3:_="">
    <xsd:import namespace="03ac710f-42be-4c16-baa0-177ff0ef70be"/>
    <xsd:import namespace="548933ca-b380-4a29-b4bd-fc01c0d24bbd"/>
    <xsd:element name="properties">
      <xsd:complexType>
        <xsd:sequence>
          <xsd:element name="documentManagement">
            <xsd:complexType>
              <xsd:all>
                <xsd:element ref="ns2:Project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ac710f-42be-4c16-baa0-177ff0ef70be" elementFormDefault="qualified">
    <xsd:import namespace="http://schemas.microsoft.com/office/2006/documentManagement/types"/>
    <xsd:import namespace="http://schemas.microsoft.com/office/infopath/2007/PartnerControls"/>
    <xsd:element name="ProjectID" ma:index="8" nillable="true" ma:displayName="Project ID" ma:format="Dropdown" ma:internalName="ProjectID">
      <xsd:simpleType>
        <xsd:restriction base="dms:Text">
          <xsd:maxLength value="30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8933ca-b380-4a29-b4bd-fc01c0d24b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0AFD838-68A6-493A-B7C0-0D159C2383E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B1DCD3B-BE3B-454F-8C3D-2C1F10973C65}">
  <ds:schemaRefs>
    <ds:schemaRef ds:uri="http://schemas.openxmlformats.org/package/2006/metadata/core-properties"/>
    <ds:schemaRef ds:uri="http://schemas.microsoft.com/office/2006/documentManagement/types"/>
    <ds:schemaRef ds:uri="0824b409-a489-41b7-80ba-68913ff47d20"/>
    <ds:schemaRef ds:uri="76d44599-1de7-4366-92cc-03e4d2791b8f"/>
    <ds:schemaRef ds:uri="http://purl.org/dc/terms/"/>
    <ds:schemaRef ds:uri="http://purl.org/dc/dcmitype/"/>
    <ds:schemaRef ds:uri="http://www.w3.org/XML/1998/namespace"/>
    <ds:schemaRef ds:uri="http://purl.org/dc/elements/1.1/"/>
    <ds:schemaRef ds:uri="http://schemas.microsoft.com/office/infopath/2007/PartnerControls"/>
    <ds:schemaRef ds:uri="http://schemas.microsoft.com/office/2006/metadata/properties"/>
    <ds:schemaRef ds:uri="09d6be8b-bc16-4410-96a3-72d11bb68f10"/>
    <ds:schemaRef ds:uri="e2b080f5-1a13-4e01-96c9-e788d7270f41"/>
    <ds:schemaRef ds:uri="http://schemas.microsoft.com/sharepoint/v4"/>
    <ds:schemaRef ds:uri="03ac710f-42be-4c16-baa0-177ff0ef70be"/>
  </ds:schemaRefs>
</ds:datastoreItem>
</file>

<file path=customXml/itemProps3.xml><?xml version="1.0" encoding="utf-8"?>
<ds:datastoreItem xmlns:ds="http://schemas.openxmlformats.org/officeDocument/2006/customXml" ds:itemID="{8D33F89F-682C-496C-A655-CF2A97A76BEC}"/>
</file>

<file path=docMetadata/LabelInfo.xml><?xml version="1.0" encoding="utf-8"?>
<clbl:labelList xmlns:clbl="http://schemas.microsoft.com/office/2020/mipLabelMetadata">
  <clbl:label id="{bcf48bba-4d6f-4dee-a0d2-7df59cc36629}" enabled="0" method="" siteId="{bcf48bba-4d6f-4dee-a0d2-7df59cc3662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13995</TotalTime>
  <Words>269</Words>
  <Application>Microsoft Office PowerPoint</Application>
  <PresentationFormat>Widescreen</PresentationFormat>
  <Paragraphs>70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GSEP AI EcoSystem</vt:lpstr>
      <vt:lpstr>Current ServiceNow AI Context</vt:lpstr>
      <vt:lpstr>Ask Boeing and GSEP Integration Architecture</vt:lpstr>
      <vt:lpstr>Integration Options to Review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Kannan (US), Anand K</dc:creator>
  <cp:keywords/>
  <dc:description/>
  <cp:lastModifiedBy>Zigler (US), Bryan G</cp:lastModifiedBy>
  <cp:revision>674</cp:revision>
  <cp:lastPrinted>2025-09-29T19:36:32Z</cp:lastPrinted>
  <dcterms:created xsi:type="dcterms:W3CDTF">2025-07-23T19:03:15Z</dcterms:created>
  <dcterms:modified xsi:type="dcterms:W3CDTF">2025-11-17T15:13:14Z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_dlc_DocIdItemGuid">
    <vt:lpwstr>00f42c99-6cf1-405b-8367-cc5c24bcd84c</vt:lpwstr>
  </property>
  <property fmtid="{D5CDD505-2E9C-101B-9397-08002B2CF9AE}" pid="4" name="ContentTypeId">
    <vt:lpwstr>0x010100A0454938D12DA34FAB5E7AF0EF94B0E4</vt:lpwstr>
  </property>
</Properties>
</file>